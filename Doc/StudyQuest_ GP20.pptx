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70" r:id="rId9"/>
    <p:sldId id="262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4" r:id="rId20"/>
  </p:sldIdLst>
  <p:sldSz cx="12192000" cy="6858000"/>
  <p:notesSz cx="6858000" cy="12192000"/>
  <p:embeddedFontLst>
    <p:embeddedFont>
      <p:font typeface="微软雅黑" panose="020B0503020204020204" pitchFamily="34" charset="-122"/>
      <p:regular r:id="rId22"/>
      <p:bold r:id="rId23"/>
    </p:embeddedFont>
    <p:embeddedFont>
      <p:font typeface="MiSans" panose="02020500000000000000" charset="-122"/>
      <p:regular r:id="rId24"/>
    </p:embeddedFont>
    <p:embeddedFont>
      <p:font typeface="Hedvig Letters Sans" panose="02020500000000000000" charset="0"/>
      <p:regular r:id="rId25"/>
    </p:embeddedFont>
    <p:embeddedFont>
      <p:font typeface="Liter" panose="02020500000000000000" charset="0"/>
      <p:regular r:id="rId26"/>
    </p:embeddedFont>
  </p:embeddedFontLst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2" d="100"/>
          <a:sy n="122" d="100"/>
        </p:scale>
        <p:origin x="11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4483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24109e9710f6d469132f6c6a0af350e18e93897c.jpg"/>
          <p:cNvPicPr>
            <a:picLocks noChangeAspect="1"/>
          </p:cNvPicPr>
          <p:nvPr/>
        </p:nvPicPr>
        <p:blipFill>
          <a:blip r:embed="rId3">
            <a:alphaModFix amt="30000"/>
          </a:blip>
          <a:srcRect t="7779" b="7779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3A5F7A">
                  <a:alpha val="40000"/>
                </a:srgbClr>
              </a:gs>
              <a:gs pos="100000">
                <a:srgbClr val="1A1D21">
                  <a:alpha val="9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5763" y="385763"/>
            <a:ext cx="1619250" cy="352425"/>
          </a:xfrm>
          <a:custGeom>
            <a:avLst/>
            <a:gdLst/>
            <a:ahLst/>
            <a:cxnLst/>
            <a:rect l="l" t="t" r="r" b="b"/>
            <a:pathLst>
              <a:path w="1619250" h="352425">
                <a:moveTo>
                  <a:pt x="176213" y="0"/>
                </a:moveTo>
                <a:lnTo>
                  <a:pt x="1443038" y="0"/>
                </a:lnTo>
                <a:cubicBezTo>
                  <a:pt x="1540292" y="0"/>
                  <a:pt x="1619250" y="78958"/>
                  <a:pt x="1619250" y="176213"/>
                </a:cubicBezTo>
                <a:lnTo>
                  <a:pt x="1619250" y="176213"/>
                </a:lnTo>
                <a:cubicBezTo>
                  <a:pt x="1619250" y="273467"/>
                  <a:pt x="1540292" y="352425"/>
                  <a:pt x="1443038" y="352425"/>
                </a:cubicBezTo>
                <a:lnTo>
                  <a:pt x="176213" y="352425"/>
                </a:lnTo>
                <a:cubicBezTo>
                  <a:pt x="78958" y="352425"/>
                  <a:pt x="0" y="273467"/>
                  <a:pt x="0" y="176213"/>
                </a:cubicBezTo>
                <a:lnTo>
                  <a:pt x="0" y="176213"/>
                </a:lnTo>
                <a:cubicBezTo>
                  <a:pt x="0" y="78958"/>
                  <a:pt x="78958" y="0"/>
                  <a:pt x="176212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 w="12700">
            <a:solidFill>
              <a:srgbClr val="3A5F7A">
                <a:alpha val="50196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2925" y="523875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Text 3"/>
          <p:cNvSpPr/>
          <p:nvPr/>
        </p:nvSpPr>
        <p:spPr>
          <a:xfrm>
            <a:off x="695325" y="466725"/>
            <a:ext cx="121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kern="0" spc="53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INTERIM REPORT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059795" y="381000"/>
            <a:ext cx="752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2025/2026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1059795" y="571500"/>
            <a:ext cx="752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ITE4116M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5763" y="1300163"/>
            <a:ext cx="1733550" cy="466725"/>
          </a:xfrm>
          <a:custGeom>
            <a:avLst/>
            <a:gdLst/>
            <a:ahLst/>
            <a:cxnLst/>
            <a:rect l="l" t="t" r="r" b="b"/>
            <a:pathLst>
              <a:path w="1733550" h="466725">
                <a:moveTo>
                  <a:pt x="76202" y="0"/>
                </a:moveTo>
                <a:lnTo>
                  <a:pt x="1657348" y="0"/>
                </a:lnTo>
                <a:cubicBezTo>
                  <a:pt x="1699433" y="0"/>
                  <a:pt x="1733550" y="34117"/>
                  <a:pt x="1733550" y="76202"/>
                </a:cubicBezTo>
                <a:lnTo>
                  <a:pt x="1733550" y="390523"/>
                </a:lnTo>
                <a:cubicBezTo>
                  <a:pt x="1733550" y="432608"/>
                  <a:pt x="1699433" y="466725"/>
                  <a:pt x="1657348" y="466725"/>
                </a:cubicBezTo>
                <a:lnTo>
                  <a:pt x="76202" y="466725"/>
                </a:lnTo>
                <a:cubicBezTo>
                  <a:pt x="34117" y="466725"/>
                  <a:pt x="0" y="432608"/>
                  <a:pt x="0" y="390523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2931" y="14382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7859" y="72851"/>
                </a:moveTo>
                <a:lnTo>
                  <a:pt x="95696" y="104887"/>
                </a:lnTo>
                <a:cubicBezTo>
                  <a:pt x="99343" y="106375"/>
                  <a:pt x="103212" y="107156"/>
                  <a:pt x="107156" y="107156"/>
                </a:cubicBezTo>
                <a:cubicBezTo>
                  <a:pt x="111100" y="107156"/>
                  <a:pt x="114970" y="106375"/>
                  <a:pt x="118616" y="104887"/>
                </a:cubicBezTo>
                <a:lnTo>
                  <a:pt x="208806" y="67754"/>
                </a:lnTo>
                <a:cubicBezTo>
                  <a:pt x="212154" y="66377"/>
                  <a:pt x="214313" y="63140"/>
                  <a:pt x="214313" y="59531"/>
                </a:cubicBezTo>
                <a:cubicBezTo>
                  <a:pt x="214313" y="55922"/>
                  <a:pt x="212154" y="52685"/>
                  <a:pt x="208806" y="51308"/>
                </a:cubicBezTo>
                <a:lnTo>
                  <a:pt x="118616" y="14176"/>
                </a:lnTo>
                <a:cubicBezTo>
                  <a:pt x="114970" y="12688"/>
                  <a:pt x="111100" y="11906"/>
                  <a:pt x="107156" y="11906"/>
                </a:cubicBezTo>
                <a:cubicBezTo>
                  <a:pt x="103212" y="11906"/>
                  <a:pt x="99343" y="12688"/>
                  <a:pt x="95696" y="14176"/>
                </a:cubicBezTo>
                <a:lnTo>
                  <a:pt x="5507" y="51308"/>
                </a:lnTo>
                <a:cubicBezTo>
                  <a:pt x="2158" y="52685"/>
                  <a:pt x="0" y="55922"/>
                  <a:pt x="0" y="59531"/>
                </a:cubicBezTo>
                <a:lnTo>
                  <a:pt x="0" y="169664"/>
                </a:lnTo>
                <a:cubicBezTo>
                  <a:pt x="0" y="174613"/>
                  <a:pt x="3981" y="178594"/>
                  <a:pt x="8930" y="178594"/>
                </a:cubicBezTo>
                <a:cubicBezTo>
                  <a:pt x="13878" y="178594"/>
                  <a:pt x="17859" y="174613"/>
                  <a:pt x="17859" y="169664"/>
                </a:cubicBezTo>
                <a:lnTo>
                  <a:pt x="17859" y="72851"/>
                </a:lnTo>
                <a:close/>
                <a:moveTo>
                  <a:pt x="35719" y="99529"/>
                </a:moveTo>
                <a:lnTo>
                  <a:pt x="35719" y="142875"/>
                </a:lnTo>
                <a:cubicBezTo>
                  <a:pt x="35719" y="162595"/>
                  <a:pt x="67717" y="178594"/>
                  <a:pt x="107156" y="178594"/>
                </a:cubicBezTo>
                <a:cubicBezTo>
                  <a:pt x="146596" y="178594"/>
                  <a:pt x="178594" y="162595"/>
                  <a:pt x="178594" y="142875"/>
                </a:cubicBezTo>
                <a:lnTo>
                  <a:pt x="178594" y="99492"/>
                </a:lnTo>
                <a:lnTo>
                  <a:pt x="125425" y="121407"/>
                </a:lnTo>
                <a:cubicBezTo>
                  <a:pt x="119621" y="123788"/>
                  <a:pt x="113444" y="125016"/>
                  <a:pt x="107156" y="125016"/>
                </a:cubicBezTo>
                <a:cubicBezTo>
                  <a:pt x="100868" y="125016"/>
                  <a:pt x="94692" y="123788"/>
                  <a:pt x="88888" y="121407"/>
                </a:cubicBezTo>
                <a:lnTo>
                  <a:pt x="35719" y="99492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1" name="Text 8"/>
          <p:cNvSpPr/>
          <p:nvPr/>
        </p:nvSpPr>
        <p:spPr>
          <a:xfrm>
            <a:off x="933450" y="1400175"/>
            <a:ext cx="1076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kern="0" spc="34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81000" y="2000250"/>
            <a:ext cx="88201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Gamified Study Habit Builder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8A95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for Secondary Students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81000" y="3657600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8A95E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</p:sp>
      <p:sp>
        <p:nvSpPr>
          <p:cNvPr id="14" name="Text 11"/>
          <p:cNvSpPr/>
          <p:nvPr/>
        </p:nvSpPr>
        <p:spPr>
          <a:xfrm>
            <a:off x="381000" y="3924300"/>
            <a:ext cx="11544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Prototype Demonstration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81000" y="4762500"/>
            <a:ext cx="5629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kern="0" spc="53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Team Members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81000" y="512445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17" name="Text 14"/>
          <p:cNvSpPr/>
          <p:nvPr/>
        </p:nvSpPr>
        <p:spPr>
          <a:xfrm>
            <a:off x="347663" y="5124450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CK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00100" y="5067300"/>
            <a:ext cx="1319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Cheung King Wa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00100" y="5295900"/>
            <a:ext cx="118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230360616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81000" y="561975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1" name="Text 18"/>
          <p:cNvSpPr/>
          <p:nvPr/>
        </p:nvSpPr>
        <p:spPr>
          <a:xfrm>
            <a:off x="347663" y="5619750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WW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00100" y="5562600"/>
            <a:ext cx="1190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Wang Wai Shing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00100" y="5791200"/>
            <a:ext cx="118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240213349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81000" y="611505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5" name="Text 22"/>
          <p:cNvSpPr/>
          <p:nvPr/>
        </p:nvSpPr>
        <p:spPr>
          <a:xfrm>
            <a:off x="347663" y="6115050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LF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00100" y="6057900"/>
            <a:ext cx="1076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Liang Fai Hung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00100" y="6286500"/>
            <a:ext cx="1066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240034175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248400" y="4762500"/>
            <a:ext cx="5629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kern="0" spc="53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Supervisors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76975" y="51054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66675" y="73819"/>
                </a:moveTo>
                <a:cubicBezTo>
                  <a:pt x="46961" y="73819"/>
                  <a:pt x="30956" y="57814"/>
                  <a:pt x="30956" y="38100"/>
                </a:cubicBezTo>
                <a:cubicBezTo>
                  <a:pt x="30956" y="18386"/>
                  <a:pt x="46961" y="2381"/>
                  <a:pt x="66675" y="2381"/>
                </a:cubicBezTo>
                <a:cubicBezTo>
                  <a:pt x="86389" y="2381"/>
                  <a:pt x="102394" y="18386"/>
                  <a:pt x="102394" y="38100"/>
                </a:cubicBezTo>
                <a:cubicBezTo>
                  <a:pt x="102394" y="57814"/>
                  <a:pt x="86389" y="73819"/>
                  <a:pt x="66675" y="73819"/>
                </a:cubicBezTo>
                <a:close/>
                <a:moveTo>
                  <a:pt x="57596" y="90488"/>
                </a:moveTo>
                <a:lnTo>
                  <a:pt x="75754" y="90488"/>
                </a:lnTo>
                <a:cubicBezTo>
                  <a:pt x="78641" y="90488"/>
                  <a:pt x="80962" y="92809"/>
                  <a:pt x="80962" y="95696"/>
                </a:cubicBezTo>
                <a:cubicBezTo>
                  <a:pt x="80962" y="96947"/>
                  <a:pt x="80516" y="98137"/>
                  <a:pt x="79712" y="99090"/>
                </a:cubicBezTo>
                <a:lnTo>
                  <a:pt x="71557" y="108615"/>
                </a:lnTo>
                <a:lnTo>
                  <a:pt x="80784" y="142875"/>
                </a:lnTo>
                <a:lnTo>
                  <a:pt x="80962" y="142875"/>
                </a:lnTo>
                <a:lnTo>
                  <a:pt x="91261" y="101650"/>
                </a:lnTo>
                <a:cubicBezTo>
                  <a:pt x="91916" y="99060"/>
                  <a:pt x="94565" y="97482"/>
                  <a:pt x="97066" y="98435"/>
                </a:cubicBezTo>
                <a:cubicBezTo>
                  <a:pt x="115491" y="105460"/>
                  <a:pt x="128588" y="123319"/>
                  <a:pt x="128588" y="144214"/>
                </a:cubicBezTo>
                <a:cubicBezTo>
                  <a:pt x="128588" y="148709"/>
                  <a:pt x="124926" y="152370"/>
                  <a:pt x="120432" y="152370"/>
                </a:cubicBezTo>
                <a:lnTo>
                  <a:pt x="12918" y="152400"/>
                </a:lnTo>
                <a:cubicBezTo>
                  <a:pt x="8424" y="152400"/>
                  <a:pt x="4763" y="148739"/>
                  <a:pt x="4763" y="144244"/>
                </a:cubicBezTo>
                <a:cubicBezTo>
                  <a:pt x="4763" y="123349"/>
                  <a:pt x="17859" y="105489"/>
                  <a:pt x="36284" y="98465"/>
                </a:cubicBezTo>
                <a:cubicBezTo>
                  <a:pt x="38785" y="97512"/>
                  <a:pt x="41434" y="99090"/>
                  <a:pt x="42089" y="101679"/>
                </a:cubicBezTo>
                <a:lnTo>
                  <a:pt x="52388" y="142905"/>
                </a:lnTo>
                <a:lnTo>
                  <a:pt x="52566" y="142905"/>
                </a:lnTo>
                <a:lnTo>
                  <a:pt x="61793" y="108645"/>
                </a:lnTo>
                <a:lnTo>
                  <a:pt x="53638" y="99120"/>
                </a:lnTo>
                <a:cubicBezTo>
                  <a:pt x="52834" y="98167"/>
                  <a:pt x="52388" y="96976"/>
                  <a:pt x="52388" y="95726"/>
                </a:cubicBezTo>
                <a:cubicBezTo>
                  <a:pt x="52388" y="92839"/>
                  <a:pt x="54709" y="90517"/>
                  <a:pt x="57596" y="9051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0" name="Text 27"/>
          <p:cNvSpPr/>
          <p:nvPr/>
        </p:nvSpPr>
        <p:spPr>
          <a:xfrm>
            <a:off x="6553200" y="50673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Mr. Rory Lau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276975" y="54102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66675" y="73819"/>
                </a:moveTo>
                <a:cubicBezTo>
                  <a:pt x="46961" y="73819"/>
                  <a:pt x="30956" y="57814"/>
                  <a:pt x="30956" y="38100"/>
                </a:cubicBezTo>
                <a:cubicBezTo>
                  <a:pt x="30956" y="18386"/>
                  <a:pt x="46961" y="2381"/>
                  <a:pt x="66675" y="2381"/>
                </a:cubicBezTo>
                <a:cubicBezTo>
                  <a:pt x="86389" y="2381"/>
                  <a:pt x="102394" y="18386"/>
                  <a:pt x="102394" y="38100"/>
                </a:cubicBezTo>
                <a:cubicBezTo>
                  <a:pt x="102394" y="57814"/>
                  <a:pt x="86389" y="73819"/>
                  <a:pt x="66675" y="73819"/>
                </a:cubicBezTo>
                <a:close/>
                <a:moveTo>
                  <a:pt x="57596" y="90488"/>
                </a:moveTo>
                <a:lnTo>
                  <a:pt x="75754" y="90488"/>
                </a:lnTo>
                <a:cubicBezTo>
                  <a:pt x="78641" y="90488"/>
                  <a:pt x="80962" y="92809"/>
                  <a:pt x="80962" y="95696"/>
                </a:cubicBezTo>
                <a:cubicBezTo>
                  <a:pt x="80962" y="96947"/>
                  <a:pt x="80516" y="98137"/>
                  <a:pt x="79712" y="99090"/>
                </a:cubicBezTo>
                <a:lnTo>
                  <a:pt x="71557" y="108615"/>
                </a:lnTo>
                <a:lnTo>
                  <a:pt x="80784" y="142875"/>
                </a:lnTo>
                <a:lnTo>
                  <a:pt x="80962" y="142875"/>
                </a:lnTo>
                <a:lnTo>
                  <a:pt x="91261" y="101650"/>
                </a:lnTo>
                <a:cubicBezTo>
                  <a:pt x="91916" y="99060"/>
                  <a:pt x="94565" y="97482"/>
                  <a:pt x="97066" y="98435"/>
                </a:cubicBezTo>
                <a:cubicBezTo>
                  <a:pt x="115491" y="105460"/>
                  <a:pt x="128588" y="123319"/>
                  <a:pt x="128588" y="144214"/>
                </a:cubicBezTo>
                <a:cubicBezTo>
                  <a:pt x="128588" y="148709"/>
                  <a:pt x="124926" y="152370"/>
                  <a:pt x="120432" y="152370"/>
                </a:cubicBezTo>
                <a:lnTo>
                  <a:pt x="12918" y="152400"/>
                </a:lnTo>
                <a:cubicBezTo>
                  <a:pt x="8424" y="152400"/>
                  <a:pt x="4763" y="148739"/>
                  <a:pt x="4763" y="144244"/>
                </a:cubicBezTo>
                <a:cubicBezTo>
                  <a:pt x="4763" y="123349"/>
                  <a:pt x="17859" y="105489"/>
                  <a:pt x="36284" y="98465"/>
                </a:cubicBezTo>
                <a:cubicBezTo>
                  <a:pt x="38785" y="97512"/>
                  <a:pt x="41434" y="99090"/>
                  <a:pt x="42089" y="101679"/>
                </a:cubicBezTo>
                <a:lnTo>
                  <a:pt x="52388" y="142905"/>
                </a:lnTo>
                <a:lnTo>
                  <a:pt x="52566" y="142905"/>
                </a:lnTo>
                <a:lnTo>
                  <a:pt x="61793" y="108645"/>
                </a:lnTo>
                <a:lnTo>
                  <a:pt x="53638" y="99120"/>
                </a:lnTo>
                <a:cubicBezTo>
                  <a:pt x="52834" y="98167"/>
                  <a:pt x="52388" y="96976"/>
                  <a:pt x="52388" y="95726"/>
                </a:cubicBezTo>
                <a:cubicBezTo>
                  <a:pt x="52388" y="92839"/>
                  <a:pt x="54709" y="90517"/>
                  <a:pt x="57596" y="9051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2" name="Text 29"/>
          <p:cNvSpPr/>
          <p:nvPr/>
        </p:nvSpPr>
        <p:spPr>
          <a:xfrm>
            <a:off x="6553200" y="5372100"/>
            <a:ext cx="1457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Mr. Cheng Pok Hong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248400" y="5757863"/>
            <a:ext cx="5562600" cy="9525"/>
          </a:xfrm>
          <a:custGeom>
            <a:avLst/>
            <a:gdLst/>
            <a:ahLst/>
            <a:cxnLst/>
            <a:rect l="l" t="t" r="r" b="b"/>
            <a:pathLst>
              <a:path w="5562600" h="9525">
                <a:moveTo>
                  <a:pt x="0" y="0"/>
                </a:moveTo>
                <a:lnTo>
                  <a:pt x="5562600" y="0"/>
                </a:lnTo>
                <a:lnTo>
                  <a:pt x="55626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6248400" y="5915025"/>
            <a:ext cx="5629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Program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6248400" y="6105525"/>
            <a:ext cx="563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Higher Diploma in Software Engineering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5763" y="385763"/>
            <a:ext cx="2095500" cy="276225"/>
          </a:xfrm>
          <a:custGeom>
            <a:avLst/>
            <a:gdLst/>
            <a:ahLst/>
            <a:cxnLst/>
            <a:rect l="l" t="t" r="r" b="b"/>
            <a:pathLst>
              <a:path w="2095500" h="276225">
                <a:moveTo>
                  <a:pt x="138113" y="0"/>
                </a:moveTo>
                <a:lnTo>
                  <a:pt x="1957388" y="0"/>
                </a:lnTo>
                <a:cubicBezTo>
                  <a:pt x="2033614" y="0"/>
                  <a:pt x="2095500" y="61886"/>
                  <a:pt x="2095500" y="138113"/>
                </a:cubicBezTo>
                <a:lnTo>
                  <a:pt x="2095500" y="138113"/>
                </a:lnTo>
                <a:cubicBezTo>
                  <a:pt x="2095500" y="214339"/>
                  <a:pt x="2033614" y="276225"/>
                  <a:pt x="1957388" y="276225"/>
                </a:cubicBezTo>
                <a:lnTo>
                  <a:pt x="138113" y="276225"/>
                </a:lnTo>
                <a:cubicBezTo>
                  <a:pt x="61886" y="276225"/>
                  <a:pt x="0" y="214339"/>
                  <a:pt x="0" y="138113"/>
                </a:cubicBezTo>
                <a:lnTo>
                  <a:pt x="0" y="138113"/>
                </a:lnTo>
                <a:cubicBezTo>
                  <a:pt x="0" y="61886"/>
                  <a:pt x="61886" y="0"/>
                  <a:pt x="13811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3875" y="4572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3350" y="25003"/>
                </a:moveTo>
                <a:cubicBezTo>
                  <a:pt x="133350" y="38078"/>
                  <a:pt x="117957" y="57585"/>
                  <a:pt x="111316" y="65373"/>
                </a:cubicBezTo>
                <a:cubicBezTo>
                  <a:pt x="110326" y="66519"/>
                  <a:pt x="108868" y="66961"/>
                  <a:pt x="107539" y="66675"/>
                </a:cubicBezTo>
                <a:lnTo>
                  <a:pt x="83344" y="66675"/>
                </a:lnTo>
                <a:cubicBezTo>
                  <a:pt x="78734" y="66675"/>
                  <a:pt x="75009" y="70399"/>
                  <a:pt x="75009" y="75009"/>
                </a:cubicBezTo>
                <a:cubicBezTo>
                  <a:pt x="75009" y="79619"/>
                  <a:pt x="78734" y="83344"/>
                  <a:pt x="83344" y="83344"/>
                </a:cubicBezTo>
                <a:lnTo>
                  <a:pt x="108347" y="83344"/>
                </a:lnTo>
                <a:cubicBezTo>
                  <a:pt x="122151" y="83344"/>
                  <a:pt x="133350" y="94543"/>
                  <a:pt x="133350" y="108347"/>
                </a:cubicBezTo>
                <a:cubicBezTo>
                  <a:pt x="133350" y="122151"/>
                  <a:pt x="122151" y="133350"/>
                  <a:pt x="108347" y="133350"/>
                </a:cubicBezTo>
                <a:lnTo>
                  <a:pt x="36359" y="133350"/>
                </a:lnTo>
                <a:cubicBezTo>
                  <a:pt x="38625" y="130772"/>
                  <a:pt x="41385" y="127464"/>
                  <a:pt x="44172" y="123765"/>
                </a:cubicBezTo>
                <a:cubicBezTo>
                  <a:pt x="45813" y="121578"/>
                  <a:pt x="47506" y="119182"/>
                  <a:pt x="49121" y="116681"/>
                </a:cubicBezTo>
                <a:lnTo>
                  <a:pt x="108347" y="116681"/>
                </a:lnTo>
                <a:cubicBezTo>
                  <a:pt x="112957" y="116681"/>
                  <a:pt x="116681" y="112957"/>
                  <a:pt x="116681" y="108347"/>
                </a:cubicBezTo>
                <a:cubicBezTo>
                  <a:pt x="116681" y="103737"/>
                  <a:pt x="112957" y="100013"/>
                  <a:pt x="108347" y="100013"/>
                </a:cubicBezTo>
                <a:lnTo>
                  <a:pt x="83344" y="100013"/>
                </a:lnTo>
                <a:cubicBezTo>
                  <a:pt x="69540" y="100013"/>
                  <a:pt x="58341" y="88813"/>
                  <a:pt x="58341" y="75009"/>
                </a:cubicBezTo>
                <a:cubicBezTo>
                  <a:pt x="58341" y="61206"/>
                  <a:pt x="69540" y="50006"/>
                  <a:pt x="83344" y="50006"/>
                </a:cubicBezTo>
                <a:lnTo>
                  <a:pt x="93710" y="50006"/>
                </a:lnTo>
                <a:cubicBezTo>
                  <a:pt x="88240" y="41802"/>
                  <a:pt x="83344" y="32374"/>
                  <a:pt x="83344" y="25003"/>
                </a:cubicBezTo>
                <a:cubicBezTo>
                  <a:pt x="83344" y="11199"/>
                  <a:pt x="94543" y="0"/>
                  <a:pt x="108347" y="0"/>
                </a:cubicBezTo>
                <a:cubicBezTo>
                  <a:pt x="122151" y="0"/>
                  <a:pt x="133350" y="11199"/>
                  <a:pt x="133350" y="25003"/>
                </a:cubicBezTo>
                <a:close/>
                <a:moveTo>
                  <a:pt x="30499" y="127386"/>
                </a:moveTo>
                <a:cubicBezTo>
                  <a:pt x="29509" y="128506"/>
                  <a:pt x="28623" y="129495"/>
                  <a:pt x="27868" y="130329"/>
                </a:cubicBezTo>
                <a:lnTo>
                  <a:pt x="27399" y="130850"/>
                </a:lnTo>
                <a:lnTo>
                  <a:pt x="27347" y="130798"/>
                </a:lnTo>
                <a:cubicBezTo>
                  <a:pt x="25784" y="131996"/>
                  <a:pt x="23545" y="131839"/>
                  <a:pt x="22138" y="130329"/>
                </a:cubicBezTo>
                <a:cubicBezTo>
                  <a:pt x="15575" y="123192"/>
                  <a:pt x="0" y="104831"/>
                  <a:pt x="0" y="91678"/>
                </a:cubicBezTo>
                <a:cubicBezTo>
                  <a:pt x="0" y="77874"/>
                  <a:pt x="11199" y="66675"/>
                  <a:pt x="25003" y="66675"/>
                </a:cubicBezTo>
                <a:cubicBezTo>
                  <a:pt x="38807" y="66675"/>
                  <a:pt x="50006" y="77874"/>
                  <a:pt x="50006" y="91678"/>
                </a:cubicBezTo>
                <a:cubicBezTo>
                  <a:pt x="50006" y="99492"/>
                  <a:pt x="44511" y="109128"/>
                  <a:pt x="38677" y="117176"/>
                </a:cubicBezTo>
                <a:cubicBezTo>
                  <a:pt x="35890" y="121005"/>
                  <a:pt x="33025" y="124469"/>
                  <a:pt x="30655" y="127203"/>
                </a:cubicBezTo>
                <a:lnTo>
                  <a:pt x="30499" y="127386"/>
                </a:lnTo>
                <a:close/>
                <a:moveTo>
                  <a:pt x="33337" y="91678"/>
                </a:moveTo>
                <a:cubicBezTo>
                  <a:pt x="33337" y="87078"/>
                  <a:pt x="29603" y="83344"/>
                  <a:pt x="25003" y="83344"/>
                </a:cubicBezTo>
                <a:cubicBezTo>
                  <a:pt x="20403" y="83344"/>
                  <a:pt x="16669" y="87078"/>
                  <a:pt x="16669" y="91678"/>
                </a:cubicBezTo>
                <a:cubicBezTo>
                  <a:pt x="16669" y="96278"/>
                  <a:pt x="20403" y="100013"/>
                  <a:pt x="25003" y="100013"/>
                </a:cubicBezTo>
                <a:cubicBezTo>
                  <a:pt x="29603" y="100013"/>
                  <a:pt x="33337" y="96278"/>
                  <a:pt x="33337" y="91678"/>
                </a:cubicBezTo>
                <a:close/>
                <a:moveTo>
                  <a:pt x="108347" y="33337"/>
                </a:moveTo>
                <a:cubicBezTo>
                  <a:pt x="112947" y="33337"/>
                  <a:pt x="116681" y="29603"/>
                  <a:pt x="116681" y="25003"/>
                </a:cubicBezTo>
                <a:cubicBezTo>
                  <a:pt x="116681" y="20403"/>
                  <a:pt x="112947" y="16669"/>
                  <a:pt x="108347" y="16669"/>
                </a:cubicBezTo>
                <a:cubicBezTo>
                  <a:pt x="103747" y="16669"/>
                  <a:pt x="100013" y="20403"/>
                  <a:pt x="100013" y="25003"/>
                </a:cubicBezTo>
                <a:cubicBezTo>
                  <a:pt x="100013" y="29603"/>
                  <a:pt x="103747" y="33337"/>
                  <a:pt x="108347" y="3333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" name="Text 2"/>
          <p:cNvSpPr/>
          <p:nvPr/>
        </p:nvSpPr>
        <p:spPr>
          <a:xfrm>
            <a:off x="747713" y="447675"/>
            <a:ext cx="1676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kern="0" spc="4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PRESENTATION ROADMAP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1000" y="81915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What We'll Cover Today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1000" y="142875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" name="Shape 5"/>
          <p:cNvSpPr/>
          <p:nvPr/>
        </p:nvSpPr>
        <p:spPr>
          <a:xfrm>
            <a:off x="385763" y="17764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1025" y="19716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9" name="Text 7"/>
          <p:cNvSpPr/>
          <p:nvPr/>
        </p:nvSpPr>
        <p:spPr>
          <a:xfrm>
            <a:off x="705326" y="2066925"/>
            <a:ext cx="30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90625" y="197167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 &amp; Objectives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90625" y="231457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StudyQuest and why does it matter?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53163" y="17764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8425" y="19716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4" name="Text 12"/>
          <p:cNvSpPr/>
          <p:nvPr/>
        </p:nvSpPr>
        <p:spPr>
          <a:xfrm>
            <a:off x="6555423" y="206692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58025" y="197167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Problem Background &amp; Gap Analysis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58025" y="231457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real challenges students and parents face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5763" y="293846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025" y="31337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9" name="Text 17"/>
          <p:cNvSpPr/>
          <p:nvPr/>
        </p:nvSpPr>
        <p:spPr>
          <a:xfrm>
            <a:off x="687229" y="322897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90625" y="313372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Literature Review Foundation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90625" y="347662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 that guides our design decisions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253163" y="293846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48425" y="31337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4" name="Text 22"/>
          <p:cNvSpPr/>
          <p:nvPr/>
        </p:nvSpPr>
        <p:spPr>
          <a:xfrm>
            <a:off x="6554629" y="322897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58025" y="313372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Architecture &amp; Design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058025" y="347662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we built the technical foundation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85763" y="41005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1025" y="42957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688499" y="4391025"/>
            <a:ext cx="333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190625" y="429577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Features &amp; Implementation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90625" y="463867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works in our current prototype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53163" y="41005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48425" y="42957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4" name="Text 32"/>
          <p:cNvSpPr/>
          <p:nvPr/>
        </p:nvSpPr>
        <p:spPr>
          <a:xfrm>
            <a:off x="6553835" y="439102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058025" y="429577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Stack &amp; Database Design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058025" y="463867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Tools and technologies we employed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85763" y="526256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1025" y="54578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9" name="Text 37"/>
          <p:cNvSpPr/>
          <p:nvPr/>
        </p:nvSpPr>
        <p:spPr>
          <a:xfrm>
            <a:off x="694690" y="5553075"/>
            <a:ext cx="323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190625" y="545782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Summary &amp; Demonstration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90625" y="580072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Live prototype showcase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257925" y="5205413"/>
            <a:ext cx="5553075" cy="962025"/>
          </a:xfrm>
          <a:custGeom>
            <a:avLst/>
            <a:gdLst/>
            <a:ahLst/>
            <a:cxnLst/>
            <a:rect l="l" t="t" r="r" b="b"/>
            <a:pathLst>
              <a:path w="5553075" h="962025">
                <a:moveTo>
                  <a:pt x="114298" y="0"/>
                </a:moveTo>
                <a:lnTo>
                  <a:pt x="5438777" y="0"/>
                </a:lnTo>
                <a:cubicBezTo>
                  <a:pt x="5501902" y="0"/>
                  <a:pt x="5553075" y="51173"/>
                  <a:pt x="5553075" y="114298"/>
                </a:cubicBezTo>
                <a:lnTo>
                  <a:pt x="5553075" y="847727"/>
                </a:lnTo>
                <a:cubicBezTo>
                  <a:pt x="5553075" y="910852"/>
                  <a:pt x="5501902" y="962025"/>
                  <a:pt x="5438777" y="962025"/>
                </a:cubicBezTo>
                <a:lnTo>
                  <a:pt x="114298" y="962025"/>
                </a:lnTo>
                <a:cubicBezTo>
                  <a:pt x="51173" y="962025"/>
                  <a:pt x="0" y="910852"/>
                  <a:pt x="0" y="8477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8425" y="54578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4" name="Text 42"/>
          <p:cNvSpPr/>
          <p:nvPr/>
        </p:nvSpPr>
        <p:spPr>
          <a:xfrm>
            <a:off x="6552248" y="5553075"/>
            <a:ext cx="342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08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058025" y="5457825"/>
            <a:ext cx="464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058025" y="5800725"/>
            <a:ext cx="462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381000" y="6462713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452563" cy="230188"/>
          </a:xfrm>
          <a:custGeom>
            <a:avLst/>
            <a:gdLst/>
            <a:ahLst/>
            <a:cxnLst/>
            <a:rect l="l" t="t" r="r" b="b"/>
            <a:pathLst>
              <a:path w="1452563" h="230188">
                <a:moveTo>
                  <a:pt x="115094" y="0"/>
                </a:moveTo>
                <a:lnTo>
                  <a:pt x="1337469" y="0"/>
                </a:lnTo>
                <a:cubicBezTo>
                  <a:pt x="1400991" y="0"/>
                  <a:pt x="1452563" y="51572"/>
                  <a:pt x="1452563" y="115094"/>
                </a:cubicBezTo>
                <a:lnTo>
                  <a:pt x="1452563" y="115094"/>
                </a:lnTo>
                <a:cubicBezTo>
                  <a:pt x="1452563" y="178616"/>
                  <a:pt x="1400991" y="230188"/>
                  <a:pt x="13374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30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PROBLEM BACKGROUND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The Student Struggle: Why Studying Feels Impossible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75313" cy="3278188"/>
          </a:xfrm>
          <a:custGeom>
            <a:avLst/>
            <a:gdLst/>
            <a:ahLst/>
            <a:cxnLst/>
            <a:rect l="l" t="t" r="r" b="b"/>
            <a:pathLst>
              <a:path w="5675313" h="3278188">
                <a:moveTo>
                  <a:pt x="95264" y="0"/>
                </a:moveTo>
                <a:lnTo>
                  <a:pt x="5580048" y="0"/>
                </a:lnTo>
                <a:cubicBezTo>
                  <a:pt x="5632661" y="0"/>
                  <a:pt x="5675313" y="42651"/>
                  <a:pt x="5675313" y="95264"/>
                </a:cubicBezTo>
                <a:lnTo>
                  <a:pt x="5675313" y="3182923"/>
                </a:lnTo>
                <a:cubicBezTo>
                  <a:pt x="5675313" y="3235536"/>
                  <a:pt x="5632661" y="3278188"/>
                  <a:pt x="5580048" y="3278188"/>
                </a:cubicBezTo>
                <a:lnTo>
                  <a:pt x="95264" y="3278188"/>
                </a:lnTo>
                <a:cubicBezTo>
                  <a:pt x="42651" y="3278188"/>
                  <a:pt x="0" y="3235536"/>
                  <a:pt x="0" y="3182923"/>
                </a:cubicBezTo>
                <a:lnTo>
                  <a:pt x="0" y="95264"/>
                </a:lnTo>
                <a:cubicBezTo>
                  <a:pt x="0" y="42651"/>
                  <a:pt x="42651" y="0"/>
                  <a:pt x="9526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187" y="1420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73484" y="150812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33486" y="15627"/>
                </a:moveTo>
                <a:cubicBezTo>
                  <a:pt x="33486" y="7004"/>
                  <a:pt x="40491" y="0"/>
                  <a:pt x="49113" y="0"/>
                </a:cubicBezTo>
                <a:lnTo>
                  <a:pt x="55811" y="0"/>
                </a:lnTo>
                <a:cubicBezTo>
                  <a:pt x="60750" y="0"/>
                  <a:pt x="64740" y="3990"/>
                  <a:pt x="64740" y="8930"/>
                </a:cubicBezTo>
                <a:lnTo>
                  <a:pt x="64740" y="133945"/>
                </a:lnTo>
                <a:cubicBezTo>
                  <a:pt x="64740" y="138885"/>
                  <a:pt x="60750" y="142875"/>
                  <a:pt x="55811" y="142875"/>
                </a:cubicBezTo>
                <a:lnTo>
                  <a:pt x="46881" y="142875"/>
                </a:lnTo>
                <a:cubicBezTo>
                  <a:pt x="38565" y="142875"/>
                  <a:pt x="31561" y="137182"/>
                  <a:pt x="29580" y="129480"/>
                </a:cubicBezTo>
                <a:cubicBezTo>
                  <a:pt x="29384" y="129480"/>
                  <a:pt x="29217" y="129480"/>
                  <a:pt x="29021" y="129480"/>
                </a:cubicBezTo>
                <a:cubicBezTo>
                  <a:pt x="16687" y="129480"/>
                  <a:pt x="6697" y="119490"/>
                  <a:pt x="6697" y="107156"/>
                </a:cubicBezTo>
                <a:cubicBezTo>
                  <a:pt x="6697" y="102133"/>
                  <a:pt x="8372" y="97501"/>
                  <a:pt x="11162" y="93762"/>
                </a:cubicBezTo>
                <a:cubicBezTo>
                  <a:pt x="5748" y="89688"/>
                  <a:pt x="2232" y="83214"/>
                  <a:pt x="2232" y="75902"/>
                </a:cubicBezTo>
                <a:cubicBezTo>
                  <a:pt x="2232" y="67280"/>
                  <a:pt x="7144" y="59773"/>
                  <a:pt x="14288" y="56062"/>
                </a:cubicBezTo>
                <a:cubicBezTo>
                  <a:pt x="12306" y="52713"/>
                  <a:pt x="11162" y="48806"/>
                  <a:pt x="11162" y="44648"/>
                </a:cubicBezTo>
                <a:cubicBezTo>
                  <a:pt x="11162" y="32314"/>
                  <a:pt x="21152" y="22324"/>
                  <a:pt x="33486" y="22324"/>
                </a:cubicBezTo>
                <a:lnTo>
                  <a:pt x="33486" y="15627"/>
                </a:lnTo>
                <a:close/>
                <a:moveTo>
                  <a:pt x="109389" y="15627"/>
                </a:moveTo>
                <a:lnTo>
                  <a:pt x="109389" y="22324"/>
                </a:lnTo>
                <a:cubicBezTo>
                  <a:pt x="121723" y="22324"/>
                  <a:pt x="131713" y="32314"/>
                  <a:pt x="131713" y="44648"/>
                </a:cubicBezTo>
                <a:cubicBezTo>
                  <a:pt x="131713" y="48834"/>
                  <a:pt x="130569" y="52741"/>
                  <a:pt x="128588" y="56062"/>
                </a:cubicBezTo>
                <a:cubicBezTo>
                  <a:pt x="135759" y="59773"/>
                  <a:pt x="140643" y="67252"/>
                  <a:pt x="140643" y="75902"/>
                </a:cubicBezTo>
                <a:cubicBezTo>
                  <a:pt x="140643" y="83214"/>
                  <a:pt x="137127" y="89688"/>
                  <a:pt x="131713" y="93762"/>
                </a:cubicBezTo>
                <a:cubicBezTo>
                  <a:pt x="134503" y="97501"/>
                  <a:pt x="136178" y="102133"/>
                  <a:pt x="136178" y="107156"/>
                </a:cubicBezTo>
                <a:cubicBezTo>
                  <a:pt x="136178" y="119490"/>
                  <a:pt x="126188" y="129480"/>
                  <a:pt x="113854" y="129480"/>
                </a:cubicBezTo>
                <a:cubicBezTo>
                  <a:pt x="113658" y="129480"/>
                  <a:pt x="113491" y="129480"/>
                  <a:pt x="113295" y="129480"/>
                </a:cubicBezTo>
                <a:cubicBezTo>
                  <a:pt x="111314" y="137182"/>
                  <a:pt x="104310" y="142875"/>
                  <a:pt x="95994" y="142875"/>
                </a:cubicBezTo>
                <a:lnTo>
                  <a:pt x="87064" y="142875"/>
                </a:lnTo>
                <a:cubicBezTo>
                  <a:pt x="82125" y="142875"/>
                  <a:pt x="78135" y="138885"/>
                  <a:pt x="78135" y="133945"/>
                </a:cubicBezTo>
                <a:lnTo>
                  <a:pt x="78135" y="8930"/>
                </a:lnTo>
                <a:cubicBezTo>
                  <a:pt x="78135" y="3990"/>
                  <a:pt x="82125" y="0"/>
                  <a:pt x="87064" y="0"/>
                </a:cubicBezTo>
                <a:lnTo>
                  <a:pt x="93762" y="0"/>
                </a:lnTo>
                <a:cubicBezTo>
                  <a:pt x="102384" y="0"/>
                  <a:pt x="109389" y="7004"/>
                  <a:pt x="109389" y="15627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9" name="Text 7"/>
          <p:cNvSpPr/>
          <p:nvPr/>
        </p:nvSpPr>
        <p:spPr>
          <a:xfrm>
            <a:off x="896938" y="1468438"/>
            <a:ext cx="1428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Attention War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4187" y="1865312"/>
            <a:ext cx="5349875" cy="1174750"/>
          </a:xfrm>
          <a:custGeom>
            <a:avLst/>
            <a:gdLst/>
            <a:ahLst/>
            <a:cxnLst/>
            <a:rect l="l" t="t" r="r" b="b"/>
            <a:pathLst>
              <a:path w="5349875" h="1174750">
                <a:moveTo>
                  <a:pt x="63495" y="0"/>
                </a:moveTo>
                <a:lnTo>
                  <a:pt x="5286380" y="0"/>
                </a:lnTo>
                <a:cubicBezTo>
                  <a:pt x="5321447" y="0"/>
                  <a:pt x="5349875" y="28428"/>
                  <a:pt x="5349875" y="63495"/>
                </a:cubicBezTo>
                <a:lnTo>
                  <a:pt x="5349875" y="1111255"/>
                </a:lnTo>
                <a:cubicBezTo>
                  <a:pt x="5349875" y="1146322"/>
                  <a:pt x="5321447" y="1174750"/>
                  <a:pt x="5286380" y="1174750"/>
                </a:cubicBezTo>
                <a:lnTo>
                  <a:pt x="63495" y="1174750"/>
                </a:lnTo>
                <a:cubicBezTo>
                  <a:pt x="28428" y="1174750"/>
                  <a:pt x="0" y="1146322"/>
                  <a:pt x="0" y="1111255"/>
                </a:cubicBezTo>
                <a:lnTo>
                  <a:pt x="0" y="63495"/>
                </a:lnTo>
                <a:cubicBezTo>
                  <a:pt x="0" y="28428"/>
                  <a:pt x="28428" y="0"/>
                  <a:pt x="6349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79438" y="1960563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Social Media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9438" y="218281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Instant rewards in 3 seconds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9438" y="240506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Notification dopamine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9438" y="259556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Infinite scroll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79438" y="278606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Social validation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4187" y="3135313"/>
            <a:ext cx="5349875" cy="571500"/>
          </a:xfrm>
          <a:custGeom>
            <a:avLst/>
            <a:gdLst/>
            <a:ahLst/>
            <a:cxnLst/>
            <a:rect l="l" t="t" r="r" b="b"/>
            <a:pathLst>
              <a:path w="5349875" h="571500">
                <a:moveTo>
                  <a:pt x="63499" y="0"/>
                </a:moveTo>
                <a:lnTo>
                  <a:pt x="5286376" y="0"/>
                </a:lnTo>
                <a:cubicBezTo>
                  <a:pt x="5321445" y="0"/>
                  <a:pt x="5349875" y="28430"/>
                  <a:pt x="5349875" y="63499"/>
                </a:cubicBezTo>
                <a:lnTo>
                  <a:pt x="5349875" y="508001"/>
                </a:lnTo>
                <a:cubicBezTo>
                  <a:pt x="5349875" y="543070"/>
                  <a:pt x="5321445" y="571500"/>
                  <a:pt x="5286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79438" y="3230563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Video Games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9438" y="3452813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Clear goals, immediate achievements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00063" y="3802062"/>
            <a:ext cx="5334000" cy="571500"/>
          </a:xfrm>
          <a:custGeom>
            <a:avLst/>
            <a:gdLst/>
            <a:ahLst/>
            <a:cxnLst/>
            <a:rect l="l" t="t" r="r" b="b"/>
            <a:pathLst>
              <a:path w="5334000" h="571500">
                <a:moveTo>
                  <a:pt x="31750" y="0"/>
                </a:moveTo>
                <a:lnTo>
                  <a:pt x="5270501" y="0"/>
                </a:lnTo>
                <a:cubicBezTo>
                  <a:pt x="5305570" y="0"/>
                  <a:pt x="5334000" y="28430"/>
                  <a:pt x="5334000" y="63499"/>
                </a:cubicBezTo>
                <a:lnTo>
                  <a:pt x="5334000" y="508001"/>
                </a:lnTo>
                <a:cubicBezTo>
                  <a:pt x="5334000" y="543070"/>
                  <a:pt x="5305570" y="571500"/>
                  <a:pt x="5270501" y="571500"/>
                </a:cubicBez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00063" y="3802062"/>
            <a:ext cx="31750" cy="571500"/>
          </a:xfrm>
          <a:custGeom>
            <a:avLst/>
            <a:gdLst/>
            <a:ahLst/>
            <a:cxnLst/>
            <a:rect l="l" t="t" r="r" b="b"/>
            <a:pathLst>
              <a:path w="31750" h="571500">
                <a:moveTo>
                  <a:pt x="31750" y="0"/>
                </a:moveTo>
                <a:lnTo>
                  <a:pt x="31750" y="0"/>
                </a:lnTo>
                <a:lnTo>
                  <a:pt x="31750" y="571500"/>
                </a:ln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21" name="Text 19"/>
          <p:cNvSpPr/>
          <p:nvPr/>
        </p:nvSpPr>
        <p:spPr>
          <a:xfrm>
            <a:off x="611188" y="3897313"/>
            <a:ext cx="5191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1188" y="4119562"/>
            <a:ext cx="5183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Delayed, invisible outcomes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95219" y="1258094"/>
            <a:ext cx="5675313" cy="3278188"/>
          </a:xfrm>
          <a:custGeom>
            <a:avLst/>
            <a:gdLst/>
            <a:ahLst/>
            <a:cxnLst/>
            <a:rect l="l" t="t" r="r" b="b"/>
            <a:pathLst>
              <a:path w="5675313" h="3278188">
                <a:moveTo>
                  <a:pt x="95264" y="0"/>
                </a:moveTo>
                <a:lnTo>
                  <a:pt x="5580048" y="0"/>
                </a:lnTo>
                <a:cubicBezTo>
                  <a:pt x="5632661" y="0"/>
                  <a:pt x="5675313" y="42651"/>
                  <a:pt x="5675313" y="95264"/>
                </a:cubicBezTo>
                <a:lnTo>
                  <a:pt x="5675313" y="3182923"/>
                </a:lnTo>
                <a:cubicBezTo>
                  <a:pt x="5675313" y="3235536"/>
                  <a:pt x="5632661" y="3278188"/>
                  <a:pt x="5580048" y="3278188"/>
                </a:cubicBezTo>
                <a:lnTo>
                  <a:pt x="95264" y="3278188"/>
                </a:lnTo>
                <a:cubicBezTo>
                  <a:pt x="42651" y="3278188"/>
                  <a:pt x="0" y="3235536"/>
                  <a:pt x="0" y="3182923"/>
                </a:cubicBezTo>
                <a:lnTo>
                  <a:pt x="0" y="95264"/>
                </a:lnTo>
                <a:cubicBezTo>
                  <a:pt x="0" y="42651"/>
                  <a:pt x="42651" y="0"/>
                  <a:pt x="9526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7938" y="1420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429375" y="1508125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178594" h="142875">
                <a:moveTo>
                  <a:pt x="147340" y="35719"/>
                </a:moveTo>
                <a:cubicBezTo>
                  <a:pt x="149796" y="35719"/>
                  <a:pt x="151805" y="37728"/>
                  <a:pt x="151805" y="40184"/>
                </a:cubicBezTo>
                <a:lnTo>
                  <a:pt x="151805" y="102691"/>
                </a:lnTo>
                <a:cubicBezTo>
                  <a:pt x="151805" y="105147"/>
                  <a:pt x="149796" y="107156"/>
                  <a:pt x="147340" y="107156"/>
                </a:cubicBezTo>
                <a:lnTo>
                  <a:pt x="31254" y="107156"/>
                </a:lnTo>
                <a:cubicBezTo>
                  <a:pt x="28798" y="107156"/>
                  <a:pt x="26789" y="105147"/>
                  <a:pt x="26789" y="102691"/>
                </a:cubicBezTo>
                <a:lnTo>
                  <a:pt x="26789" y="40184"/>
                </a:lnTo>
                <a:cubicBezTo>
                  <a:pt x="26789" y="37728"/>
                  <a:pt x="28798" y="35719"/>
                  <a:pt x="31254" y="35719"/>
                </a:cubicBezTo>
                <a:lnTo>
                  <a:pt x="147340" y="35719"/>
                </a:lnTo>
                <a:close/>
                <a:moveTo>
                  <a:pt x="31254" y="17859"/>
                </a:moveTo>
                <a:cubicBezTo>
                  <a:pt x="18920" y="17859"/>
                  <a:pt x="8930" y="27849"/>
                  <a:pt x="8930" y="40184"/>
                </a:cubicBezTo>
                <a:lnTo>
                  <a:pt x="8930" y="102691"/>
                </a:lnTo>
                <a:cubicBezTo>
                  <a:pt x="8930" y="115026"/>
                  <a:pt x="18920" y="125016"/>
                  <a:pt x="31254" y="125016"/>
                </a:cubicBezTo>
                <a:lnTo>
                  <a:pt x="147340" y="125016"/>
                </a:lnTo>
                <a:cubicBezTo>
                  <a:pt x="159674" y="125016"/>
                  <a:pt x="169664" y="115026"/>
                  <a:pt x="169664" y="102691"/>
                </a:cubicBezTo>
                <a:lnTo>
                  <a:pt x="169664" y="89297"/>
                </a:lnTo>
                <a:cubicBezTo>
                  <a:pt x="174603" y="89297"/>
                  <a:pt x="178594" y="85306"/>
                  <a:pt x="178594" y="80367"/>
                </a:cubicBezTo>
                <a:lnTo>
                  <a:pt x="178594" y="62508"/>
                </a:lnTo>
                <a:cubicBezTo>
                  <a:pt x="178594" y="57569"/>
                  <a:pt x="174603" y="53578"/>
                  <a:pt x="169664" y="53578"/>
                </a:cubicBezTo>
                <a:lnTo>
                  <a:pt x="169664" y="40184"/>
                </a:lnTo>
                <a:cubicBezTo>
                  <a:pt x="169664" y="27849"/>
                  <a:pt x="159674" y="17859"/>
                  <a:pt x="147340" y="17859"/>
                </a:cubicBezTo>
                <a:lnTo>
                  <a:pt x="31254" y="17859"/>
                </a:lnTo>
                <a:close/>
                <a:moveTo>
                  <a:pt x="46881" y="49113"/>
                </a:moveTo>
                <a:cubicBezTo>
                  <a:pt x="43169" y="49113"/>
                  <a:pt x="40184" y="52099"/>
                  <a:pt x="40184" y="55811"/>
                </a:cubicBezTo>
                <a:lnTo>
                  <a:pt x="40184" y="87064"/>
                </a:lnTo>
                <a:cubicBezTo>
                  <a:pt x="40184" y="90776"/>
                  <a:pt x="43169" y="93762"/>
                  <a:pt x="46881" y="93762"/>
                </a:cubicBezTo>
                <a:lnTo>
                  <a:pt x="64740" y="93762"/>
                </a:lnTo>
                <a:cubicBezTo>
                  <a:pt x="68452" y="93762"/>
                  <a:pt x="71438" y="90776"/>
                  <a:pt x="71438" y="87064"/>
                </a:cubicBezTo>
                <a:lnTo>
                  <a:pt x="71438" y="55811"/>
                </a:lnTo>
                <a:cubicBezTo>
                  <a:pt x="71438" y="52099"/>
                  <a:pt x="68452" y="49113"/>
                  <a:pt x="64740" y="49113"/>
                </a:cubicBezTo>
                <a:lnTo>
                  <a:pt x="46881" y="49113"/>
                </a:lnTo>
                <a:close/>
              </a:path>
            </a:pathLst>
          </a:custGeom>
          <a:solidFill>
            <a:srgbClr val="FF8904"/>
          </a:solidFill>
          <a:ln/>
        </p:spPr>
      </p:sp>
      <p:sp>
        <p:nvSpPr>
          <p:cNvPr id="26" name="Text 24"/>
          <p:cNvSpPr/>
          <p:nvPr/>
        </p:nvSpPr>
        <p:spPr>
          <a:xfrm>
            <a:off x="6770688" y="1468438"/>
            <a:ext cx="1524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Motivation Gap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57938" y="1865312"/>
            <a:ext cx="5349875" cy="984250"/>
          </a:xfrm>
          <a:custGeom>
            <a:avLst/>
            <a:gdLst/>
            <a:ahLst/>
            <a:cxnLst/>
            <a:rect l="l" t="t" r="r" b="b"/>
            <a:pathLst>
              <a:path w="5349875" h="984250">
                <a:moveTo>
                  <a:pt x="63504" y="0"/>
                </a:moveTo>
                <a:lnTo>
                  <a:pt x="5286371" y="0"/>
                </a:lnTo>
                <a:cubicBezTo>
                  <a:pt x="5321443" y="0"/>
                  <a:pt x="5349875" y="28432"/>
                  <a:pt x="5349875" y="63504"/>
                </a:cubicBezTo>
                <a:lnTo>
                  <a:pt x="5349875" y="920746"/>
                </a:lnTo>
                <a:cubicBezTo>
                  <a:pt x="5349875" y="955818"/>
                  <a:pt x="5321443" y="984250"/>
                  <a:pt x="5286371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453188" y="1960563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Studying offers: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82953" y="2230438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30" name="Text 28"/>
          <p:cNvSpPr/>
          <p:nvPr/>
        </p:nvSpPr>
        <p:spPr>
          <a:xfrm>
            <a:off x="6655594" y="2214563"/>
            <a:ext cx="1222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immediate feedback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82953" y="2420938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32" name="Text 30"/>
          <p:cNvSpPr/>
          <p:nvPr/>
        </p:nvSpPr>
        <p:spPr>
          <a:xfrm>
            <a:off x="6655594" y="2405063"/>
            <a:ext cx="99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visible progress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82953" y="2611438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34" name="Text 32"/>
          <p:cNvSpPr/>
          <p:nvPr/>
        </p:nvSpPr>
        <p:spPr>
          <a:xfrm>
            <a:off x="6655594" y="2595563"/>
            <a:ext cx="107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clear "done" state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61906" y="2948781"/>
            <a:ext cx="5341938" cy="452438"/>
          </a:xfrm>
          <a:custGeom>
            <a:avLst/>
            <a:gdLst/>
            <a:ahLst/>
            <a:cxnLst/>
            <a:rect l="l" t="t" r="r" b="b"/>
            <a:pathLst>
              <a:path w="5341938" h="452438">
                <a:moveTo>
                  <a:pt x="63500" y="0"/>
                </a:moveTo>
                <a:lnTo>
                  <a:pt x="5278438" y="0"/>
                </a:lnTo>
                <a:cubicBezTo>
                  <a:pt x="5313508" y="0"/>
                  <a:pt x="5341938" y="28430"/>
                  <a:pt x="5341938" y="63500"/>
                </a:cubicBezTo>
                <a:lnTo>
                  <a:pt x="5341938" y="388938"/>
                </a:lnTo>
                <a:cubicBezTo>
                  <a:pt x="5341938" y="424008"/>
                  <a:pt x="5313508" y="452438"/>
                  <a:pt x="5278438" y="452438"/>
                </a:cubicBezTo>
                <a:lnTo>
                  <a:pt x="63500" y="452438"/>
                </a:lnTo>
                <a:cubicBezTo>
                  <a:pt x="28430" y="452438"/>
                  <a:pt x="0" y="424008"/>
                  <a:pt x="0" y="388938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875" y="307975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"Feels like pushing a rock uphill with no destination"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57938" y="3500438"/>
            <a:ext cx="5349875" cy="539750"/>
          </a:xfrm>
          <a:custGeom>
            <a:avLst/>
            <a:gdLst/>
            <a:ahLst/>
            <a:cxnLst/>
            <a:rect l="l" t="t" r="r" b="b"/>
            <a:pathLst>
              <a:path w="5349875" h="539750">
                <a:moveTo>
                  <a:pt x="63502" y="0"/>
                </a:moveTo>
                <a:lnTo>
                  <a:pt x="5286373" y="0"/>
                </a:lnTo>
                <a:cubicBezTo>
                  <a:pt x="5321444" y="0"/>
                  <a:pt x="5349875" y="28431"/>
                  <a:pt x="5349875" y="63502"/>
                </a:cubicBezTo>
                <a:lnTo>
                  <a:pt x="5349875" y="476248"/>
                </a:lnTo>
                <a:cubicBezTo>
                  <a:pt x="5349875" y="511319"/>
                  <a:pt x="5321444" y="539750"/>
                  <a:pt x="52863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6453188" y="3595688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453188" y="3786188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Brain naturally resists studying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21469" y="4702969"/>
            <a:ext cx="3762375" cy="706438"/>
          </a:xfrm>
          <a:custGeom>
            <a:avLst/>
            <a:gdLst/>
            <a:ahLst/>
            <a:cxnLst/>
            <a:rect l="l" t="t" r="r" b="b"/>
            <a:pathLst>
              <a:path w="3762375" h="706438">
                <a:moveTo>
                  <a:pt x="95249" y="0"/>
                </a:moveTo>
                <a:lnTo>
                  <a:pt x="3667126" y="0"/>
                </a:lnTo>
                <a:cubicBezTo>
                  <a:pt x="3719731" y="0"/>
                  <a:pt x="3762375" y="42644"/>
                  <a:pt x="3762375" y="95249"/>
                </a:cubicBezTo>
                <a:lnTo>
                  <a:pt x="3762375" y="611189"/>
                </a:lnTo>
                <a:cubicBezTo>
                  <a:pt x="3762375" y="663793"/>
                  <a:pt x="3719731" y="706438"/>
                  <a:pt x="3667126" y="706437"/>
                </a:cubicBezTo>
                <a:lnTo>
                  <a:pt x="95249" y="706438"/>
                </a:lnTo>
                <a:cubicBezTo>
                  <a:pt x="42680" y="706437"/>
                  <a:pt x="0" y="663758"/>
                  <a:pt x="0" y="6111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2281" y="48656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123183" y="0"/>
                  <a:pt x="158750" y="35567"/>
                  <a:pt x="158750" y="79375"/>
                </a:cubicBezTo>
                <a:cubicBezTo>
                  <a:pt x="158750" y="123183"/>
                  <a:pt x="123183" y="158750"/>
                  <a:pt x="79375" y="158750"/>
                </a:cubicBezTo>
                <a:cubicBezTo>
                  <a:pt x="35567" y="158750"/>
                  <a:pt x="0" y="123183"/>
                  <a:pt x="0" y="79375"/>
                </a:cubicBezTo>
                <a:cubicBezTo>
                  <a:pt x="0" y="35567"/>
                  <a:pt x="35567" y="0"/>
                  <a:pt x="79375" y="0"/>
                </a:cubicBezTo>
                <a:close/>
                <a:moveTo>
                  <a:pt x="71934" y="37207"/>
                </a:moveTo>
                <a:lnTo>
                  <a:pt x="71934" y="79375"/>
                </a:lnTo>
                <a:cubicBezTo>
                  <a:pt x="71934" y="81855"/>
                  <a:pt x="73174" y="84181"/>
                  <a:pt x="75251" y="85576"/>
                </a:cubicBezTo>
                <a:lnTo>
                  <a:pt x="105017" y="105420"/>
                </a:lnTo>
                <a:cubicBezTo>
                  <a:pt x="108427" y="107714"/>
                  <a:pt x="113047" y="106784"/>
                  <a:pt x="115342" y="103343"/>
                </a:cubicBezTo>
                <a:cubicBezTo>
                  <a:pt x="117636" y="99901"/>
                  <a:pt x="116706" y="95312"/>
                  <a:pt x="113264" y="93018"/>
                </a:cubicBezTo>
                <a:lnTo>
                  <a:pt x="86816" y="75406"/>
                </a:lnTo>
                <a:lnTo>
                  <a:pt x="86816" y="37207"/>
                </a:lnTo>
                <a:cubicBezTo>
                  <a:pt x="86816" y="33083"/>
                  <a:pt x="83499" y="29766"/>
                  <a:pt x="79375" y="29766"/>
                </a:cubicBezTo>
                <a:cubicBezTo>
                  <a:pt x="75251" y="29766"/>
                  <a:pt x="71934" y="33083"/>
                  <a:pt x="71934" y="3720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Text 40"/>
          <p:cNvSpPr/>
          <p:nvPr/>
        </p:nvSpPr>
        <p:spPr>
          <a:xfrm>
            <a:off x="746125" y="4833938"/>
            <a:ext cx="1770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 Management Chaos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52438" y="5119688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Juggling academics, activities, social life → Planning fails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4216136" y="4702969"/>
            <a:ext cx="3762375" cy="706438"/>
          </a:xfrm>
          <a:custGeom>
            <a:avLst/>
            <a:gdLst/>
            <a:ahLst/>
            <a:cxnLst/>
            <a:rect l="l" t="t" r="r" b="b"/>
            <a:pathLst>
              <a:path w="3762375" h="706438">
                <a:moveTo>
                  <a:pt x="95249" y="0"/>
                </a:moveTo>
                <a:lnTo>
                  <a:pt x="3667126" y="0"/>
                </a:lnTo>
                <a:cubicBezTo>
                  <a:pt x="3719731" y="0"/>
                  <a:pt x="3762375" y="42644"/>
                  <a:pt x="3762375" y="95249"/>
                </a:cubicBezTo>
                <a:lnTo>
                  <a:pt x="3762375" y="611189"/>
                </a:lnTo>
                <a:cubicBezTo>
                  <a:pt x="3762375" y="663793"/>
                  <a:pt x="3719731" y="706438"/>
                  <a:pt x="3667126" y="706437"/>
                </a:cubicBezTo>
                <a:lnTo>
                  <a:pt x="95249" y="706438"/>
                </a:lnTo>
                <a:cubicBezTo>
                  <a:pt x="42680" y="706437"/>
                  <a:pt x="0" y="663758"/>
                  <a:pt x="0" y="6111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57026" y="4865688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2712" y="-7720"/>
                </a:moveTo>
                <a:cubicBezTo>
                  <a:pt x="9798" y="-10635"/>
                  <a:pt x="5085" y="-10635"/>
                  <a:pt x="2201" y="-7720"/>
                </a:cubicBezTo>
                <a:cubicBezTo>
                  <a:pt x="-682" y="-4806"/>
                  <a:pt x="-713" y="-93"/>
                  <a:pt x="2170" y="2822"/>
                </a:cubicBezTo>
                <a:lnTo>
                  <a:pt x="165881" y="166532"/>
                </a:lnTo>
                <a:cubicBezTo>
                  <a:pt x="168796" y="169447"/>
                  <a:pt x="173509" y="169447"/>
                  <a:pt x="176392" y="166532"/>
                </a:cubicBezTo>
                <a:cubicBezTo>
                  <a:pt x="179276" y="163618"/>
                  <a:pt x="179307" y="158905"/>
                  <a:pt x="176392" y="156021"/>
                </a:cubicBezTo>
                <a:lnTo>
                  <a:pt x="96583" y="76181"/>
                </a:lnTo>
                <a:cubicBezTo>
                  <a:pt x="113636" y="72802"/>
                  <a:pt x="126504" y="57733"/>
                  <a:pt x="126504" y="39688"/>
                </a:cubicBezTo>
                <a:cubicBezTo>
                  <a:pt x="126504" y="19131"/>
                  <a:pt x="109854" y="2480"/>
                  <a:pt x="89297" y="2480"/>
                </a:cubicBezTo>
                <a:cubicBezTo>
                  <a:pt x="71251" y="2480"/>
                  <a:pt x="56183" y="15348"/>
                  <a:pt x="52803" y="32401"/>
                </a:cubicBezTo>
                <a:lnTo>
                  <a:pt x="12712" y="-7720"/>
                </a:lnTo>
                <a:close/>
                <a:moveTo>
                  <a:pt x="73050" y="94692"/>
                </a:moveTo>
                <a:cubicBezTo>
                  <a:pt x="45858" y="98165"/>
                  <a:pt x="24805" y="121388"/>
                  <a:pt x="24805" y="149541"/>
                </a:cubicBezTo>
                <a:cubicBezTo>
                  <a:pt x="24805" y="154626"/>
                  <a:pt x="28928" y="158750"/>
                  <a:pt x="34013" y="158750"/>
                </a:cubicBezTo>
                <a:lnTo>
                  <a:pt x="137108" y="158750"/>
                </a:lnTo>
                <a:lnTo>
                  <a:pt x="73050" y="94692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6" name="Text 44"/>
          <p:cNvSpPr/>
          <p:nvPr/>
        </p:nvSpPr>
        <p:spPr>
          <a:xfrm>
            <a:off x="4640792" y="4833938"/>
            <a:ext cx="1071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 Isolation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347104" y="5119688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Friends online, student alone with textbook → Feels like punishment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110802" y="4702969"/>
            <a:ext cx="3762375" cy="706438"/>
          </a:xfrm>
          <a:custGeom>
            <a:avLst/>
            <a:gdLst/>
            <a:ahLst/>
            <a:cxnLst/>
            <a:rect l="l" t="t" r="r" b="b"/>
            <a:pathLst>
              <a:path w="3762375" h="706438">
                <a:moveTo>
                  <a:pt x="95249" y="0"/>
                </a:moveTo>
                <a:lnTo>
                  <a:pt x="3667126" y="0"/>
                </a:lnTo>
                <a:cubicBezTo>
                  <a:pt x="3719731" y="0"/>
                  <a:pt x="3762375" y="42644"/>
                  <a:pt x="3762375" y="95249"/>
                </a:cubicBezTo>
                <a:lnTo>
                  <a:pt x="3762375" y="611189"/>
                </a:lnTo>
                <a:cubicBezTo>
                  <a:pt x="3762375" y="663793"/>
                  <a:pt x="3719731" y="706438"/>
                  <a:pt x="3667126" y="706437"/>
                </a:cubicBezTo>
                <a:lnTo>
                  <a:pt x="95249" y="706438"/>
                </a:lnTo>
                <a:cubicBezTo>
                  <a:pt x="42680" y="706437"/>
                  <a:pt x="0" y="663758"/>
                  <a:pt x="0" y="6111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61615" y="48656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79375" y="54570"/>
                </a:moveTo>
                <a:cubicBezTo>
                  <a:pt x="73887" y="54570"/>
                  <a:pt x="69453" y="59004"/>
                  <a:pt x="69453" y="64492"/>
                </a:cubicBezTo>
                <a:cubicBezTo>
                  <a:pt x="69453" y="68616"/>
                  <a:pt x="66135" y="71934"/>
                  <a:pt x="62012" y="71934"/>
                </a:cubicBezTo>
                <a:cubicBezTo>
                  <a:pt x="57888" y="71934"/>
                  <a:pt x="54570" y="68616"/>
                  <a:pt x="54570" y="64492"/>
                </a:cubicBezTo>
                <a:cubicBezTo>
                  <a:pt x="54570" y="50788"/>
                  <a:pt x="65670" y="39688"/>
                  <a:pt x="79375" y="39688"/>
                </a:cubicBezTo>
                <a:cubicBezTo>
                  <a:pt x="93080" y="39688"/>
                  <a:pt x="104180" y="50788"/>
                  <a:pt x="104180" y="64492"/>
                </a:cubicBezTo>
                <a:cubicBezTo>
                  <a:pt x="104180" y="79127"/>
                  <a:pt x="93018" y="85328"/>
                  <a:pt x="86816" y="87592"/>
                </a:cubicBezTo>
                <a:lnTo>
                  <a:pt x="86816" y="88770"/>
                </a:lnTo>
                <a:cubicBezTo>
                  <a:pt x="86816" y="92894"/>
                  <a:pt x="83499" y="96211"/>
                  <a:pt x="79375" y="96211"/>
                </a:cubicBezTo>
                <a:cubicBezTo>
                  <a:pt x="75251" y="96211"/>
                  <a:pt x="71934" y="92894"/>
                  <a:pt x="71934" y="88770"/>
                </a:cubicBezTo>
                <a:lnTo>
                  <a:pt x="71934" y="86258"/>
                </a:lnTo>
                <a:cubicBezTo>
                  <a:pt x="71934" y="79902"/>
                  <a:pt x="76522" y="75344"/>
                  <a:pt x="81266" y="73794"/>
                </a:cubicBezTo>
                <a:cubicBezTo>
                  <a:pt x="83251" y="73143"/>
                  <a:pt x="85359" y="72089"/>
                  <a:pt x="86909" y="70600"/>
                </a:cubicBezTo>
                <a:cubicBezTo>
                  <a:pt x="88243" y="69298"/>
                  <a:pt x="89297" y="67500"/>
                  <a:pt x="89297" y="64523"/>
                </a:cubicBezTo>
                <a:cubicBezTo>
                  <a:pt x="89297" y="59035"/>
                  <a:pt x="84863" y="54601"/>
                  <a:pt x="79375" y="54601"/>
                </a:cubicBezTo>
                <a:close/>
                <a:moveTo>
                  <a:pt x="69453" y="114102"/>
                </a:moveTo>
                <a:cubicBezTo>
                  <a:pt x="69453" y="108626"/>
                  <a:pt x="73899" y="104180"/>
                  <a:pt x="79375" y="104180"/>
                </a:cubicBezTo>
                <a:cubicBezTo>
                  <a:pt x="84851" y="104180"/>
                  <a:pt x="89297" y="108626"/>
                  <a:pt x="89297" y="114102"/>
                </a:cubicBezTo>
                <a:cubicBezTo>
                  <a:pt x="89297" y="119578"/>
                  <a:pt x="84851" y="124023"/>
                  <a:pt x="79375" y="124023"/>
                </a:cubicBezTo>
                <a:cubicBezTo>
                  <a:pt x="73899" y="124023"/>
                  <a:pt x="69453" y="119578"/>
                  <a:pt x="69453" y="114102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0" name="Text 48"/>
          <p:cNvSpPr/>
          <p:nvPr/>
        </p:nvSpPr>
        <p:spPr>
          <a:xfrm>
            <a:off x="8535459" y="4833938"/>
            <a:ext cx="1254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Help Available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8241771" y="5119688"/>
            <a:ext cx="3556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Stuck on problem at 9 PM → Parents forgot algebra, teacher gone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321469" y="5576094"/>
            <a:ext cx="11549063" cy="1349375"/>
          </a:xfrm>
          <a:custGeom>
            <a:avLst/>
            <a:gdLst/>
            <a:ahLst/>
            <a:cxnLst/>
            <a:rect l="l" t="t" r="r" b="b"/>
            <a:pathLst>
              <a:path w="11549063" h="1349375">
                <a:moveTo>
                  <a:pt x="95252" y="0"/>
                </a:moveTo>
                <a:lnTo>
                  <a:pt x="11453810" y="0"/>
                </a:lnTo>
                <a:cubicBezTo>
                  <a:pt x="11506417" y="0"/>
                  <a:pt x="11549063" y="42646"/>
                  <a:pt x="11549063" y="95252"/>
                </a:cubicBezTo>
                <a:lnTo>
                  <a:pt x="11549063" y="1254123"/>
                </a:lnTo>
                <a:cubicBezTo>
                  <a:pt x="11549063" y="1306729"/>
                  <a:pt x="11506417" y="1349375"/>
                  <a:pt x="11453810" y="1349375"/>
                </a:cubicBezTo>
                <a:lnTo>
                  <a:pt x="95252" y="1349375"/>
                </a:lnTo>
                <a:cubicBezTo>
                  <a:pt x="42646" y="1349375"/>
                  <a:pt x="0" y="1306729"/>
                  <a:pt x="0" y="1254123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8156" y="570706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0" y="80367"/>
                </a:moveTo>
                <a:cubicBezTo>
                  <a:pt x="0" y="55699"/>
                  <a:pt x="19980" y="35719"/>
                  <a:pt x="44648" y="35719"/>
                </a:cubicBezTo>
                <a:lnTo>
                  <a:pt x="47625" y="35719"/>
                </a:lnTo>
                <a:cubicBezTo>
                  <a:pt x="54211" y="35719"/>
                  <a:pt x="59531" y="41039"/>
                  <a:pt x="59531" y="47625"/>
                </a:cubicBezTo>
                <a:cubicBezTo>
                  <a:pt x="59531" y="54211"/>
                  <a:pt x="54211" y="59531"/>
                  <a:pt x="47625" y="59531"/>
                </a:cubicBezTo>
                <a:lnTo>
                  <a:pt x="44648" y="59531"/>
                </a:lnTo>
                <a:cubicBezTo>
                  <a:pt x="33151" y="59531"/>
                  <a:pt x="23812" y="68870"/>
                  <a:pt x="23812" y="80367"/>
                </a:cubicBezTo>
                <a:lnTo>
                  <a:pt x="23812" y="83344"/>
                </a:lnTo>
                <a:lnTo>
                  <a:pt x="47625" y="83344"/>
                </a:lnTo>
                <a:cubicBezTo>
                  <a:pt x="60759" y="83344"/>
                  <a:pt x="71438" y="94022"/>
                  <a:pt x="71438" y="107156"/>
                </a:cubicBezTo>
                <a:lnTo>
                  <a:pt x="71438" y="130969"/>
                </a:lnTo>
                <a:cubicBezTo>
                  <a:pt x="71438" y="144103"/>
                  <a:pt x="60759" y="154781"/>
                  <a:pt x="47625" y="154781"/>
                </a:cubicBezTo>
                <a:lnTo>
                  <a:pt x="23812" y="154781"/>
                </a:lnTo>
                <a:cubicBezTo>
                  <a:pt x="10678" y="154781"/>
                  <a:pt x="0" y="144103"/>
                  <a:pt x="0" y="130969"/>
                </a:cubicBezTo>
                <a:lnTo>
                  <a:pt x="0" y="80367"/>
                </a:lnTo>
                <a:close/>
                <a:moveTo>
                  <a:pt x="95250" y="80367"/>
                </a:moveTo>
                <a:cubicBezTo>
                  <a:pt x="95250" y="55699"/>
                  <a:pt x="115230" y="35719"/>
                  <a:pt x="139898" y="35719"/>
                </a:cubicBezTo>
                <a:lnTo>
                  <a:pt x="142875" y="35719"/>
                </a:lnTo>
                <a:cubicBezTo>
                  <a:pt x="149461" y="35719"/>
                  <a:pt x="154781" y="41039"/>
                  <a:pt x="154781" y="47625"/>
                </a:cubicBezTo>
                <a:cubicBezTo>
                  <a:pt x="154781" y="54211"/>
                  <a:pt x="149461" y="59531"/>
                  <a:pt x="142875" y="59531"/>
                </a:cubicBezTo>
                <a:lnTo>
                  <a:pt x="139898" y="59531"/>
                </a:lnTo>
                <a:cubicBezTo>
                  <a:pt x="128401" y="59531"/>
                  <a:pt x="119063" y="68870"/>
                  <a:pt x="119063" y="80367"/>
                </a:cubicBezTo>
                <a:lnTo>
                  <a:pt x="119063" y="83344"/>
                </a:lnTo>
                <a:lnTo>
                  <a:pt x="142875" y="83344"/>
                </a:lnTo>
                <a:cubicBezTo>
                  <a:pt x="156009" y="83344"/>
                  <a:pt x="166688" y="94022"/>
                  <a:pt x="166688" y="107156"/>
                </a:cubicBezTo>
                <a:lnTo>
                  <a:pt x="166688" y="130969"/>
                </a:lnTo>
                <a:cubicBezTo>
                  <a:pt x="166688" y="144103"/>
                  <a:pt x="156009" y="154781"/>
                  <a:pt x="142875" y="154781"/>
                </a:cubicBezTo>
                <a:lnTo>
                  <a:pt x="119063" y="154781"/>
                </a:lnTo>
                <a:cubicBezTo>
                  <a:pt x="105928" y="154781"/>
                  <a:pt x="95250" y="144103"/>
                  <a:pt x="95250" y="130969"/>
                </a:cubicBezTo>
                <a:lnTo>
                  <a:pt x="95250" y="80367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4" name="Text 52"/>
          <p:cNvSpPr/>
          <p:nvPr/>
        </p:nvSpPr>
        <p:spPr>
          <a:xfrm>
            <a:off x="817563" y="5707063"/>
            <a:ext cx="109934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Critical Statistic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17563" y="5992813"/>
            <a:ext cx="1098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"75% of school administrators identified students' lack of focus as the </a:t>
            </a: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TOP BARRIER to learning</a:t>
            </a: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 2024"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17563" y="6246813"/>
            <a:ext cx="10977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— Goldman, Education Week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52438" y="6504781"/>
            <a:ext cx="11287125" cy="7938"/>
          </a:xfrm>
          <a:custGeom>
            <a:avLst/>
            <a:gdLst/>
            <a:ahLst/>
            <a:cxnLst/>
            <a:rect l="l" t="t" r="r" b="b"/>
            <a:pathLst>
              <a:path w="11287125" h="7938">
                <a:moveTo>
                  <a:pt x="0" y="0"/>
                </a:moveTo>
                <a:lnTo>
                  <a:pt x="11287125" y="0"/>
                </a:lnTo>
                <a:lnTo>
                  <a:pt x="1128712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E8A95E">
              <a:alpha val="30196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452438" y="6611938"/>
            <a:ext cx="4774009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This is not laziness. This is a design problem with how studying currently works.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452563" cy="230188"/>
          </a:xfrm>
          <a:custGeom>
            <a:avLst/>
            <a:gdLst/>
            <a:ahLst/>
            <a:cxnLst/>
            <a:rect l="l" t="t" r="r" b="b"/>
            <a:pathLst>
              <a:path w="1452563" h="230188">
                <a:moveTo>
                  <a:pt x="115094" y="0"/>
                </a:moveTo>
                <a:lnTo>
                  <a:pt x="1337469" y="0"/>
                </a:lnTo>
                <a:cubicBezTo>
                  <a:pt x="1400991" y="0"/>
                  <a:pt x="1452563" y="51572"/>
                  <a:pt x="1452563" y="115094"/>
                </a:cubicBezTo>
                <a:lnTo>
                  <a:pt x="1452563" y="115094"/>
                </a:lnTo>
                <a:cubicBezTo>
                  <a:pt x="1452563" y="178616"/>
                  <a:pt x="1400991" y="230188"/>
                  <a:pt x="13374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30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PROBLEM BACKGROUND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The Parent Paradox: Wanting to Help Without Creating Conflict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75313" cy="4246563"/>
          </a:xfrm>
          <a:custGeom>
            <a:avLst/>
            <a:gdLst/>
            <a:ahLst/>
            <a:cxnLst/>
            <a:rect l="l" t="t" r="r" b="b"/>
            <a:pathLst>
              <a:path w="5675313" h="4246563">
                <a:moveTo>
                  <a:pt x="95250" y="0"/>
                </a:moveTo>
                <a:lnTo>
                  <a:pt x="5580062" y="0"/>
                </a:lnTo>
                <a:cubicBezTo>
                  <a:pt x="5632667" y="0"/>
                  <a:pt x="5675313" y="42645"/>
                  <a:pt x="5675313" y="95250"/>
                </a:cubicBezTo>
                <a:lnTo>
                  <a:pt x="5675313" y="4151312"/>
                </a:lnTo>
                <a:cubicBezTo>
                  <a:pt x="5675313" y="4203917"/>
                  <a:pt x="5632667" y="4246563"/>
                  <a:pt x="5580062" y="4246563"/>
                </a:cubicBezTo>
                <a:lnTo>
                  <a:pt x="95250" y="4246563"/>
                </a:lnTo>
                <a:cubicBezTo>
                  <a:pt x="42645" y="4246563"/>
                  <a:pt x="0" y="4203917"/>
                  <a:pt x="0" y="4151312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4109" y="1452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9062" y="44648"/>
                </a:moveTo>
                <a:cubicBezTo>
                  <a:pt x="119062" y="74786"/>
                  <a:pt x="92397" y="99219"/>
                  <a:pt x="59531" y="99219"/>
                </a:cubicBezTo>
                <a:cubicBezTo>
                  <a:pt x="51253" y="99219"/>
                  <a:pt x="43377" y="97668"/>
                  <a:pt x="36215" y="94878"/>
                </a:cubicBezTo>
                <a:lnTo>
                  <a:pt x="10914" y="108272"/>
                </a:lnTo>
                <a:cubicBezTo>
                  <a:pt x="8031" y="109792"/>
                  <a:pt x="4496" y="109265"/>
                  <a:pt x="2170" y="106970"/>
                </a:cubicBezTo>
                <a:cubicBezTo>
                  <a:pt x="-155" y="104676"/>
                  <a:pt x="-682" y="101110"/>
                  <a:pt x="868" y="98227"/>
                </a:cubicBezTo>
                <a:lnTo>
                  <a:pt x="11906" y="77391"/>
                </a:lnTo>
                <a:cubicBezTo>
                  <a:pt x="4434" y="68275"/>
                  <a:pt x="0" y="56927"/>
                  <a:pt x="0" y="44648"/>
                </a:cubicBezTo>
                <a:cubicBezTo>
                  <a:pt x="0" y="14511"/>
                  <a:pt x="26665" y="-9922"/>
                  <a:pt x="59531" y="-9922"/>
                </a:cubicBezTo>
                <a:cubicBezTo>
                  <a:pt x="92397" y="-9922"/>
                  <a:pt x="119062" y="14511"/>
                  <a:pt x="119062" y="44648"/>
                </a:cubicBezTo>
                <a:close/>
                <a:moveTo>
                  <a:pt x="119062" y="158750"/>
                </a:moveTo>
                <a:cubicBezTo>
                  <a:pt x="89886" y="158750"/>
                  <a:pt x="65608" y="139495"/>
                  <a:pt x="60523" y="114102"/>
                </a:cubicBezTo>
                <a:cubicBezTo>
                  <a:pt x="97730" y="113636"/>
                  <a:pt x="130070" y="87157"/>
                  <a:pt x="133635" y="51253"/>
                </a:cubicBezTo>
                <a:cubicBezTo>
                  <a:pt x="159463" y="57206"/>
                  <a:pt x="178594" y="78631"/>
                  <a:pt x="178594" y="104180"/>
                </a:cubicBezTo>
                <a:cubicBezTo>
                  <a:pt x="178594" y="116458"/>
                  <a:pt x="174160" y="127806"/>
                  <a:pt x="166688" y="136922"/>
                </a:cubicBezTo>
                <a:lnTo>
                  <a:pt x="177726" y="157758"/>
                </a:lnTo>
                <a:cubicBezTo>
                  <a:pt x="179245" y="160641"/>
                  <a:pt x="178718" y="164176"/>
                  <a:pt x="176423" y="166501"/>
                </a:cubicBezTo>
                <a:cubicBezTo>
                  <a:pt x="174129" y="168827"/>
                  <a:pt x="170563" y="169354"/>
                  <a:pt x="167680" y="167804"/>
                </a:cubicBezTo>
                <a:lnTo>
                  <a:pt x="142379" y="154409"/>
                </a:lnTo>
                <a:cubicBezTo>
                  <a:pt x="135217" y="157200"/>
                  <a:pt x="127341" y="158750"/>
                  <a:pt x="119062" y="15875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Text 6"/>
          <p:cNvSpPr/>
          <p:nvPr/>
        </p:nvSpPr>
        <p:spPr>
          <a:xfrm>
            <a:off x="682625" y="1420813"/>
            <a:ext cx="5230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Daily Conflict Trap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770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6406" y="17700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938" y="1770063"/>
            <a:ext cx="4937125" cy="571500"/>
          </a:xfrm>
          <a:custGeom>
            <a:avLst/>
            <a:gdLst/>
            <a:ahLst/>
            <a:cxnLst/>
            <a:rect l="l" t="t" r="r" b="b"/>
            <a:pathLst>
              <a:path w="4937125" h="571500">
                <a:moveTo>
                  <a:pt x="0" y="0"/>
                </a:moveTo>
                <a:lnTo>
                  <a:pt x="4873626" y="0"/>
                </a:lnTo>
                <a:cubicBezTo>
                  <a:pt x="4908695" y="0"/>
                  <a:pt x="4937125" y="28430"/>
                  <a:pt x="4937125" y="63499"/>
                </a:cubicBezTo>
                <a:lnTo>
                  <a:pt x="4937125" y="508001"/>
                </a:lnTo>
                <a:cubicBezTo>
                  <a:pt x="4937125" y="543070"/>
                  <a:pt x="4908695" y="571500"/>
                  <a:pt x="487362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92188" y="1865312"/>
            <a:ext cx="480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2188" y="2055813"/>
            <a:ext cx="481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"Did you study today?"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516563" y="2436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8781" y="243681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4187" y="2436813"/>
            <a:ext cx="4937125" cy="571500"/>
          </a:xfrm>
          <a:custGeom>
            <a:avLst/>
            <a:gdLst/>
            <a:ahLst/>
            <a:cxnLst/>
            <a:rect l="l" t="t" r="r" b="b"/>
            <a:pathLst>
              <a:path w="4937125" h="571500">
                <a:moveTo>
                  <a:pt x="63499" y="0"/>
                </a:moveTo>
                <a:lnTo>
                  <a:pt x="4937125" y="0"/>
                </a:lnTo>
                <a:lnTo>
                  <a:pt x="4937125" y="508001"/>
                </a:lnTo>
                <a:cubicBezTo>
                  <a:pt x="4937125" y="543070"/>
                  <a:pt x="4908695" y="571500"/>
                  <a:pt x="487362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79438" y="2532063"/>
            <a:ext cx="480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Child: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9438" y="2722563"/>
            <a:ext cx="481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"Yes" </a:t>
            </a:r>
            <a:r>
              <a:rPr lang="en-US" sz="100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(maybe)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4187" y="31035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56406" y="31035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96938" y="3103563"/>
            <a:ext cx="4937125" cy="571500"/>
          </a:xfrm>
          <a:custGeom>
            <a:avLst/>
            <a:gdLst/>
            <a:ahLst/>
            <a:cxnLst/>
            <a:rect l="l" t="t" r="r" b="b"/>
            <a:pathLst>
              <a:path w="4937125" h="571500">
                <a:moveTo>
                  <a:pt x="0" y="0"/>
                </a:moveTo>
                <a:lnTo>
                  <a:pt x="4873626" y="0"/>
                </a:lnTo>
                <a:cubicBezTo>
                  <a:pt x="4908695" y="0"/>
                  <a:pt x="4937125" y="28430"/>
                  <a:pt x="4937125" y="63499"/>
                </a:cubicBezTo>
                <a:lnTo>
                  <a:pt x="4937125" y="508001"/>
                </a:lnTo>
                <a:cubicBezTo>
                  <a:pt x="4937125" y="543070"/>
                  <a:pt x="4908695" y="571500"/>
                  <a:pt x="487362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92188" y="3198813"/>
            <a:ext cx="480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2188" y="3389313"/>
            <a:ext cx="481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"For how long?"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516563" y="37703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5" name="Text 23"/>
          <p:cNvSpPr/>
          <p:nvPr/>
        </p:nvSpPr>
        <p:spPr>
          <a:xfrm>
            <a:off x="5488781" y="377031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84187" y="3770313"/>
            <a:ext cx="4937125" cy="571500"/>
          </a:xfrm>
          <a:custGeom>
            <a:avLst/>
            <a:gdLst/>
            <a:ahLst/>
            <a:cxnLst/>
            <a:rect l="l" t="t" r="r" b="b"/>
            <a:pathLst>
              <a:path w="4937125" h="571500">
                <a:moveTo>
                  <a:pt x="63499" y="0"/>
                </a:moveTo>
                <a:lnTo>
                  <a:pt x="4937125" y="0"/>
                </a:lnTo>
                <a:lnTo>
                  <a:pt x="4937125" y="508001"/>
                </a:lnTo>
                <a:cubicBezTo>
                  <a:pt x="4937125" y="543070"/>
                  <a:pt x="4908695" y="571500"/>
                  <a:pt x="487362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79438" y="3865563"/>
            <a:ext cx="480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Child: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79438" y="4056063"/>
            <a:ext cx="481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"Two hours" </a:t>
            </a:r>
            <a:r>
              <a:rPr lang="en-US" sz="100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(actually: 20 min)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516563" y="4437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FB2C3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8781" y="44370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88156" y="4441031"/>
            <a:ext cx="4929188" cy="388938"/>
          </a:xfrm>
          <a:custGeom>
            <a:avLst/>
            <a:gdLst/>
            <a:ahLst/>
            <a:cxnLst/>
            <a:rect l="l" t="t" r="r" b="b"/>
            <a:pathLst>
              <a:path w="4929188" h="388938">
                <a:moveTo>
                  <a:pt x="63502" y="0"/>
                </a:moveTo>
                <a:lnTo>
                  <a:pt x="4929188" y="0"/>
                </a:lnTo>
                <a:lnTo>
                  <a:pt x="4929188" y="325436"/>
                </a:lnTo>
                <a:cubicBezTo>
                  <a:pt x="4929188" y="360507"/>
                  <a:pt x="4900757" y="388938"/>
                  <a:pt x="48656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B2C36">
              <a:alpha val="10196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7375" y="4540250"/>
            <a:ext cx="4794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"Stop nagging! I said I would do it!"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84187" y="4960938"/>
            <a:ext cx="5349875" cy="381000"/>
          </a:xfrm>
          <a:custGeom>
            <a:avLst/>
            <a:gdLst/>
            <a:ahLst/>
            <a:cxnLst/>
            <a:rect l="l" t="t" r="r" b="b"/>
            <a:pathLst>
              <a:path w="5349875" h="381000">
                <a:moveTo>
                  <a:pt x="63501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317499"/>
                </a:lnTo>
                <a:cubicBezTo>
                  <a:pt x="5349875" y="352570"/>
                  <a:pt x="5321445" y="381000"/>
                  <a:pt x="5286374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47688" y="5056188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</a:t>
            </a: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Conflict, dishonesty, damaged relationship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195219" y="1258094"/>
            <a:ext cx="5675313" cy="2778125"/>
          </a:xfrm>
          <a:custGeom>
            <a:avLst/>
            <a:gdLst/>
            <a:ahLst/>
            <a:cxnLst/>
            <a:rect l="l" t="t" r="r" b="b"/>
            <a:pathLst>
              <a:path w="5675313" h="2778125">
                <a:moveTo>
                  <a:pt x="95262" y="0"/>
                </a:moveTo>
                <a:lnTo>
                  <a:pt x="5580051" y="0"/>
                </a:lnTo>
                <a:cubicBezTo>
                  <a:pt x="5632662" y="0"/>
                  <a:pt x="5675313" y="42650"/>
                  <a:pt x="5675313" y="95262"/>
                </a:cubicBezTo>
                <a:lnTo>
                  <a:pt x="5675313" y="2682863"/>
                </a:lnTo>
                <a:cubicBezTo>
                  <a:pt x="5675312" y="2735475"/>
                  <a:pt x="5632662" y="2778125"/>
                  <a:pt x="5580051" y="2778125"/>
                </a:cubicBezTo>
                <a:lnTo>
                  <a:pt x="95262" y="2778125"/>
                </a:lnTo>
                <a:cubicBezTo>
                  <a:pt x="42650" y="2778125"/>
                  <a:pt x="0" y="2735475"/>
                  <a:pt x="0" y="2682863"/>
                </a:cubicBezTo>
                <a:lnTo>
                  <a:pt x="0" y="95262"/>
                </a:lnTo>
                <a:cubicBezTo>
                  <a:pt x="0" y="42650"/>
                  <a:pt x="42650" y="0"/>
                  <a:pt x="9526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77781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69453" y="49609"/>
                </a:moveTo>
                <a:cubicBezTo>
                  <a:pt x="69453" y="44133"/>
                  <a:pt x="73899" y="39688"/>
                  <a:pt x="79375" y="39688"/>
                </a:cubicBezTo>
                <a:cubicBezTo>
                  <a:pt x="84851" y="39688"/>
                  <a:pt x="89297" y="44133"/>
                  <a:pt x="89297" y="49609"/>
                </a:cubicBezTo>
                <a:cubicBezTo>
                  <a:pt x="89297" y="55085"/>
                  <a:pt x="84851" y="59531"/>
                  <a:pt x="79375" y="59531"/>
                </a:cubicBezTo>
                <a:cubicBezTo>
                  <a:pt x="73899" y="59531"/>
                  <a:pt x="69453" y="55085"/>
                  <a:pt x="69453" y="49609"/>
                </a:cubicBezTo>
                <a:close/>
                <a:moveTo>
                  <a:pt x="66973" y="69453"/>
                </a:moveTo>
                <a:lnTo>
                  <a:pt x="81855" y="69453"/>
                </a:lnTo>
                <a:cubicBezTo>
                  <a:pt x="85979" y="69453"/>
                  <a:pt x="89297" y="72771"/>
                  <a:pt x="89297" y="76895"/>
                </a:cubicBezTo>
                <a:lnTo>
                  <a:pt x="89297" y="104180"/>
                </a:lnTo>
                <a:lnTo>
                  <a:pt x="91777" y="104180"/>
                </a:lnTo>
                <a:cubicBezTo>
                  <a:pt x="95901" y="104180"/>
                  <a:pt x="99219" y="107497"/>
                  <a:pt x="99219" y="111621"/>
                </a:cubicBezTo>
                <a:cubicBezTo>
                  <a:pt x="99219" y="115745"/>
                  <a:pt x="95901" y="119062"/>
                  <a:pt x="91777" y="119062"/>
                </a:cubicBezTo>
                <a:lnTo>
                  <a:pt x="66973" y="119062"/>
                </a:lnTo>
                <a:cubicBezTo>
                  <a:pt x="62849" y="119062"/>
                  <a:pt x="59531" y="115745"/>
                  <a:pt x="59531" y="111621"/>
                </a:cubicBezTo>
                <a:cubicBezTo>
                  <a:pt x="59531" y="107497"/>
                  <a:pt x="62849" y="104180"/>
                  <a:pt x="66973" y="104180"/>
                </a:cubicBezTo>
                <a:lnTo>
                  <a:pt x="74414" y="104180"/>
                </a:lnTo>
                <a:lnTo>
                  <a:pt x="74414" y="84336"/>
                </a:lnTo>
                <a:lnTo>
                  <a:pt x="66973" y="84336"/>
                </a:lnTo>
                <a:cubicBezTo>
                  <a:pt x="62849" y="84336"/>
                  <a:pt x="59531" y="81018"/>
                  <a:pt x="59531" y="76895"/>
                </a:cubicBezTo>
                <a:cubicBezTo>
                  <a:pt x="59531" y="72771"/>
                  <a:pt x="62849" y="69453"/>
                  <a:pt x="66973" y="6945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7" name="Text 35"/>
          <p:cNvSpPr/>
          <p:nvPr/>
        </p:nvSpPr>
        <p:spPr>
          <a:xfrm>
            <a:off x="6556375" y="1420813"/>
            <a:ext cx="5230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Information Gap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357938" y="1770063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Parents need to know: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80758" y="201612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0" name="Text 38"/>
          <p:cNvSpPr/>
          <p:nvPr/>
        </p:nvSpPr>
        <p:spPr>
          <a:xfrm>
            <a:off x="6500813" y="1992313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Actual study time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80758" y="220662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Text 40"/>
          <p:cNvSpPr/>
          <p:nvPr/>
        </p:nvSpPr>
        <p:spPr>
          <a:xfrm>
            <a:off x="6500813" y="2182813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Subject balance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80758" y="239712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4" name="Text 42"/>
          <p:cNvSpPr/>
          <p:nvPr/>
        </p:nvSpPr>
        <p:spPr>
          <a:xfrm>
            <a:off x="6500813" y="2373313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Consistency patterns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80758" y="258762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6" name="Text 44"/>
          <p:cNvSpPr/>
          <p:nvPr/>
        </p:nvSpPr>
        <p:spPr>
          <a:xfrm>
            <a:off x="6500813" y="2563813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When to encourage vs. push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357938" y="2821781"/>
            <a:ext cx="5349875" cy="7938"/>
          </a:xfrm>
          <a:custGeom>
            <a:avLst/>
            <a:gdLst/>
            <a:ahLst/>
            <a:cxnLst/>
            <a:rect l="l" t="t" r="r" b="b"/>
            <a:pathLst>
              <a:path w="5349875" h="7938">
                <a:moveTo>
                  <a:pt x="0" y="0"/>
                </a:moveTo>
                <a:lnTo>
                  <a:pt x="5349875" y="0"/>
                </a:lnTo>
                <a:lnTo>
                  <a:pt x="534987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357938" y="2921000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they actually get: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87703" y="3167063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0" name="Text 48"/>
          <p:cNvSpPr/>
          <p:nvPr/>
        </p:nvSpPr>
        <p:spPr>
          <a:xfrm>
            <a:off x="6500813" y="3143250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"I studied" (unverified)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87703" y="3357563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2" name="Text 50"/>
          <p:cNvSpPr/>
          <p:nvPr/>
        </p:nvSpPr>
        <p:spPr>
          <a:xfrm>
            <a:off x="6500813" y="3333750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Report cards (too late)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87703" y="3548063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4" name="Text 52"/>
          <p:cNvSpPr/>
          <p:nvPr/>
        </p:nvSpPr>
        <p:spPr>
          <a:xfrm>
            <a:off x="6500813" y="3524250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Arguments and resistance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387703" y="3738563"/>
            <a:ext cx="83344" cy="111125"/>
          </a:xfrm>
          <a:custGeom>
            <a:avLst/>
            <a:gdLst/>
            <a:ahLst/>
            <a:cxnLst/>
            <a:rect l="l" t="t" r="r" b="b"/>
            <a:pathLst>
              <a:path w="83344" h="111125">
                <a:moveTo>
                  <a:pt x="11959" y="15931"/>
                </a:moveTo>
                <a:cubicBezTo>
                  <a:pt x="9246" y="13218"/>
                  <a:pt x="4840" y="13218"/>
                  <a:pt x="2127" y="15931"/>
                </a:cubicBezTo>
                <a:cubicBezTo>
                  <a:pt x="-586" y="18644"/>
                  <a:pt x="-586" y="23050"/>
                  <a:pt x="2127" y="25763"/>
                </a:cubicBezTo>
                <a:lnTo>
                  <a:pt x="31948" y="55563"/>
                </a:lnTo>
                <a:lnTo>
                  <a:pt x="2149" y="85384"/>
                </a:lnTo>
                <a:cubicBezTo>
                  <a:pt x="-564" y="88097"/>
                  <a:pt x="-564" y="92503"/>
                  <a:pt x="2149" y="95216"/>
                </a:cubicBezTo>
                <a:cubicBezTo>
                  <a:pt x="4862" y="97929"/>
                  <a:pt x="9268" y="97929"/>
                  <a:pt x="11981" y="95216"/>
                </a:cubicBezTo>
                <a:lnTo>
                  <a:pt x="41780" y="65394"/>
                </a:lnTo>
                <a:lnTo>
                  <a:pt x="71602" y="95194"/>
                </a:lnTo>
                <a:cubicBezTo>
                  <a:pt x="74315" y="97907"/>
                  <a:pt x="78721" y="97907"/>
                  <a:pt x="81434" y="95194"/>
                </a:cubicBezTo>
                <a:cubicBezTo>
                  <a:pt x="84147" y="92481"/>
                  <a:pt x="84147" y="88075"/>
                  <a:pt x="81434" y="85362"/>
                </a:cubicBezTo>
                <a:lnTo>
                  <a:pt x="51612" y="55563"/>
                </a:lnTo>
                <a:lnTo>
                  <a:pt x="81412" y="25741"/>
                </a:lnTo>
                <a:cubicBezTo>
                  <a:pt x="84125" y="23028"/>
                  <a:pt x="84125" y="18622"/>
                  <a:pt x="81412" y="15909"/>
                </a:cubicBezTo>
                <a:cubicBezTo>
                  <a:pt x="78699" y="13196"/>
                  <a:pt x="74293" y="13196"/>
                  <a:pt x="71580" y="15909"/>
                </a:cubicBezTo>
                <a:lnTo>
                  <a:pt x="41780" y="45731"/>
                </a:lnTo>
                <a:lnTo>
                  <a:pt x="11959" y="15931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6" name="Text 54"/>
          <p:cNvSpPr/>
          <p:nvPr/>
        </p:nvSpPr>
        <p:spPr>
          <a:xfrm>
            <a:off x="6500813" y="3714750"/>
            <a:ext cx="526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Guessing and anxiety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195219" y="4171156"/>
            <a:ext cx="5675313" cy="801688"/>
          </a:xfrm>
          <a:custGeom>
            <a:avLst/>
            <a:gdLst/>
            <a:ahLst/>
            <a:cxnLst/>
            <a:rect l="l" t="t" r="r" b="b"/>
            <a:pathLst>
              <a:path w="5675313" h="801688">
                <a:moveTo>
                  <a:pt x="95248" y="0"/>
                </a:moveTo>
                <a:lnTo>
                  <a:pt x="5580064" y="0"/>
                </a:lnTo>
                <a:cubicBezTo>
                  <a:pt x="5632668" y="0"/>
                  <a:pt x="5675312" y="42644"/>
                  <a:pt x="5675312" y="95248"/>
                </a:cubicBezTo>
                <a:lnTo>
                  <a:pt x="5675313" y="706439"/>
                </a:lnTo>
                <a:cubicBezTo>
                  <a:pt x="5675312" y="759043"/>
                  <a:pt x="5632668" y="801688"/>
                  <a:pt x="5580064" y="801688"/>
                </a:cubicBezTo>
                <a:lnTo>
                  <a:pt x="95248" y="801688"/>
                </a:lnTo>
                <a:cubicBezTo>
                  <a:pt x="42644" y="801688"/>
                  <a:pt x="0" y="759043"/>
                  <a:pt x="0" y="706439"/>
                </a:cubicBezTo>
                <a:lnTo>
                  <a:pt x="0" y="95248"/>
                </a:lnTo>
                <a:cubicBezTo>
                  <a:pt x="0" y="42679"/>
                  <a:pt x="42679" y="0"/>
                  <a:pt x="95248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61906" y="4302125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0816" y="119062"/>
                </a:moveTo>
                <a:cubicBezTo>
                  <a:pt x="93080" y="112148"/>
                  <a:pt x="97606" y="105885"/>
                  <a:pt x="102722" y="100490"/>
                </a:cubicBezTo>
                <a:cubicBezTo>
                  <a:pt x="112861" y="89824"/>
                  <a:pt x="119062" y="75406"/>
                  <a:pt x="119062" y="59531"/>
                </a:cubicBezTo>
                <a:cubicBezTo>
                  <a:pt x="119062" y="26665"/>
                  <a:pt x="92397" y="0"/>
                  <a:pt x="59531" y="0"/>
                </a:cubicBezTo>
                <a:cubicBezTo>
                  <a:pt x="26665" y="0"/>
                  <a:pt x="0" y="26665"/>
                  <a:pt x="0" y="59531"/>
                </a:cubicBezTo>
                <a:cubicBezTo>
                  <a:pt x="0" y="75406"/>
                  <a:pt x="6201" y="89824"/>
                  <a:pt x="16340" y="100490"/>
                </a:cubicBezTo>
                <a:cubicBezTo>
                  <a:pt x="21456" y="105885"/>
                  <a:pt x="26014" y="112148"/>
                  <a:pt x="28246" y="119062"/>
                </a:cubicBezTo>
                <a:lnTo>
                  <a:pt x="90785" y="119062"/>
                </a:lnTo>
                <a:close/>
                <a:moveTo>
                  <a:pt x="89297" y="133945"/>
                </a:moveTo>
                <a:lnTo>
                  <a:pt x="29766" y="133945"/>
                </a:lnTo>
                <a:lnTo>
                  <a:pt x="29766" y="138906"/>
                </a:lnTo>
                <a:cubicBezTo>
                  <a:pt x="29766" y="152611"/>
                  <a:pt x="40866" y="163711"/>
                  <a:pt x="54570" y="163711"/>
                </a:cubicBezTo>
                <a:lnTo>
                  <a:pt x="64492" y="163711"/>
                </a:lnTo>
                <a:cubicBezTo>
                  <a:pt x="78197" y="163711"/>
                  <a:pt x="89297" y="152611"/>
                  <a:pt x="89297" y="138906"/>
                </a:cubicBezTo>
                <a:lnTo>
                  <a:pt x="89297" y="133945"/>
                </a:lnTo>
                <a:close/>
                <a:moveTo>
                  <a:pt x="57051" y="34727"/>
                </a:moveTo>
                <a:cubicBezTo>
                  <a:pt x="44710" y="34727"/>
                  <a:pt x="34727" y="44710"/>
                  <a:pt x="34727" y="57051"/>
                </a:cubicBezTo>
                <a:cubicBezTo>
                  <a:pt x="34727" y="61175"/>
                  <a:pt x="31409" y="64492"/>
                  <a:pt x="27285" y="64492"/>
                </a:cubicBezTo>
                <a:cubicBezTo>
                  <a:pt x="23161" y="64492"/>
                  <a:pt x="19844" y="61175"/>
                  <a:pt x="19844" y="57051"/>
                </a:cubicBezTo>
                <a:cubicBezTo>
                  <a:pt x="19844" y="36494"/>
                  <a:pt x="36494" y="19844"/>
                  <a:pt x="57051" y="19844"/>
                </a:cubicBezTo>
                <a:cubicBezTo>
                  <a:pt x="61175" y="19844"/>
                  <a:pt x="64492" y="23161"/>
                  <a:pt x="64492" y="27285"/>
                </a:cubicBezTo>
                <a:cubicBezTo>
                  <a:pt x="64492" y="31409"/>
                  <a:pt x="61175" y="34727"/>
                  <a:pt x="57051" y="3472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6612334" y="4302125"/>
            <a:ext cx="5191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 Finding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612334" y="4524375"/>
            <a:ext cx="518318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"Controlling parental involvement harms academic performance </a:t>
            </a: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MORE than helping it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 — Hempenstall, 2025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321469" y="5671344"/>
            <a:ext cx="11549063" cy="1539875"/>
          </a:xfrm>
          <a:custGeom>
            <a:avLst/>
            <a:gdLst/>
            <a:ahLst/>
            <a:cxnLst/>
            <a:rect l="l" t="t" r="r" b="b"/>
            <a:pathLst>
              <a:path w="11549063" h="1539875">
                <a:moveTo>
                  <a:pt x="95257" y="0"/>
                </a:moveTo>
                <a:lnTo>
                  <a:pt x="11453806" y="0"/>
                </a:lnTo>
                <a:cubicBezTo>
                  <a:pt x="11506415" y="0"/>
                  <a:pt x="11549063" y="42648"/>
                  <a:pt x="11549063" y="95257"/>
                </a:cubicBezTo>
                <a:lnTo>
                  <a:pt x="11549063" y="1444618"/>
                </a:lnTo>
                <a:cubicBezTo>
                  <a:pt x="11549063" y="1497227"/>
                  <a:pt x="11506415" y="1539875"/>
                  <a:pt x="11453806" y="1539875"/>
                </a:cubicBezTo>
                <a:lnTo>
                  <a:pt x="95257" y="1539875"/>
                </a:lnTo>
                <a:cubicBezTo>
                  <a:pt x="42648" y="1539875"/>
                  <a:pt x="0" y="1497227"/>
                  <a:pt x="0" y="1444618"/>
                </a:cubicBezTo>
                <a:lnTo>
                  <a:pt x="0" y="95257"/>
                </a:lnTo>
                <a:cubicBezTo>
                  <a:pt x="0" y="42683"/>
                  <a:pt x="42683" y="0"/>
                  <a:pt x="9525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2281" y="58340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83933" y="0"/>
                  <a:pt x="88119" y="2511"/>
                  <a:pt x="90289" y="6511"/>
                </a:cubicBezTo>
                <a:lnTo>
                  <a:pt x="157262" y="130535"/>
                </a:lnTo>
                <a:cubicBezTo>
                  <a:pt x="159339" y="134379"/>
                  <a:pt x="159246" y="139030"/>
                  <a:pt x="157014" y="142782"/>
                </a:cubicBezTo>
                <a:cubicBezTo>
                  <a:pt x="154781" y="146534"/>
                  <a:pt x="150719" y="148828"/>
                  <a:pt x="146348" y="148828"/>
                </a:cubicBezTo>
                <a:lnTo>
                  <a:pt x="12402" y="148828"/>
                </a:lnTo>
                <a:cubicBezTo>
                  <a:pt x="8031" y="148828"/>
                  <a:pt x="4000" y="146534"/>
                  <a:pt x="1736" y="142782"/>
                </a:cubicBezTo>
                <a:cubicBezTo>
                  <a:pt x="-527" y="139030"/>
                  <a:pt x="-589" y="134379"/>
                  <a:pt x="1488" y="130535"/>
                </a:cubicBezTo>
                <a:lnTo>
                  <a:pt x="68461" y="6511"/>
                </a:lnTo>
                <a:cubicBezTo>
                  <a:pt x="70631" y="2511"/>
                  <a:pt x="74817" y="0"/>
                  <a:pt x="79375" y="0"/>
                </a:cubicBezTo>
                <a:close/>
                <a:moveTo>
                  <a:pt x="79375" y="52090"/>
                </a:moveTo>
                <a:cubicBezTo>
                  <a:pt x="75251" y="52090"/>
                  <a:pt x="71934" y="55407"/>
                  <a:pt x="71934" y="59531"/>
                </a:cubicBezTo>
                <a:lnTo>
                  <a:pt x="71934" y="94258"/>
                </a:lnTo>
                <a:cubicBezTo>
                  <a:pt x="71934" y="98382"/>
                  <a:pt x="75251" y="101699"/>
                  <a:pt x="79375" y="101699"/>
                </a:cubicBezTo>
                <a:cubicBezTo>
                  <a:pt x="83499" y="101699"/>
                  <a:pt x="86816" y="98382"/>
                  <a:pt x="86816" y="94258"/>
                </a:cubicBezTo>
                <a:lnTo>
                  <a:pt x="86816" y="59531"/>
                </a:lnTo>
                <a:cubicBezTo>
                  <a:pt x="86816" y="55407"/>
                  <a:pt x="83499" y="52090"/>
                  <a:pt x="79375" y="52090"/>
                </a:cubicBezTo>
                <a:close/>
                <a:moveTo>
                  <a:pt x="87654" y="119062"/>
                </a:moveTo>
                <a:cubicBezTo>
                  <a:pt x="87842" y="115990"/>
                  <a:pt x="86309" y="113066"/>
                  <a:pt x="83675" y="111473"/>
                </a:cubicBezTo>
                <a:cubicBezTo>
                  <a:pt x="81041" y="109879"/>
                  <a:pt x="77740" y="109879"/>
                  <a:pt x="75106" y="111473"/>
                </a:cubicBezTo>
                <a:cubicBezTo>
                  <a:pt x="72472" y="113066"/>
                  <a:pt x="70939" y="115990"/>
                  <a:pt x="71127" y="119062"/>
                </a:cubicBezTo>
                <a:cubicBezTo>
                  <a:pt x="70939" y="122135"/>
                  <a:pt x="72472" y="125059"/>
                  <a:pt x="75106" y="126652"/>
                </a:cubicBezTo>
                <a:cubicBezTo>
                  <a:pt x="77740" y="128246"/>
                  <a:pt x="81041" y="128246"/>
                  <a:pt x="83675" y="126652"/>
                </a:cubicBezTo>
                <a:cubicBezTo>
                  <a:pt x="86309" y="125059"/>
                  <a:pt x="87842" y="122135"/>
                  <a:pt x="87654" y="119062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3" name="Text 61"/>
          <p:cNvSpPr/>
          <p:nvPr/>
        </p:nvSpPr>
        <p:spPr>
          <a:xfrm>
            <a:off x="746125" y="5802313"/>
            <a:ext cx="2016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Current Solutions Don't Work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452438" y="6119813"/>
            <a:ext cx="2754313" cy="571500"/>
          </a:xfrm>
          <a:custGeom>
            <a:avLst/>
            <a:gdLst/>
            <a:ahLst/>
            <a:cxnLst/>
            <a:rect l="l" t="t" r="r" b="b"/>
            <a:pathLst>
              <a:path w="2754313" h="571500">
                <a:moveTo>
                  <a:pt x="63499" y="0"/>
                </a:moveTo>
                <a:lnTo>
                  <a:pt x="2690813" y="0"/>
                </a:lnTo>
                <a:cubicBezTo>
                  <a:pt x="2725883" y="0"/>
                  <a:pt x="2754313" y="28430"/>
                  <a:pt x="2754313" y="63499"/>
                </a:cubicBezTo>
                <a:lnTo>
                  <a:pt x="2754313" y="508001"/>
                </a:lnTo>
                <a:cubicBezTo>
                  <a:pt x="2754313" y="543070"/>
                  <a:pt x="2725883" y="571500"/>
                  <a:pt x="2690813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515938" y="6215063"/>
            <a:ext cx="2627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Forest/Flora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519906" y="6437313"/>
            <a:ext cx="2619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family involvement, superficial rewards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3298031" y="6119813"/>
            <a:ext cx="2754313" cy="571500"/>
          </a:xfrm>
          <a:custGeom>
            <a:avLst/>
            <a:gdLst/>
            <a:ahLst/>
            <a:cxnLst/>
            <a:rect l="l" t="t" r="r" b="b"/>
            <a:pathLst>
              <a:path w="2754313" h="571500">
                <a:moveTo>
                  <a:pt x="63499" y="0"/>
                </a:moveTo>
                <a:lnTo>
                  <a:pt x="2690813" y="0"/>
                </a:lnTo>
                <a:cubicBezTo>
                  <a:pt x="2725883" y="0"/>
                  <a:pt x="2754313" y="28430"/>
                  <a:pt x="2754313" y="63499"/>
                </a:cubicBezTo>
                <a:lnTo>
                  <a:pt x="2754313" y="508001"/>
                </a:lnTo>
                <a:cubicBezTo>
                  <a:pt x="2754313" y="543070"/>
                  <a:pt x="2725883" y="571500"/>
                  <a:pt x="2690813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3361531" y="6215063"/>
            <a:ext cx="2627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Khan Academy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3365500" y="6437313"/>
            <a:ext cx="2619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Teaches content but doesn't build habits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143625" y="6119813"/>
            <a:ext cx="2754313" cy="571500"/>
          </a:xfrm>
          <a:custGeom>
            <a:avLst/>
            <a:gdLst/>
            <a:ahLst/>
            <a:cxnLst/>
            <a:rect l="l" t="t" r="r" b="b"/>
            <a:pathLst>
              <a:path w="2754313" h="571500">
                <a:moveTo>
                  <a:pt x="63499" y="0"/>
                </a:moveTo>
                <a:lnTo>
                  <a:pt x="2690813" y="0"/>
                </a:lnTo>
                <a:cubicBezTo>
                  <a:pt x="2725883" y="0"/>
                  <a:pt x="2754313" y="28430"/>
                  <a:pt x="2754313" y="63499"/>
                </a:cubicBezTo>
                <a:lnTo>
                  <a:pt x="2754313" y="508001"/>
                </a:lnTo>
                <a:cubicBezTo>
                  <a:pt x="2754313" y="543070"/>
                  <a:pt x="2725883" y="571500"/>
                  <a:pt x="2690813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6207125" y="6215063"/>
            <a:ext cx="2627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Habitica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6211094" y="6437313"/>
            <a:ext cx="2619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Generic gamification, not education-focused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8989219" y="6119813"/>
            <a:ext cx="2754313" cy="571500"/>
          </a:xfrm>
          <a:custGeom>
            <a:avLst/>
            <a:gdLst/>
            <a:ahLst/>
            <a:cxnLst/>
            <a:rect l="l" t="t" r="r" b="b"/>
            <a:pathLst>
              <a:path w="2754313" h="571500">
                <a:moveTo>
                  <a:pt x="63499" y="0"/>
                </a:moveTo>
                <a:lnTo>
                  <a:pt x="2690813" y="0"/>
                </a:lnTo>
                <a:cubicBezTo>
                  <a:pt x="2725883" y="0"/>
                  <a:pt x="2754313" y="28430"/>
                  <a:pt x="2754313" y="63499"/>
                </a:cubicBezTo>
                <a:lnTo>
                  <a:pt x="2754313" y="508001"/>
                </a:lnTo>
                <a:cubicBezTo>
                  <a:pt x="2754313" y="543070"/>
                  <a:pt x="2725883" y="571500"/>
                  <a:pt x="2690813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9052719" y="6215063"/>
            <a:ext cx="2627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 Family Link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9056688" y="6437313"/>
            <a:ext cx="2619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Surveillance, not collaboration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452438" y="6790531"/>
            <a:ext cx="11287125" cy="7938"/>
          </a:xfrm>
          <a:custGeom>
            <a:avLst/>
            <a:gdLst/>
            <a:ahLst/>
            <a:cxnLst/>
            <a:rect l="l" t="t" r="r" b="b"/>
            <a:pathLst>
              <a:path w="11287125" h="7938">
                <a:moveTo>
                  <a:pt x="0" y="0"/>
                </a:moveTo>
                <a:lnTo>
                  <a:pt x="11287125" y="0"/>
                </a:lnTo>
                <a:lnTo>
                  <a:pt x="1128712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489" y="365489"/>
            <a:ext cx="1425859" cy="261708"/>
          </a:xfrm>
          <a:custGeom>
            <a:avLst/>
            <a:gdLst/>
            <a:ahLst/>
            <a:cxnLst/>
            <a:rect l="l" t="t" r="r" b="b"/>
            <a:pathLst>
              <a:path w="1425859" h="261708">
                <a:moveTo>
                  <a:pt x="130854" y="0"/>
                </a:moveTo>
                <a:lnTo>
                  <a:pt x="1295005" y="0"/>
                </a:lnTo>
                <a:cubicBezTo>
                  <a:pt x="1367274" y="0"/>
                  <a:pt x="1425859" y="58585"/>
                  <a:pt x="1425859" y="130854"/>
                </a:cubicBezTo>
                <a:lnTo>
                  <a:pt x="1425859" y="130854"/>
                </a:lnTo>
                <a:cubicBezTo>
                  <a:pt x="1425859" y="203123"/>
                  <a:pt x="1367274" y="261708"/>
                  <a:pt x="1295005" y="261708"/>
                </a:cubicBezTo>
                <a:lnTo>
                  <a:pt x="130854" y="261708"/>
                </a:lnTo>
                <a:cubicBezTo>
                  <a:pt x="58585" y="261708"/>
                  <a:pt x="0" y="203123"/>
                  <a:pt x="0" y="130854"/>
                </a:cubicBezTo>
                <a:lnTo>
                  <a:pt x="0" y="130854"/>
                </a:lnTo>
                <a:cubicBezTo>
                  <a:pt x="0" y="58585"/>
                  <a:pt x="58585" y="0"/>
                  <a:pt x="13085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8295" y="424148"/>
            <a:ext cx="1254395" cy="144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53" b="1" kern="0" spc="43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0977" y="740003"/>
            <a:ext cx="11632486" cy="360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58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StudyQuest: Integrated Study Habit Platform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0977" y="1209273"/>
            <a:ext cx="721954" cy="36098"/>
          </a:xfrm>
          <a:custGeom>
            <a:avLst/>
            <a:gdLst/>
            <a:ahLst/>
            <a:cxnLst/>
            <a:rect l="l" t="t" r="r" b="b"/>
            <a:pathLst>
              <a:path w="721954" h="36098">
                <a:moveTo>
                  <a:pt x="0" y="0"/>
                </a:moveTo>
                <a:lnTo>
                  <a:pt x="721954" y="0"/>
                </a:lnTo>
                <a:lnTo>
                  <a:pt x="721954" y="36098"/>
                </a:lnTo>
                <a:lnTo>
                  <a:pt x="0" y="36098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65489" y="1466469"/>
            <a:ext cx="3672942" cy="2319278"/>
          </a:xfrm>
          <a:custGeom>
            <a:avLst/>
            <a:gdLst/>
            <a:ahLst/>
            <a:cxnLst/>
            <a:rect l="l" t="t" r="r" b="b"/>
            <a:pathLst>
              <a:path w="3672942" h="2319278">
                <a:moveTo>
                  <a:pt x="108287" y="0"/>
                </a:moveTo>
                <a:lnTo>
                  <a:pt x="3564654" y="0"/>
                </a:lnTo>
                <a:cubicBezTo>
                  <a:pt x="3624460" y="0"/>
                  <a:pt x="3672942" y="48482"/>
                  <a:pt x="3672942" y="108287"/>
                </a:cubicBezTo>
                <a:lnTo>
                  <a:pt x="3672942" y="2210991"/>
                </a:lnTo>
                <a:cubicBezTo>
                  <a:pt x="3672942" y="2270796"/>
                  <a:pt x="3624460" y="2319278"/>
                  <a:pt x="3564654" y="2319278"/>
                </a:cubicBezTo>
                <a:lnTo>
                  <a:pt x="108287" y="2319278"/>
                </a:lnTo>
                <a:cubicBezTo>
                  <a:pt x="48482" y="2319278"/>
                  <a:pt x="0" y="2270796"/>
                  <a:pt x="0" y="2210991"/>
                </a:cubicBezTo>
                <a:lnTo>
                  <a:pt x="0" y="108287"/>
                </a:lnTo>
                <a:cubicBezTo>
                  <a:pt x="0" y="48522"/>
                  <a:pt x="48522" y="0"/>
                  <a:pt x="10828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0490" y="1651470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688113" y="1777812"/>
            <a:ext cx="157927" cy="180489"/>
          </a:xfrm>
          <a:custGeom>
            <a:avLst/>
            <a:gdLst/>
            <a:ahLst/>
            <a:cxnLst/>
            <a:rect l="l" t="t" r="r" b="b"/>
            <a:pathLst>
              <a:path w="157927" h="180489">
                <a:moveTo>
                  <a:pt x="85062" y="-4583"/>
                </a:moveTo>
                <a:cubicBezTo>
                  <a:pt x="81044" y="-5394"/>
                  <a:pt x="76919" y="-5394"/>
                  <a:pt x="72900" y="-4583"/>
                </a:cubicBezTo>
                <a:lnTo>
                  <a:pt x="6804" y="8637"/>
                </a:lnTo>
                <a:cubicBezTo>
                  <a:pt x="2855" y="9412"/>
                  <a:pt x="0" y="12902"/>
                  <a:pt x="0" y="16921"/>
                </a:cubicBezTo>
                <a:cubicBezTo>
                  <a:pt x="0" y="20552"/>
                  <a:pt x="2291" y="23724"/>
                  <a:pt x="5640" y="24888"/>
                </a:cubicBezTo>
                <a:lnTo>
                  <a:pt x="5640" y="50762"/>
                </a:lnTo>
                <a:lnTo>
                  <a:pt x="106" y="78470"/>
                </a:lnTo>
                <a:cubicBezTo>
                  <a:pt x="35" y="78787"/>
                  <a:pt x="0" y="79140"/>
                  <a:pt x="0" y="79493"/>
                </a:cubicBezTo>
                <a:cubicBezTo>
                  <a:pt x="0" y="82313"/>
                  <a:pt x="2291" y="84639"/>
                  <a:pt x="5147" y="84639"/>
                </a:cubicBezTo>
                <a:lnTo>
                  <a:pt x="17450" y="84639"/>
                </a:lnTo>
                <a:cubicBezTo>
                  <a:pt x="20270" y="84639"/>
                  <a:pt x="22596" y="82348"/>
                  <a:pt x="22596" y="79493"/>
                </a:cubicBezTo>
                <a:cubicBezTo>
                  <a:pt x="22596" y="79140"/>
                  <a:pt x="22561" y="78823"/>
                  <a:pt x="22491" y="78470"/>
                </a:cubicBezTo>
                <a:lnTo>
                  <a:pt x="16921" y="50762"/>
                </a:lnTo>
                <a:lnTo>
                  <a:pt x="16921" y="27250"/>
                </a:lnTo>
                <a:lnTo>
                  <a:pt x="33842" y="30634"/>
                </a:lnTo>
                <a:lnTo>
                  <a:pt x="33842" y="50762"/>
                </a:lnTo>
                <a:cubicBezTo>
                  <a:pt x="33842" y="75685"/>
                  <a:pt x="54041" y="95885"/>
                  <a:pt x="78964" y="95885"/>
                </a:cubicBezTo>
                <a:cubicBezTo>
                  <a:pt x="103887" y="95885"/>
                  <a:pt x="124086" y="75685"/>
                  <a:pt x="124086" y="50762"/>
                </a:cubicBezTo>
                <a:lnTo>
                  <a:pt x="124086" y="30634"/>
                </a:lnTo>
                <a:lnTo>
                  <a:pt x="151124" y="25240"/>
                </a:lnTo>
                <a:cubicBezTo>
                  <a:pt x="155072" y="24429"/>
                  <a:pt x="157927" y="20939"/>
                  <a:pt x="157927" y="16921"/>
                </a:cubicBezTo>
                <a:cubicBezTo>
                  <a:pt x="157927" y="12902"/>
                  <a:pt x="155072" y="9412"/>
                  <a:pt x="151124" y="8637"/>
                </a:cubicBezTo>
                <a:lnTo>
                  <a:pt x="85062" y="-4583"/>
                </a:lnTo>
                <a:close/>
                <a:moveTo>
                  <a:pt x="78964" y="78964"/>
                </a:moveTo>
                <a:cubicBezTo>
                  <a:pt x="63382" y="78964"/>
                  <a:pt x="50762" y="66344"/>
                  <a:pt x="50762" y="50762"/>
                </a:cubicBezTo>
                <a:lnTo>
                  <a:pt x="107165" y="50762"/>
                </a:lnTo>
                <a:cubicBezTo>
                  <a:pt x="107165" y="66344"/>
                  <a:pt x="94545" y="78964"/>
                  <a:pt x="78964" y="78964"/>
                </a:cubicBezTo>
                <a:close/>
                <a:moveTo>
                  <a:pt x="42337" y="112841"/>
                </a:moveTo>
                <a:cubicBezTo>
                  <a:pt x="20693" y="122782"/>
                  <a:pt x="5640" y="144638"/>
                  <a:pt x="5640" y="170019"/>
                </a:cubicBezTo>
                <a:cubicBezTo>
                  <a:pt x="5640" y="175800"/>
                  <a:pt x="10329" y="180489"/>
                  <a:pt x="16110" y="180489"/>
                </a:cubicBezTo>
                <a:lnTo>
                  <a:pt x="70503" y="180489"/>
                </a:lnTo>
                <a:lnTo>
                  <a:pt x="70503" y="129021"/>
                </a:lnTo>
                <a:lnTo>
                  <a:pt x="50269" y="113863"/>
                </a:lnTo>
                <a:cubicBezTo>
                  <a:pt x="47978" y="112136"/>
                  <a:pt x="44911" y="111677"/>
                  <a:pt x="42302" y="112876"/>
                </a:cubicBezTo>
                <a:close/>
                <a:moveTo>
                  <a:pt x="87424" y="180489"/>
                </a:moveTo>
                <a:lnTo>
                  <a:pt x="141817" y="180489"/>
                </a:lnTo>
                <a:cubicBezTo>
                  <a:pt x="147599" y="180489"/>
                  <a:pt x="152287" y="175800"/>
                  <a:pt x="152287" y="170019"/>
                </a:cubicBezTo>
                <a:cubicBezTo>
                  <a:pt x="152287" y="144638"/>
                  <a:pt x="137235" y="122782"/>
                  <a:pt x="115590" y="112876"/>
                </a:cubicBezTo>
                <a:cubicBezTo>
                  <a:pt x="112982" y="111677"/>
                  <a:pt x="109915" y="112136"/>
                  <a:pt x="107623" y="113863"/>
                </a:cubicBezTo>
                <a:lnTo>
                  <a:pt x="87389" y="129021"/>
                </a:lnTo>
                <a:lnTo>
                  <a:pt x="87389" y="180489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1091956" y="1741714"/>
            <a:ext cx="848296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50490" y="2229033"/>
            <a:ext cx="336611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Ages 13-18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6435" y="2553913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2" name="Text 10"/>
          <p:cNvSpPr/>
          <p:nvPr/>
        </p:nvSpPr>
        <p:spPr>
          <a:xfrm>
            <a:off x="780613" y="2517815"/>
            <a:ext cx="1128053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Track study time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6435" y="2842694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4" name="Text 12"/>
          <p:cNvSpPr/>
          <p:nvPr/>
        </p:nvSpPr>
        <p:spPr>
          <a:xfrm>
            <a:off x="780613" y="2806597"/>
            <a:ext cx="1425859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Earn points &amp; badges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6435" y="3131476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6" name="Text 14"/>
          <p:cNvSpPr/>
          <p:nvPr/>
        </p:nvSpPr>
        <p:spPr>
          <a:xfrm>
            <a:off x="780613" y="3095378"/>
            <a:ext cx="1091956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Get AI help 24/7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76435" y="3420258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8" name="Text 16"/>
          <p:cNvSpPr/>
          <p:nvPr/>
        </p:nvSpPr>
        <p:spPr>
          <a:xfrm>
            <a:off x="780613" y="3384160"/>
            <a:ext cx="1714641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Compete on leaderboards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261334" y="1466469"/>
            <a:ext cx="3672942" cy="2319278"/>
          </a:xfrm>
          <a:custGeom>
            <a:avLst/>
            <a:gdLst/>
            <a:ahLst/>
            <a:cxnLst/>
            <a:rect l="l" t="t" r="r" b="b"/>
            <a:pathLst>
              <a:path w="3672942" h="2319278">
                <a:moveTo>
                  <a:pt x="108287" y="0"/>
                </a:moveTo>
                <a:lnTo>
                  <a:pt x="3564654" y="0"/>
                </a:lnTo>
                <a:cubicBezTo>
                  <a:pt x="3624460" y="0"/>
                  <a:pt x="3672942" y="48482"/>
                  <a:pt x="3672942" y="108287"/>
                </a:cubicBezTo>
                <a:lnTo>
                  <a:pt x="3672942" y="2210991"/>
                </a:lnTo>
                <a:cubicBezTo>
                  <a:pt x="3672942" y="2270796"/>
                  <a:pt x="3624460" y="2319278"/>
                  <a:pt x="3564654" y="2319278"/>
                </a:cubicBezTo>
                <a:lnTo>
                  <a:pt x="108287" y="2319278"/>
                </a:lnTo>
                <a:cubicBezTo>
                  <a:pt x="48482" y="2319278"/>
                  <a:pt x="0" y="2270796"/>
                  <a:pt x="0" y="2210991"/>
                </a:cubicBezTo>
                <a:lnTo>
                  <a:pt x="0" y="108287"/>
                </a:lnTo>
                <a:cubicBezTo>
                  <a:pt x="0" y="48522"/>
                  <a:pt x="48522" y="0"/>
                  <a:pt x="10828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46335" y="1651470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Shape 19"/>
          <p:cNvSpPr/>
          <p:nvPr/>
        </p:nvSpPr>
        <p:spPr>
          <a:xfrm>
            <a:off x="4550116" y="1777812"/>
            <a:ext cx="225611" cy="180489"/>
          </a:xfrm>
          <a:custGeom>
            <a:avLst/>
            <a:gdLst/>
            <a:ahLst/>
            <a:cxnLst/>
            <a:rect l="l" t="t" r="r" b="b"/>
            <a:pathLst>
              <a:path w="225611" h="180489">
                <a:moveTo>
                  <a:pt x="112805" y="5640"/>
                </a:moveTo>
                <a:cubicBezTo>
                  <a:pt x="133039" y="5640"/>
                  <a:pt x="149467" y="22068"/>
                  <a:pt x="149467" y="42302"/>
                </a:cubicBezTo>
                <a:cubicBezTo>
                  <a:pt x="149467" y="62536"/>
                  <a:pt x="133039" y="78964"/>
                  <a:pt x="112805" y="78964"/>
                </a:cubicBezTo>
                <a:cubicBezTo>
                  <a:pt x="92571" y="78964"/>
                  <a:pt x="76144" y="62536"/>
                  <a:pt x="76144" y="42302"/>
                </a:cubicBezTo>
                <a:cubicBezTo>
                  <a:pt x="76144" y="22068"/>
                  <a:pt x="92571" y="5640"/>
                  <a:pt x="112805" y="5640"/>
                </a:cubicBezTo>
                <a:close/>
                <a:moveTo>
                  <a:pt x="33842" y="31021"/>
                </a:moveTo>
                <a:cubicBezTo>
                  <a:pt x="47850" y="31021"/>
                  <a:pt x="59223" y="42394"/>
                  <a:pt x="59223" y="56403"/>
                </a:cubicBezTo>
                <a:cubicBezTo>
                  <a:pt x="59223" y="70411"/>
                  <a:pt x="47850" y="81784"/>
                  <a:pt x="33842" y="81784"/>
                </a:cubicBezTo>
                <a:cubicBezTo>
                  <a:pt x="19833" y="81784"/>
                  <a:pt x="8460" y="70411"/>
                  <a:pt x="8460" y="56403"/>
                </a:cubicBezTo>
                <a:cubicBezTo>
                  <a:pt x="8460" y="42394"/>
                  <a:pt x="19833" y="31021"/>
                  <a:pt x="33842" y="31021"/>
                </a:cubicBezTo>
                <a:close/>
                <a:moveTo>
                  <a:pt x="0" y="146647"/>
                </a:moveTo>
                <a:cubicBezTo>
                  <a:pt x="0" y="121724"/>
                  <a:pt x="20199" y="101525"/>
                  <a:pt x="45122" y="101525"/>
                </a:cubicBezTo>
                <a:cubicBezTo>
                  <a:pt x="49634" y="101525"/>
                  <a:pt x="54006" y="102195"/>
                  <a:pt x="58130" y="103428"/>
                </a:cubicBezTo>
                <a:cubicBezTo>
                  <a:pt x="46532" y="116401"/>
                  <a:pt x="39482" y="133533"/>
                  <a:pt x="39482" y="152287"/>
                </a:cubicBezTo>
                <a:lnTo>
                  <a:pt x="39482" y="157927"/>
                </a:lnTo>
                <a:cubicBezTo>
                  <a:pt x="39482" y="161946"/>
                  <a:pt x="40328" y="165753"/>
                  <a:pt x="41844" y="169208"/>
                </a:cubicBezTo>
                <a:lnTo>
                  <a:pt x="11281" y="169208"/>
                </a:lnTo>
                <a:cubicBezTo>
                  <a:pt x="5041" y="169208"/>
                  <a:pt x="0" y="164167"/>
                  <a:pt x="0" y="157927"/>
                </a:cubicBezTo>
                <a:lnTo>
                  <a:pt x="0" y="146647"/>
                </a:lnTo>
                <a:close/>
                <a:moveTo>
                  <a:pt x="183767" y="169208"/>
                </a:moveTo>
                <a:cubicBezTo>
                  <a:pt x="185283" y="165753"/>
                  <a:pt x="186129" y="161946"/>
                  <a:pt x="186129" y="157927"/>
                </a:cubicBezTo>
                <a:lnTo>
                  <a:pt x="186129" y="152287"/>
                </a:lnTo>
                <a:cubicBezTo>
                  <a:pt x="186129" y="133533"/>
                  <a:pt x="179078" y="116401"/>
                  <a:pt x="167481" y="103428"/>
                </a:cubicBezTo>
                <a:cubicBezTo>
                  <a:pt x="171605" y="102195"/>
                  <a:pt x="175976" y="101525"/>
                  <a:pt x="180489" y="101525"/>
                </a:cubicBezTo>
                <a:cubicBezTo>
                  <a:pt x="205411" y="101525"/>
                  <a:pt x="225611" y="121724"/>
                  <a:pt x="225611" y="146647"/>
                </a:cubicBezTo>
                <a:lnTo>
                  <a:pt x="225611" y="157927"/>
                </a:lnTo>
                <a:cubicBezTo>
                  <a:pt x="225611" y="164167"/>
                  <a:pt x="220570" y="169208"/>
                  <a:pt x="214330" y="169208"/>
                </a:cubicBezTo>
                <a:lnTo>
                  <a:pt x="183767" y="169208"/>
                </a:lnTo>
                <a:close/>
                <a:moveTo>
                  <a:pt x="166388" y="56403"/>
                </a:moveTo>
                <a:cubicBezTo>
                  <a:pt x="166388" y="42394"/>
                  <a:pt x="177761" y="31021"/>
                  <a:pt x="191769" y="31021"/>
                </a:cubicBezTo>
                <a:cubicBezTo>
                  <a:pt x="205777" y="31021"/>
                  <a:pt x="217150" y="42394"/>
                  <a:pt x="217150" y="56403"/>
                </a:cubicBezTo>
                <a:cubicBezTo>
                  <a:pt x="217150" y="70411"/>
                  <a:pt x="205777" y="81784"/>
                  <a:pt x="191769" y="81784"/>
                </a:cubicBezTo>
                <a:cubicBezTo>
                  <a:pt x="177761" y="81784"/>
                  <a:pt x="166388" y="70411"/>
                  <a:pt x="166388" y="56403"/>
                </a:cubicBezTo>
                <a:close/>
                <a:moveTo>
                  <a:pt x="56403" y="152287"/>
                </a:moveTo>
                <a:cubicBezTo>
                  <a:pt x="56403" y="121125"/>
                  <a:pt x="81643" y="95885"/>
                  <a:pt x="112805" y="95885"/>
                </a:cubicBezTo>
                <a:cubicBezTo>
                  <a:pt x="143968" y="95885"/>
                  <a:pt x="169208" y="121125"/>
                  <a:pt x="169208" y="152287"/>
                </a:cubicBezTo>
                <a:lnTo>
                  <a:pt x="169208" y="157927"/>
                </a:lnTo>
                <a:cubicBezTo>
                  <a:pt x="169208" y="164167"/>
                  <a:pt x="164167" y="169208"/>
                  <a:pt x="157927" y="169208"/>
                </a:cubicBezTo>
                <a:lnTo>
                  <a:pt x="67683" y="169208"/>
                </a:lnTo>
                <a:cubicBezTo>
                  <a:pt x="61444" y="169208"/>
                  <a:pt x="56403" y="164167"/>
                  <a:pt x="56403" y="157927"/>
                </a:cubicBezTo>
                <a:lnTo>
                  <a:pt x="56403" y="152287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2" name="Text 20"/>
          <p:cNvSpPr/>
          <p:nvPr/>
        </p:nvSpPr>
        <p:spPr>
          <a:xfrm>
            <a:off x="4987801" y="1741714"/>
            <a:ext cx="740003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46335" y="2229033"/>
            <a:ext cx="336611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Guardians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472280" y="2553913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5" name="Text 23"/>
          <p:cNvSpPr/>
          <p:nvPr/>
        </p:nvSpPr>
        <p:spPr>
          <a:xfrm>
            <a:off x="4676458" y="2517815"/>
            <a:ext cx="1164151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Monitor progress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472280" y="2842694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7" name="Text 25"/>
          <p:cNvSpPr/>
          <p:nvPr/>
        </p:nvSpPr>
        <p:spPr>
          <a:xfrm>
            <a:off x="4676458" y="2806597"/>
            <a:ext cx="658783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Set goals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472280" y="3131476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4676458" y="3095378"/>
            <a:ext cx="1543177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Collaborate on rewards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472280" y="3420258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1" name="Text 29"/>
          <p:cNvSpPr/>
          <p:nvPr/>
        </p:nvSpPr>
        <p:spPr>
          <a:xfrm>
            <a:off x="4676458" y="3384160"/>
            <a:ext cx="1615372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Review AI conversations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57179" y="1466469"/>
            <a:ext cx="3672942" cy="2319278"/>
          </a:xfrm>
          <a:custGeom>
            <a:avLst/>
            <a:gdLst/>
            <a:ahLst/>
            <a:cxnLst/>
            <a:rect l="l" t="t" r="r" b="b"/>
            <a:pathLst>
              <a:path w="3672942" h="2319278">
                <a:moveTo>
                  <a:pt x="108287" y="0"/>
                </a:moveTo>
                <a:lnTo>
                  <a:pt x="3564654" y="0"/>
                </a:lnTo>
                <a:cubicBezTo>
                  <a:pt x="3624460" y="0"/>
                  <a:pt x="3672942" y="48482"/>
                  <a:pt x="3672942" y="108287"/>
                </a:cubicBezTo>
                <a:lnTo>
                  <a:pt x="3672942" y="2210991"/>
                </a:lnTo>
                <a:cubicBezTo>
                  <a:pt x="3672942" y="2270796"/>
                  <a:pt x="3624460" y="2319278"/>
                  <a:pt x="3564654" y="2319278"/>
                </a:cubicBezTo>
                <a:lnTo>
                  <a:pt x="108287" y="2319278"/>
                </a:lnTo>
                <a:cubicBezTo>
                  <a:pt x="48482" y="2319278"/>
                  <a:pt x="0" y="2270796"/>
                  <a:pt x="0" y="2210991"/>
                </a:cubicBezTo>
                <a:lnTo>
                  <a:pt x="0" y="108287"/>
                </a:lnTo>
                <a:cubicBezTo>
                  <a:pt x="0" y="48522"/>
                  <a:pt x="48522" y="0"/>
                  <a:pt x="10828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42180" y="1651470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4" name="Shape 32"/>
          <p:cNvSpPr/>
          <p:nvPr/>
        </p:nvSpPr>
        <p:spPr>
          <a:xfrm>
            <a:off x="8445961" y="1777812"/>
            <a:ext cx="225611" cy="180489"/>
          </a:xfrm>
          <a:custGeom>
            <a:avLst/>
            <a:gdLst/>
            <a:ahLst/>
            <a:cxnLst/>
            <a:rect l="l" t="t" r="r" b="b"/>
            <a:pathLst>
              <a:path w="225611" h="180489">
                <a:moveTo>
                  <a:pt x="45122" y="33842"/>
                </a:moveTo>
                <a:cubicBezTo>
                  <a:pt x="45122" y="21398"/>
                  <a:pt x="55239" y="11281"/>
                  <a:pt x="67683" y="11281"/>
                </a:cubicBezTo>
                <a:lnTo>
                  <a:pt x="191769" y="11281"/>
                </a:lnTo>
                <a:cubicBezTo>
                  <a:pt x="204213" y="11281"/>
                  <a:pt x="214330" y="21398"/>
                  <a:pt x="214330" y="33842"/>
                </a:cubicBezTo>
                <a:lnTo>
                  <a:pt x="214330" y="118446"/>
                </a:lnTo>
                <a:lnTo>
                  <a:pt x="180489" y="118446"/>
                </a:lnTo>
                <a:lnTo>
                  <a:pt x="180489" y="112805"/>
                </a:lnTo>
                <a:cubicBezTo>
                  <a:pt x="180489" y="106566"/>
                  <a:pt x="175448" y="101525"/>
                  <a:pt x="169208" y="101525"/>
                </a:cubicBezTo>
                <a:lnTo>
                  <a:pt x="146647" y="101525"/>
                </a:lnTo>
                <a:cubicBezTo>
                  <a:pt x="140407" y="101525"/>
                  <a:pt x="135366" y="106566"/>
                  <a:pt x="135366" y="112805"/>
                </a:cubicBezTo>
                <a:lnTo>
                  <a:pt x="135366" y="118446"/>
                </a:lnTo>
                <a:lnTo>
                  <a:pt x="89856" y="118446"/>
                </a:lnTo>
                <a:cubicBezTo>
                  <a:pt x="93699" y="111818"/>
                  <a:pt x="95885" y="104098"/>
                  <a:pt x="95885" y="95885"/>
                </a:cubicBezTo>
                <a:cubicBezTo>
                  <a:pt x="95885" y="70962"/>
                  <a:pt x="75685" y="50762"/>
                  <a:pt x="50762" y="50762"/>
                </a:cubicBezTo>
                <a:cubicBezTo>
                  <a:pt x="48859" y="50762"/>
                  <a:pt x="46955" y="50868"/>
                  <a:pt x="45122" y="51115"/>
                </a:cubicBezTo>
                <a:lnTo>
                  <a:pt x="45122" y="33842"/>
                </a:lnTo>
                <a:close/>
                <a:moveTo>
                  <a:pt x="117388" y="157927"/>
                </a:moveTo>
                <a:cubicBezTo>
                  <a:pt x="115590" y="149397"/>
                  <a:pt x="111642" y="141676"/>
                  <a:pt x="106072" y="135366"/>
                </a:cubicBezTo>
                <a:lnTo>
                  <a:pt x="214330" y="135366"/>
                </a:lnTo>
                <a:cubicBezTo>
                  <a:pt x="214330" y="147810"/>
                  <a:pt x="204213" y="157927"/>
                  <a:pt x="191769" y="157927"/>
                </a:cubicBezTo>
                <a:lnTo>
                  <a:pt x="117388" y="157927"/>
                </a:lnTo>
                <a:close/>
                <a:moveTo>
                  <a:pt x="22561" y="95885"/>
                </a:moveTo>
                <a:cubicBezTo>
                  <a:pt x="22561" y="80320"/>
                  <a:pt x="35198" y="67683"/>
                  <a:pt x="50762" y="67683"/>
                </a:cubicBezTo>
                <a:cubicBezTo>
                  <a:pt x="66327" y="67683"/>
                  <a:pt x="78964" y="80320"/>
                  <a:pt x="78964" y="95885"/>
                </a:cubicBezTo>
                <a:cubicBezTo>
                  <a:pt x="78964" y="111449"/>
                  <a:pt x="66327" y="124086"/>
                  <a:pt x="50762" y="124086"/>
                </a:cubicBezTo>
                <a:cubicBezTo>
                  <a:pt x="35198" y="124086"/>
                  <a:pt x="22561" y="111449"/>
                  <a:pt x="22561" y="95885"/>
                </a:cubicBezTo>
                <a:close/>
                <a:moveTo>
                  <a:pt x="0" y="169208"/>
                </a:moveTo>
                <a:cubicBezTo>
                  <a:pt x="0" y="150525"/>
                  <a:pt x="15158" y="135366"/>
                  <a:pt x="33842" y="135366"/>
                </a:cubicBezTo>
                <a:lnTo>
                  <a:pt x="67683" y="135366"/>
                </a:lnTo>
                <a:cubicBezTo>
                  <a:pt x="86367" y="135366"/>
                  <a:pt x="101525" y="150525"/>
                  <a:pt x="101525" y="169208"/>
                </a:cubicBezTo>
                <a:cubicBezTo>
                  <a:pt x="101525" y="175448"/>
                  <a:pt x="96484" y="180489"/>
                  <a:pt x="90244" y="180489"/>
                </a:cubicBezTo>
                <a:lnTo>
                  <a:pt x="11281" y="180489"/>
                </a:lnTo>
                <a:cubicBezTo>
                  <a:pt x="5041" y="180489"/>
                  <a:pt x="0" y="175448"/>
                  <a:pt x="0" y="169208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5" name="Text 33"/>
          <p:cNvSpPr/>
          <p:nvPr/>
        </p:nvSpPr>
        <p:spPr>
          <a:xfrm>
            <a:off x="8883646" y="1741714"/>
            <a:ext cx="866345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Teachers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42180" y="2229033"/>
            <a:ext cx="336611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Optional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368125" y="2553913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8" name="Text 36"/>
          <p:cNvSpPr/>
          <p:nvPr/>
        </p:nvSpPr>
        <p:spPr>
          <a:xfrm>
            <a:off x="8572303" y="2517815"/>
            <a:ext cx="1137078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Class challenges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368125" y="2842694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0" name="Text 38"/>
          <p:cNvSpPr/>
          <p:nvPr/>
        </p:nvSpPr>
        <p:spPr>
          <a:xfrm>
            <a:off x="8572303" y="2806597"/>
            <a:ext cx="1498055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View student analytics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368125" y="3131476"/>
            <a:ext cx="110549" cy="126342"/>
          </a:xfrm>
          <a:custGeom>
            <a:avLst/>
            <a:gdLst/>
            <a:ahLst/>
            <a:cxnLst/>
            <a:rect l="l" t="t" r="r" b="b"/>
            <a:pathLst>
              <a:path w="110549" h="126342">
                <a:moveTo>
                  <a:pt x="107292" y="17298"/>
                </a:moveTo>
                <a:cubicBezTo>
                  <a:pt x="110821" y="19864"/>
                  <a:pt x="111610" y="24800"/>
                  <a:pt x="109044" y="28328"/>
                </a:cubicBezTo>
                <a:lnTo>
                  <a:pt x="45873" y="115188"/>
                </a:lnTo>
                <a:cubicBezTo>
                  <a:pt x="44516" y="117064"/>
                  <a:pt x="42418" y="118224"/>
                  <a:pt x="40099" y="118421"/>
                </a:cubicBezTo>
                <a:cubicBezTo>
                  <a:pt x="37779" y="118618"/>
                  <a:pt x="35534" y="117755"/>
                  <a:pt x="33905" y="116126"/>
                </a:cubicBezTo>
                <a:lnTo>
                  <a:pt x="2320" y="84541"/>
                </a:lnTo>
                <a:cubicBezTo>
                  <a:pt x="-765" y="81456"/>
                  <a:pt x="-765" y="76447"/>
                  <a:pt x="2320" y="73362"/>
                </a:cubicBezTo>
                <a:cubicBezTo>
                  <a:pt x="5404" y="70278"/>
                  <a:pt x="10413" y="70278"/>
                  <a:pt x="13498" y="73362"/>
                </a:cubicBezTo>
                <a:lnTo>
                  <a:pt x="38544" y="98409"/>
                </a:lnTo>
                <a:lnTo>
                  <a:pt x="96286" y="19025"/>
                </a:lnTo>
                <a:cubicBezTo>
                  <a:pt x="98853" y="15497"/>
                  <a:pt x="103788" y="14707"/>
                  <a:pt x="107317" y="1727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Text 40"/>
          <p:cNvSpPr/>
          <p:nvPr/>
        </p:nvSpPr>
        <p:spPr>
          <a:xfrm>
            <a:off x="8572303" y="3095378"/>
            <a:ext cx="1037809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Verify sessions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365489" y="4011358"/>
            <a:ext cx="11461021" cy="2842694"/>
          </a:xfrm>
          <a:custGeom>
            <a:avLst/>
            <a:gdLst/>
            <a:ahLst/>
            <a:cxnLst/>
            <a:rect l="l" t="t" r="r" b="b"/>
            <a:pathLst>
              <a:path w="11461021" h="2842694">
                <a:moveTo>
                  <a:pt x="108307" y="0"/>
                </a:moveTo>
                <a:lnTo>
                  <a:pt x="11352715" y="0"/>
                </a:lnTo>
                <a:cubicBezTo>
                  <a:pt x="11412531" y="0"/>
                  <a:pt x="11461021" y="48491"/>
                  <a:pt x="11461021" y="108307"/>
                </a:cubicBezTo>
                <a:lnTo>
                  <a:pt x="11461021" y="2734388"/>
                </a:lnTo>
                <a:cubicBezTo>
                  <a:pt x="11461021" y="2794204"/>
                  <a:pt x="11412531" y="2842694"/>
                  <a:pt x="11352715" y="2842694"/>
                </a:cubicBezTo>
                <a:lnTo>
                  <a:pt x="108307" y="2842694"/>
                </a:lnTo>
                <a:cubicBezTo>
                  <a:pt x="48491" y="2842694"/>
                  <a:pt x="0" y="2794204"/>
                  <a:pt x="0" y="2734388"/>
                </a:cubicBezTo>
                <a:lnTo>
                  <a:pt x="0" y="108307"/>
                </a:lnTo>
                <a:cubicBezTo>
                  <a:pt x="0" y="48531"/>
                  <a:pt x="48531" y="0"/>
                  <a:pt x="108307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1771" y="4232456"/>
            <a:ext cx="203050" cy="180489"/>
          </a:xfrm>
          <a:custGeom>
            <a:avLst/>
            <a:gdLst/>
            <a:ahLst/>
            <a:cxnLst/>
            <a:rect l="l" t="t" r="r" b="b"/>
            <a:pathLst>
              <a:path w="203050" h="180489">
                <a:moveTo>
                  <a:pt x="109104" y="-6663"/>
                </a:moveTo>
                <a:cubicBezTo>
                  <a:pt x="107659" y="-9483"/>
                  <a:pt x="104733" y="-11281"/>
                  <a:pt x="101560" y="-11281"/>
                </a:cubicBezTo>
                <a:cubicBezTo>
                  <a:pt x="98387" y="-11281"/>
                  <a:pt x="95462" y="-9483"/>
                  <a:pt x="94016" y="-6663"/>
                </a:cubicBezTo>
                <a:lnTo>
                  <a:pt x="68071" y="44170"/>
                </a:lnTo>
                <a:lnTo>
                  <a:pt x="11704" y="53124"/>
                </a:lnTo>
                <a:cubicBezTo>
                  <a:pt x="8566" y="53618"/>
                  <a:pt x="5958" y="55839"/>
                  <a:pt x="4970" y="58870"/>
                </a:cubicBezTo>
                <a:cubicBezTo>
                  <a:pt x="3983" y="61902"/>
                  <a:pt x="4794" y="65216"/>
                  <a:pt x="7015" y="67472"/>
                </a:cubicBezTo>
                <a:lnTo>
                  <a:pt x="47343" y="107835"/>
                </a:lnTo>
                <a:lnTo>
                  <a:pt x="38460" y="164202"/>
                </a:lnTo>
                <a:cubicBezTo>
                  <a:pt x="37966" y="167340"/>
                  <a:pt x="39270" y="170512"/>
                  <a:pt x="41844" y="172381"/>
                </a:cubicBezTo>
                <a:cubicBezTo>
                  <a:pt x="44417" y="174249"/>
                  <a:pt x="47801" y="174531"/>
                  <a:pt x="50657" y="173086"/>
                </a:cubicBezTo>
                <a:lnTo>
                  <a:pt x="101560" y="147211"/>
                </a:lnTo>
                <a:lnTo>
                  <a:pt x="152428" y="173086"/>
                </a:lnTo>
                <a:cubicBezTo>
                  <a:pt x="155248" y="174531"/>
                  <a:pt x="158668" y="174249"/>
                  <a:pt x="161241" y="172381"/>
                </a:cubicBezTo>
                <a:cubicBezTo>
                  <a:pt x="163814" y="170512"/>
                  <a:pt x="165119" y="167375"/>
                  <a:pt x="164625" y="164202"/>
                </a:cubicBezTo>
                <a:lnTo>
                  <a:pt x="155707" y="107835"/>
                </a:lnTo>
                <a:lnTo>
                  <a:pt x="196035" y="67472"/>
                </a:lnTo>
                <a:cubicBezTo>
                  <a:pt x="198291" y="65216"/>
                  <a:pt x="199066" y="61902"/>
                  <a:pt x="198079" y="58870"/>
                </a:cubicBezTo>
                <a:cubicBezTo>
                  <a:pt x="197092" y="55839"/>
                  <a:pt x="194519" y="53618"/>
                  <a:pt x="191346" y="53124"/>
                </a:cubicBezTo>
                <a:lnTo>
                  <a:pt x="135014" y="44170"/>
                </a:lnTo>
                <a:lnTo>
                  <a:pt x="109104" y="-6663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5" name="Text 43"/>
          <p:cNvSpPr/>
          <p:nvPr/>
        </p:nvSpPr>
        <p:spPr>
          <a:xfrm>
            <a:off x="776101" y="4196358"/>
            <a:ext cx="10955654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Makes StudyQuest Different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50490" y="4593433"/>
            <a:ext cx="5477827" cy="433172"/>
          </a:xfrm>
          <a:custGeom>
            <a:avLst/>
            <a:gdLst/>
            <a:ahLst/>
            <a:cxnLst/>
            <a:rect l="l" t="t" r="r" b="b"/>
            <a:pathLst>
              <a:path w="5477827" h="433172">
                <a:moveTo>
                  <a:pt x="72197" y="0"/>
                </a:moveTo>
                <a:lnTo>
                  <a:pt x="5405630" y="0"/>
                </a:lnTo>
                <a:cubicBezTo>
                  <a:pt x="5445503" y="0"/>
                  <a:pt x="5477827" y="32324"/>
                  <a:pt x="5477827" y="72197"/>
                </a:cubicBezTo>
                <a:lnTo>
                  <a:pt x="5477827" y="360976"/>
                </a:lnTo>
                <a:cubicBezTo>
                  <a:pt x="5477827" y="400849"/>
                  <a:pt x="5445503" y="433172"/>
                  <a:pt x="5405630" y="433172"/>
                </a:cubicBezTo>
                <a:lnTo>
                  <a:pt x="72197" y="433172"/>
                </a:lnTo>
                <a:cubicBezTo>
                  <a:pt x="32324" y="433172"/>
                  <a:pt x="0" y="400849"/>
                  <a:pt x="0" y="360976"/>
                </a:cubicBezTo>
                <a:lnTo>
                  <a:pt x="0" y="72197"/>
                </a:lnTo>
                <a:cubicBezTo>
                  <a:pt x="0" y="32350"/>
                  <a:pt x="32350" y="0"/>
                  <a:pt x="7219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4881" y="4737824"/>
            <a:ext cx="108293" cy="144391"/>
          </a:xfrm>
          <a:custGeom>
            <a:avLst/>
            <a:gdLst/>
            <a:ahLst/>
            <a:cxnLst/>
            <a:rect l="l" t="t" r="r" b="b"/>
            <a:pathLst>
              <a:path w="108293" h="144391">
                <a:moveTo>
                  <a:pt x="15539" y="20700"/>
                </a:moveTo>
                <a:cubicBezTo>
                  <a:pt x="12014" y="17175"/>
                  <a:pt x="6289" y="17175"/>
                  <a:pt x="2764" y="20700"/>
                </a:cubicBezTo>
                <a:cubicBezTo>
                  <a:pt x="-761" y="24225"/>
                  <a:pt x="-761" y="29950"/>
                  <a:pt x="2764" y="33475"/>
                </a:cubicBezTo>
                <a:lnTo>
                  <a:pt x="41512" y="72195"/>
                </a:lnTo>
                <a:lnTo>
                  <a:pt x="2792" y="110944"/>
                </a:lnTo>
                <a:cubicBezTo>
                  <a:pt x="-733" y="114469"/>
                  <a:pt x="-733" y="120194"/>
                  <a:pt x="2792" y="123719"/>
                </a:cubicBezTo>
                <a:cubicBezTo>
                  <a:pt x="6317" y="127244"/>
                  <a:pt x="12042" y="127244"/>
                  <a:pt x="15567" y="123719"/>
                </a:cubicBezTo>
                <a:lnTo>
                  <a:pt x="54288" y="84971"/>
                </a:lnTo>
                <a:lnTo>
                  <a:pt x="93036" y="123691"/>
                </a:lnTo>
                <a:cubicBezTo>
                  <a:pt x="96561" y="127216"/>
                  <a:pt x="102286" y="127216"/>
                  <a:pt x="105811" y="123691"/>
                </a:cubicBezTo>
                <a:cubicBezTo>
                  <a:pt x="109337" y="120166"/>
                  <a:pt x="109337" y="114441"/>
                  <a:pt x="105811" y="110916"/>
                </a:cubicBezTo>
                <a:lnTo>
                  <a:pt x="67063" y="72195"/>
                </a:lnTo>
                <a:lnTo>
                  <a:pt x="105783" y="33447"/>
                </a:lnTo>
                <a:cubicBezTo>
                  <a:pt x="109308" y="29922"/>
                  <a:pt x="109308" y="24197"/>
                  <a:pt x="105783" y="20672"/>
                </a:cubicBezTo>
                <a:cubicBezTo>
                  <a:pt x="102258" y="17146"/>
                  <a:pt x="96533" y="17146"/>
                  <a:pt x="93008" y="20672"/>
                </a:cubicBezTo>
                <a:lnTo>
                  <a:pt x="54288" y="59420"/>
                </a:lnTo>
                <a:lnTo>
                  <a:pt x="15539" y="20700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48" name="Text 46"/>
          <p:cNvSpPr/>
          <p:nvPr/>
        </p:nvSpPr>
        <p:spPr>
          <a:xfrm>
            <a:off x="947565" y="4701726"/>
            <a:ext cx="1597323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Forest:</a:t>
            </a:r>
            <a:r>
              <a:rPr lang="en-US" sz="1137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Only tracks time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50490" y="5098801"/>
            <a:ext cx="5477827" cy="433172"/>
          </a:xfrm>
          <a:custGeom>
            <a:avLst/>
            <a:gdLst/>
            <a:ahLst/>
            <a:cxnLst/>
            <a:rect l="l" t="t" r="r" b="b"/>
            <a:pathLst>
              <a:path w="5477827" h="433172">
                <a:moveTo>
                  <a:pt x="72197" y="0"/>
                </a:moveTo>
                <a:lnTo>
                  <a:pt x="5405630" y="0"/>
                </a:lnTo>
                <a:cubicBezTo>
                  <a:pt x="5445503" y="0"/>
                  <a:pt x="5477827" y="32324"/>
                  <a:pt x="5477827" y="72197"/>
                </a:cubicBezTo>
                <a:lnTo>
                  <a:pt x="5477827" y="360976"/>
                </a:lnTo>
                <a:cubicBezTo>
                  <a:pt x="5477827" y="400849"/>
                  <a:pt x="5445503" y="433172"/>
                  <a:pt x="5405630" y="433172"/>
                </a:cubicBezTo>
                <a:lnTo>
                  <a:pt x="72197" y="433172"/>
                </a:lnTo>
                <a:cubicBezTo>
                  <a:pt x="32324" y="433172"/>
                  <a:pt x="0" y="400849"/>
                  <a:pt x="0" y="360976"/>
                </a:cubicBezTo>
                <a:lnTo>
                  <a:pt x="0" y="72197"/>
                </a:lnTo>
                <a:cubicBezTo>
                  <a:pt x="0" y="32350"/>
                  <a:pt x="32350" y="0"/>
                  <a:pt x="7219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4881" y="5243192"/>
            <a:ext cx="108293" cy="144391"/>
          </a:xfrm>
          <a:custGeom>
            <a:avLst/>
            <a:gdLst/>
            <a:ahLst/>
            <a:cxnLst/>
            <a:rect l="l" t="t" r="r" b="b"/>
            <a:pathLst>
              <a:path w="108293" h="144391">
                <a:moveTo>
                  <a:pt x="15539" y="20700"/>
                </a:moveTo>
                <a:cubicBezTo>
                  <a:pt x="12014" y="17175"/>
                  <a:pt x="6289" y="17175"/>
                  <a:pt x="2764" y="20700"/>
                </a:cubicBezTo>
                <a:cubicBezTo>
                  <a:pt x="-761" y="24225"/>
                  <a:pt x="-761" y="29950"/>
                  <a:pt x="2764" y="33475"/>
                </a:cubicBezTo>
                <a:lnTo>
                  <a:pt x="41512" y="72195"/>
                </a:lnTo>
                <a:lnTo>
                  <a:pt x="2792" y="110944"/>
                </a:lnTo>
                <a:cubicBezTo>
                  <a:pt x="-733" y="114469"/>
                  <a:pt x="-733" y="120194"/>
                  <a:pt x="2792" y="123719"/>
                </a:cubicBezTo>
                <a:cubicBezTo>
                  <a:pt x="6317" y="127244"/>
                  <a:pt x="12042" y="127244"/>
                  <a:pt x="15567" y="123719"/>
                </a:cubicBezTo>
                <a:lnTo>
                  <a:pt x="54288" y="84971"/>
                </a:lnTo>
                <a:lnTo>
                  <a:pt x="93036" y="123691"/>
                </a:lnTo>
                <a:cubicBezTo>
                  <a:pt x="96561" y="127216"/>
                  <a:pt x="102286" y="127216"/>
                  <a:pt x="105811" y="123691"/>
                </a:cubicBezTo>
                <a:cubicBezTo>
                  <a:pt x="109337" y="120166"/>
                  <a:pt x="109337" y="114441"/>
                  <a:pt x="105811" y="110916"/>
                </a:cubicBezTo>
                <a:lnTo>
                  <a:pt x="67063" y="72195"/>
                </a:lnTo>
                <a:lnTo>
                  <a:pt x="105783" y="33447"/>
                </a:lnTo>
                <a:cubicBezTo>
                  <a:pt x="109308" y="29922"/>
                  <a:pt x="109308" y="24197"/>
                  <a:pt x="105783" y="20672"/>
                </a:cubicBezTo>
                <a:cubicBezTo>
                  <a:pt x="102258" y="17146"/>
                  <a:pt x="96533" y="17146"/>
                  <a:pt x="93008" y="20672"/>
                </a:cubicBezTo>
                <a:lnTo>
                  <a:pt x="54288" y="59420"/>
                </a:lnTo>
                <a:lnTo>
                  <a:pt x="15539" y="20700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1" name="Text 49"/>
          <p:cNvSpPr/>
          <p:nvPr/>
        </p:nvSpPr>
        <p:spPr>
          <a:xfrm>
            <a:off x="947565" y="5207094"/>
            <a:ext cx="2490742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Khan Academy:</a:t>
            </a:r>
            <a:r>
              <a:rPr lang="en-US" sz="1137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Only teaches content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168797" y="4593433"/>
            <a:ext cx="5477827" cy="433172"/>
          </a:xfrm>
          <a:custGeom>
            <a:avLst/>
            <a:gdLst/>
            <a:ahLst/>
            <a:cxnLst/>
            <a:rect l="l" t="t" r="r" b="b"/>
            <a:pathLst>
              <a:path w="5477827" h="433172">
                <a:moveTo>
                  <a:pt x="72197" y="0"/>
                </a:moveTo>
                <a:lnTo>
                  <a:pt x="5405630" y="0"/>
                </a:lnTo>
                <a:cubicBezTo>
                  <a:pt x="5445503" y="0"/>
                  <a:pt x="5477827" y="32324"/>
                  <a:pt x="5477827" y="72197"/>
                </a:cubicBezTo>
                <a:lnTo>
                  <a:pt x="5477827" y="360976"/>
                </a:lnTo>
                <a:cubicBezTo>
                  <a:pt x="5477827" y="400849"/>
                  <a:pt x="5445503" y="433172"/>
                  <a:pt x="5405630" y="433172"/>
                </a:cubicBezTo>
                <a:lnTo>
                  <a:pt x="72197" y="433172"/>
                </a:lnTo>
                <a:cubicBezTo>
                  <a:pt x="32324" y="433172"/>
                  <a:pt x="0" y="400849"/>
                  <a:pt x="0" y="360976"/>
                </a:cubicBezTo>
                <a:lnTo>
                  <a:pt x="0" y="72197"/>
                </a:lnTo>
                <a:cubicBezTo>
                  <a:pt x="0" y="32350"/>
                  <a:pt x="32350" y="0"/>
                  <a:pt x="7219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13188" y="4737824"/>
            <a:ext cx="108293" cy="144391"/>
          </a:xfrm>
          <a:custGeom>
            <a:avLst/>
            <a:gdLst/>
            <a:ahLst/>
            <a:cxnLst/>
            <a:rect l="l" t="t" r="r" b="b"/>
            <a:pathLst>
              <a:path w="108293" h="144391">
                <a:moveTo>
                  <a:pt x="15539" y="20700"/>
                </a:moveTo>
                <a:cubicBezTo>
                  <a:pt x="12014" y="17175"/>
                  <a:pt x="6289" y="17175"/>
                  <a:pt x="2764" y="20700"/>
                </a:cubicBezTo>
                <a:cubicBezTo>
                  <a:pt x="-761" y="24225"/>
                  <a:pt x="-761" y="29950"/>
                  <a:pt x="2764" y="33475"/>
                </a:cubicBezTo>
                <a:lnTo>
                  <a:pt x="41512" y="72195"/>
                </a:lnTo>
                <a:lnTo>
                  <a:pt x="2792" y="110944"/>
                </a:lnTo>
                <a:cubicBezTo>
                  <a:pt x="-733" y="114469"/>
                  <a:pt x="-733" y="120194"/>
                  <a:pt x="2792" y="123719"/>
                </a:cubicBezTo>
                <a:cubicBezTo>
                  <a:pt x="6317" y="127244"/>
                  <a:pt x="12042" y="127244"/>
                  <a:pt x="15567" y="123719"/>
                </a:cubicBezTo>
                <a:lnTo>
                  <a:pt x="54288" y="84971"/>
                </a:lnTo>
                <a:lnTo>
                  <a:pt x="93036" y="123691"/>
                </a:lnTo>
                <a:cubicBezTo>
                  <a:pt x="96561" y="127216"/>
                  <a:pt x="102286" y="127216"/>
                  <a:pt x="105811" y="123691"/>
                </a:cubicBezTo>
                <a:cubicBezTo>
                  <a:pt x="109337" y="120166"/>
                  <a:pt x="109337" y="114441"/>
                  <a:pt x="105811" y="110916"/>
                </a:cubicBezTo>
                <a:lnTo>
                  <a:pt x="67063" y="72195"/>
                </a:lnTo>
                <a:lnTo>
                  <a:pt x="105783" y="33447"/>
                </a:lnTo>
                <a:cubicBezTo>
                  <a:pt x="109308" y="29922"/>
                  <a:pt x="109308" y="24197"/>
                  <a:pt x="105783" y="20672"/>
                </a:cubicBezTo>
                <a:cubicBezTo>
                  <a:pt x="102258" y="17146"/>
                  <a:pt x="96533" y="17146"/>
                  <a:pt x="93008" y="20672"/>
                </a:cubicBezTo>
                <a:lnTo>
                  <a:pt x="54288" y="59420"/>
                </a:lnTo>
                <a:lnTo>
                  <a:pt x="15539" y="20700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4" name="Text 52"/>
          <p:cNvSpPr/>
          <p:nvPr/>
        </p:nvSpPr>
        <p:spPr>
          <a:xfrm>
            <a:off x="6565872" y="4701726"/>
            <a:ext cx="2021472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Habitica:</a:t>
            </a:r>
            <a:r>
              <a:rPr lang="en-US" sz="1137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Generic gamification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168797" y="5098801"/>
            <a:ext cx="5477827" cy="433172"/>
          </a:xfrm>
          <a:custGeom>
            <a:avLst/>
            <a:gdLst/>
            <a:ahLst/>
            <a:cxnLst/>
            <a:rect l="l" t="t" r="r" b="b"/>
            <a:pathLst>
              <a:path w="5477827" h="433172">
                <a:moveTo>
                  <a:pt x="72197" y="0"/>
                </a:moveTo>
                <a:lnTo>
                  <a:pt x="5405630" y="0"/>
                </a:lnTo>
                <a:cubicBezTo>
                  <a:pt x="5445503" y="0"/>
                  <a:pt x="5477827" y="32324"/>
                  <a:pt x="5477827" y="72197"/>
                </a:cubicBezTo>
                <a:lnTo>
                  <a:pt x="5477827" y="360976"/>
                </a:lnTo>
                <a:cubicBezTo>
                  <a:pt x="5477827" y="400849"/>
                  <a:pt x="5445503" y="433172"/>
                  <a:pt x="5405630" y="433172"/>
                </a:cubicBezTo>
                <a:lnTo>
                  <a:pt x="72197" y="433172"/>
                </a:lnTo>
                <a:cubicBezTo>
                  <a:pt x="32324" y="433172"/>
                  <a:pt x="0" y="400849"/>
                  <a:pt x="0" y="360976"/>
                </a:cubicBezTo>
                <a:lnTo>
                  <a:pt x="0" y="72197"/>
                </a:lnTo>
                <a:cubicBezTo>
                  <a:pt x="0" y="32350"/>
                  <a:pt x="32350" y="0"/>
                  <a:pt x="72197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313188" y="5243192"/>
            <a:ext cx="108293" cy="144391"/>
          </a:xfrm>
          <a:custGeom>
            <a:avLst/>
            <a:gdLst/>
            <a:ahLst/>
            <a:cxnLst/>
            <a:rect l="l" t="t" r="r" b="b"/>
            <a:pathLst>
              <a:path w="108293" h="144391">
                <a:moveTo>
                  <a:pt x="15539" y="20700"/>
                </a:moveTo>
                <a:cubicBezTo>
                  <a:pt x="12014" y="17175"/>
                  <a:pt x="6289" y="17175"/>
                  <a:pt x="2764" y="20700"/>
                </a:cubicBezTo>
                <a:cubicBezTo>
                  <a:pt x="-761" y="24225"/>
                  <a:pt x="-761" y="29950"/>
                  <a:pt x="2764" y="33475"/>
                </a:cubicBezTo>
                <a:lnTo>
                  <a:pt x="41512" y="72195"/>
                </a:lnTo>
                <a:lnTo>
                  <a:pt x="2792" y="110944"/>
                </a:lnTo>
                <a:cubicBezTo>
                  <a:pt x="-733" y="114469"/>
                  <a:pt x="-733" y="120194"/>
                  <a:pt x="2792" y="123719"/>
                </a:cubicBezTo>
                <a:cubicBezTo>
                  <a:pt x="6317" y="127244"/>
                  <a:pt x="12042" y="127244"/>
                  <a:pt x="15567" y="123719"/>
                </a:cubicBezTo>
                <a:lnTo>
                  <a:pt x="54288" y="84971"/>
                </a:lnTo>
                <a:lnTo>
                  <a:pt x="93036" y="123691"/>
                </a:lnTo>
                <a:cubicBezTo>
                  <a:pt x="96561" y="127216"/>
                  <a:pt x="102286" y="127216"/>
                  <a:pt x="105811" y="123691"/>
                </a:cubicBezTo>
                <a:cubicBezTo>
                  <a:pt x="109337" y="120166"/>
                  <a:pt x="109337" y="114441"/>
                  <a:pt x="105811" y="110916"/>
                </a:cubicBezTo>
                <a:lnTo>
                  <a:pt x="67063" y="72195"/>
                </a:lnTo>
                <a:lnTo>
                  <a:pt x="105783" y="33447"/>
                </a:lnTo>
                <a:cubicBezTo>
                  <a:pt x="109308" y="29922"/>
                  <a:pt x="109308" y="24197"/>
                  <a:pt x="105783" y="20672"/>
                </a:cubicBezTo>
                <a:cubicBezTo>
                  <a:pt x="102258" y="17146"/>
                  <a:pt x="96533" y="17146"/>
                  <a:pt x="93008" y="20672"/>
                </a:cubicBezTo>
                <a:lnTo>
                  <a:pt x="54288" y="59420"/>
                </a:lnTo>
                <a:lnTo>
                  <a:pt x="15539" y="20700"/>
                </a:ln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57" name="Text 55"/>
          <p:cNvSpPr/>
          <p:nvPr/>
        </p:nvSpPr>
        <p:spPr>
          <a:xfrm>
            <a:off x="6565872" y="5207094"/>
            <a:ext cx="2499766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 Family Link:</a:t>
            </a:r>
            <a:r>
              <a:rPr lang="en-US" sz="1137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Surveillance only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55002" y="5680876"/>
            <a:ext cx="11081996" cy="983662"/>
          </a:xfrm>
          <a:custGeom>
            <a:avLst/>
            <a:gdLst/>
            <a:ahLst/>
            <a:cxnLst/>
            <a:rect l="l" t="t" r="r" b="b"/>
            <a:pathLst>
              <a:path w="11081996" h="983662">
                <a:moveTo>
                  <a:pt x="72191" y="0"/>
                </a:moveTo>
                <a:lnTo>
                  <a:pt x="11009805" y="0"/>
                </a:lnTo>
                <a:cubicBezTo>
                  <a:pt x="11049675" y="0"/>
                  <a:pt x="11081996" y="32321"/>
                  <a:pt x="11081996" y="72191"/>
                </a:cubicBezTo>
                <a:lnTo>
                  <a:pt x="11081996" y="911471"/>
                </a:lnTo>
                <a:cubicBezTo>
                  <a:pt x="11081996" y="951341"/>
                  <a:pt x="11049675" y="983662"/>
                  <a:pt x="11009805" y="983662"/>
                </a:cubicBezTo>
                <a:lnTo>
                  <a:pt x="72191" y="983662"/>
                </a:lnTo>
                <a:cubicBezTo>
                  <a:pt x="32321" y="983662"/>
                  <a:pt x="0" y="951341"/>
                  <a:pt x="0" y="911471"/>
                </a:cubicBezTo>
                <a:lnTo>
                  <a:pt x="0" y="72191"/>
                </a:lnTo>
                <a:cubicBezTo>
                  <a:pt x="0" y="32348"/>
                  <a:pt x="32348" y="0"/>
                  <a:pt x="72191" y="0"/>
                </a:cubicBezTo>
                <a:close/>
              </a:path>
            </a:pathLst>
          </a:custGeom>
          <a:solidFill>
            <a:srgbClr val="3A5F7A">
              <a:alpha val="30196"/>
            </a:srgbClr>
          </a:solidFill>
          <a:ln w="12700">
            <a:solidFill>
              <a:srgbClr val="3A5F7A">
                <a:alpha val="50196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30979" y="6064415"/>
            <a:ext cx="216586" cy="216586"/>
          </a:xfrm>
          <a:custGeom>
            <a:avLst/>
            <a:gdLst/>
            <a:ahLst/>
            <a:cxnLst/>
            <a:rect l="l" t="t" r="r" b="b"/>
            <a:pathLst>
              <a:path w="216586" h="216586">
                <a:moveTo>
                  <a:pt x="108293" y="216586"/>
                </a:moveTo>
                <a:cubicBezTo>
                  <a:pt x="168062" y="216586"/>
                  <a:pt x="216586" y="168062"/>
                  <a:pt x="216586" y="108293"/>
                </a:cubicBezTo>
                <a:cubicBezTo>
                  <a:pt x="216586" y="48525"/>
                  <a:pt x="168062" y="0"/>
                  <a:pt x="108293" y="0"/>
                </a:cubicBezTo>
                <a:cubicBezTo>
                  <a:pt x="48525" y="0"/>
                  <a:pt x="0" y="48525"/>
                  <a:pt x="0" y="108293"/>
                </a:cubicBezTo>
                <a:cubicBezTo>
                  <a:pt x="0" y="168062"/>
                  <a:pt x="48525" y="216586"/>
                  <a:pt x="108293" y="216586"/>
                </a:cubicBezTo>
                <a:close/>
                <a:moveTo>
                  <a:pt x="143996" y="89976"/>
                </a:moveTo>
                <a:lnTo>
                  <a:pt x="110154" y="144123"/>
                </a:lnTo>
                <a:cubicBezTo>
                  <a:pt x="108378" y="146957"/>
                  <a:pt x="105332" y="148734"/>
                  <a:pt x="101990" y="148903"/>
                </a:cubicBezTo>
                <a:cubicBezTo>
                  <a:pt x="98648" y="149072"/>
                  <a:pt x="95433" y="147549"/>
                  <a:pt x="93445" y="144842"/>
                </a:cubicBezTo>
                <a:lnTo>
                  <a:pt x="73140" y="117769"/>
                </a:lnTo>
                <a:cubicBezTo>
                  <a:pt x="69756" y="113285"/>
                  <a:pt x="70687" y="106939"/>
                  <a:pt x="75171" y="103555"/>
                </a:cubicBezTo>
                <a:cubicBezTo>
                  <a:pt x="79655" y="100171"/>
                  <a:pt x="86000" y="101102"/>
                  <a:pt x="89384" y="105586"/>
                </a:cubicBezTo>
                <a:lnTo>
                  <a:pt x="100806" y="120815"/>
                </a:lnTo>
                <a:lnTo>
                  <a:pt x="126779" y="79232"/>
                </a:lnTo>
                <a:cubicBezTo>
                  <a:pt x="129740" y="74494"/>
                  <a:pt x="136001" y="73013"/>
                  <a:pt x="140781" y="76017"/>
                </a:cubicBezTo>
                <a:cubicBezTo>
                  <a:pt x="145561" y="79020"/>
                  <a:pt x="146999" y="85239"/>
                  <a:pt x="143996" y="90019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0" name="Text 58"/>
          <p:cNvSpPr/>
          <p:nvPr/>
        </p:nvSpPr>
        <p:spPr>
          <a:xfrm>
            <a:off x="1082931" y="5829779"/>
            <a:ext cx="4376847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79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082931" y="6082463"/>
            <a:ext cx="4367822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 Tracking + Gamification + Family Collaboration + AI Assistance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1082931" y="6335147"/>
            <a:ext cx="4358798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All integrated in ONE platform designed specifically for secondary education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952500" cy="230188"/>
          </a:xfrm>
          <a:custGeom>
            <a:avLst/>
            <a:gdLst/>
            <a:ahLst/>
            <a:cxnLst/>
            <a:rect l="l" t="t" r="r" b="b"/>
            <a:pathLst>
              <a:path w="952500" h="230188">
                <a:moveTo>
                  <a:pt x="115094" y="0"/>
                </a:moveTo>
                <a:lnTo>
                  <a:pt x="837406" y="0"/>
                </a:lnTo>
                <a:cubicBezTo>
                  <a:pt x="900928" y="0"/>
                  <a:pt x="952500" y="51572"/>
                  <a:pt x="952500" y="115094"/>
                </a:cubicBezTo>
                <a:lnTo>
                  <a:pt x="952500" y="115094"/>
                </a:lnTo>
                <a:cubicBezTo>
                  <a:pt x="952500" y="178616"/>
                  <a:pt x="900928" y="230188"/>
                  <a:pt x="837406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8016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ANALYSIS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The Integration Gap: Why Current Solutions Fail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0" name="Shape 7"/>
          <p:cNvSpPr/>
          <p:nvPr/>
        </p:nvSpPr>
        <p:spPr>
          <a:xfrm>
            <a:off x="201736" y="1216421"/>
            <a:ext cx="5691188" cy="3119438"/>
          </a:xfrm>
          <a:custGeom>
            <a:avLst/>
            <a:gdLst/>
            <a:ahLst/>
            <a:cxnLst/>
            <a:rect l="l" t="t" r="r" b="b"/>
            <a:pathLst>
              <a:path w="5691188" h="3119438">
                <a:moveTo>
                  <a:pt x="95236" y="0"/>
                </a:moveTo>
                <a:lnTo>
                  <a:pt x="5595951" y="0"/>
                </a:lnTo>
                <a:cubicBezTo>
                  <a:pt x="5648513" y="0"/>
                  <a:pt x="5691188" y="42674"/>
                  <a:pt x="5691188" y="95236"/>
                </a:cubicBezTo>
                <a:lnTo>
                  <a:pt x="5691188" y="3024201"/>
                </a:lnTo>
                <a:cubicBezTo>
                  <a:pt x="5691187" y="3076799"/>
                  <a:pt x="5648549" y="3119438"/>
                  <a:pt x="5595951" y="3119438"/>
                </a:cubicBezTo>
                <a:lnTo>
                  <a:pt x="95236" y="3119438"/>
                </a:lnTo>
                <a:cubicBezTo>
                  <a:pt x="42639" y="3119438"/>
                  <a:pt x="0" y="3076799"/>
                  <a:pt x="0" y="3024201"/>
                </a:cubicBezTo>
                <a:lnTo>
                  <a:pt x="0" y="95236"/>
                </a:lnTo>
                <a:cubicBezTo>
                  <a:pt x="0" y="42674"/>
                  <a:pt x="42674" y="0"/>
                  <a:pt x="95236" y="0"/>
                </a:cubicBezTo>
                <a:close/>
              </a:path>
            </a:pathLst>
          </a:custGeom>
          <a:solidFill>
            <a:srgbClr val="FB2C36">
              <a:alpha val="10196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4031" y="1802667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69453" y="0"/>
                </a:moveTo>
                <a:cubicBezTo>
                  <a:pt x="80398" y="0"/>
                  <a:pt x="89297" y="6666"/>
                  <a:pt x="89297" y="14883"/>
                </a:cubicBezTo>
                <a:cubicBezTo>
                  <a:pt x="89297" y="18107"/>
                  <a:pt x="87933" y="21084"/>
                  <a:pt x="85576" y="23533"/>
                </a:cubicBezTo>
                <a:cubicBezTo>
                  <a:pt x="83530" y="25673"/>
                  <a:pt x="81855" y="28277"/>
                  <a:pt x="81855" y="31254"/>
                </a:cubicBezTo>
                <a:cubicBezTo>
                  <a:pt x="81855" y="35905"/>
                  <a:pt x="85638" y="39688"/>
                  <a:pt x="90289" y="39688"/>
                </a:cubicBezTo>
                <a:lnTo>
                  <a:pt x="104180" y="39688"/>
                </a:lnTo>
                <a:cubicBezTo>
                  <a:pt x="112396" y="39688"/>
                  <a:pt x="119062" y="46354"/>
                  <a:pt x="119062" y="54570"/>
                </a:cubicBezTo>
                <a:lnTo>
                  <a:pt x="119062" y="68461"/>
                </a:lnTo>
                <a:cubicBezTo>
                  <a:pt x="119062" y="73112"/>
                  <a:pt x="122845" y="76895"/>
                  <a:pt x="127496" y="76895"/>
                </a:cubicBezTo>
                <a:cubicBezTo>
                  <a:pt x="130442" y="76895"/>
                  <a:pt x="133077" y="75220"/>
                  <a:pt x="135217" y="73174"/>
                </a:cubicBezTo>
                <a:cubicBezTo>
                  <a:pt x="137666" y="70848"/>
                  <a:pt x="140643" y="69453"/>
                  <a:pt x="143867" y="69453"/>
                </a:cubicBezTo>
                <a:cubicBezTo>
                  <a:pt x="152084" y="69453"/>
                  <a:pt x="158750" y="78352"/>
                  <a:pt x="158750" y="89297"/>
                </a:cubicBezTo>
                <a:cubicBezTo>
                  <a:pt x="158750" y="100242"/>
                  <a:pt x="152084" y="109141"/>
                  <a:pt x="143867" y="109141"/>
                </a:cubicBezTo>
                <a:cubicBezTo>
                  <a:pt x="140643" y="109141"/>
                  <a:pt x="137635" y="107776"/>
                  <a:pt x="135217" y="105420"/>
                </a:cubicBezTo>
                <a:cubicBezTo>
                  <a:pt x="133077" y="103374"/>
                  <a:pt x="130473" y="101699"/>
                  <a:pt x="127496" y="101699"/>
                </a:cubicBezTo>
                <a:cubicBezTo>
                  <a:pt x="122845" y="101699"/>
                  <a:pt x="119062" y="105482"/>
                  <a:pt x="119062" y="110133"/>
                </a:cubicBezTo>
                <a:lnTo>
                  <a:pt x="119062" y="143867"/>
                </a:lnTo>
                <a:cubicBezTo>
                  <a:pt x="119062" y="152084"/>
                  <a:pt x="112396" y="158750"/>
                  <a:pt x="104180" y="158750"/>
                </a:cubicBezTo>
                <a:lnTo>
                  <a:pt x="86568" y="158750"/>
                </a:lnTo>
                <a:cubicBezTo>
                  <a:pt x="82600" y="158750"/>
                  <a:pt x="79375" y="155525"/>
                  <a:pt x="79375" y="151557"/>
                </a:cubicBezTo>
                <a:cubicBezTo>
                  <a:pt x="79375" y="148704"/>
                  <a:pt x="81173" y="146193"/>
                  <a:pt x="83468" y="144487"/>
                </a:cubicBezTo>
                <a:cubicBezTo>
                  <a:pt x="87064" y="141790"/>
                  <a:pt x="89297" y="138069"/>
                  <a:pt x="89297" y="133945"/>
                </a:cubicBezTo>
                <a:cubicBezTo>
                  <a:pt x="89297" y="125729"/>
                  <a:pt x="80398" y="119062"/>
                  <a:pt x="69453" y="119062"/>
                </a:cubicBezTo>
                <a:cubicBezTo>
                  <a:pt x="58508" y="119062"/>
                  <a:pt x="49609" y="125729"/>
                  <a:pt x="49609" y="133945"/>
                </a:cubicBezTo>
                <a:cubicBezTo>
                  <a:pt x="49609" y="138069"/>
                  <a:pt x="51842" y="141790"/>
                  <a:pt x="55438" y="144487"/>
                </a:cubicBezTo>
                <a:cubicBezTo>
                  <a:pt x="57733" y="146193"/>
                  <a:pt x="59531" y="148673"/>
                  <a:pt x="59531" y="151557"/>
                </a:cubicBezTo>
                <a:cubicBezTo>
                  <a:pt x="59531" y="155525"/>
                  <a:pt x="56307" y="158750"/>
                  <a:pt x="52338" y="158750"/>
                </a:cubicBezTo>
                <a:lnTo>
                  <a:pt x="14883" y="158750"/>
                </a:lnTo>
                <a:cubicBezTo>
                  <a:pt x="6666" y="158750"/>
                  <a:pt x="0" y="152084"/>
                  <a:pt x="0" y="143867"/>
                </a:cubicBezTo>
                <a:lnTo>
                  <a:pt x="0" y="106412"/>
                </a:lnTo>
                <a:cubicBezTo>
                  <a:pt x="0" y="102443"/>
                  <a:pt x="3225" y="99219"/>
                  <a:pt x="7193" y="99219"/>
                </a:cubicBezTo>
                <a:cubicBezTo>
                  <a:pt x="10046" y="99219"/>
                  <a:pt x="12557" y="101017"/>
                  <a:pt x="14263" y="103312"/>
                </a:cubicBezTo>
                <a:cubicBezTo>
                  <a:pt x="16960" y="106908"/>
                  <a:pt x="20681" y="109141"/>
                  <a:pt x="24805" y="109141"/>
                </a:cubicBezTo>
                <a:cubicBezTo>
                  <a:pt x="33021" y="109141"/>
                  <a:pt x="39688" y="100242"/>
                  <a:pt x="39688" y="89297"/>
                </a:cubicBezTo>
                <a:cubicBezTo>
                  <a:pt x="39688" y="78352"/>
                  <a:pt x="33021" y="69453"/>
                  <a:pt x="24805" y="69453"/>
                </a:cubicBezTo>
                <a:cubicBezTo>
                  <a:pt x="20681" y="69453"/>
                  <a:pt x="16960" y="71686"/>
                  <a:pt x="14263" y="75282"/>
                </a:cubicBezTo>
                <a:cubicBezTo>
                  <a:pt x="12557" y="77577"/>
                  <a:pt x="10077" y="79375"/>
                  <a:pt x="7193" y="79375"/>
                </a:cubicBezTo>
                <a:cubicBezTo>
                  <a:pt x="3225" y="79375"/>
                  <a:pt x="0" y="76150"/>
                  <a:pt x="0" y="72182"/>
                </a:cubicBezTo>
                <a:lnTo>
                  <a:pt x="0" y="54570"/>
                </a:lnTo>
                <a:cubicBezTo>
                  <a:pt x="0" y="46354"/>
                  <a:pt x="6666" y="39688"/>
                  <a:pt x="14883" y="39688"/>
                </a:cubicBezTo>
                <a:lnTo>
                  <a:pt x="48617" y="39688"/>
                </a:lnTo>
                <a:cubicBezTo>
                  <a:pt x="53268" y="39688"/>
                  <a:pt x="57051" y="35905"/>
                  <a:pt x="57051" y="31254"/>
                </a:cubicBezTo>
                <a:cubicBezTo>
                  <a:pt x="57051" y="28308"/>
                  <a:pt x="55376" y="25673"/>
                  <a:pt x="53330" y="23533"/>
                </a:cubicBezTo>
                <a:cubicBezTo>
                  <a:pt x="51005" y="21084"/>
                  <a:pt x="49609" y="18107"/>
                  <a:pt x="49609" y="14883"/>
                </a:cubicBezTo>
                <a:cubicBezTo>
                  <a:pt x="49609" y="6666"/>
                  <a:pt x="58508" y="0"/>
                  <a:pt x="69453" y="0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12" name="Text 9"/>
          <p:cNvSpPr/>
          <p:nvPr/>
        </p:nvSpPr>
        <p:spPr>
          <a:xfrm>
            <a:off x="797719" y="1770917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Compounding Problem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84187" y="212016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456406" y="2120167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3438" y="2151917"/>
            <a:ext cx="2897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 need 4-5 separate apps to get all features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84187" y="246941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456406" y="2469417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33438" y="2501167"/>
            <a:ext cx="2865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Fragmented experience across different platforms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84187" y="281866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456406" y="2818667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33438" y="2850417"/>
            <a:ext cx="1976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 fatigue leads to abandonment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484187" y="3167917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  <a:ln/>
        </p:spPr>
      </p:sp>
      <p:sp>
        <p:nvSpPr>
          <p:cNvPr id="23" name="Text 20"/>
          <p:cNvSpPr/>
          <p:nvPr/>
        </p:nvSpPr>
        <p:spPr>
          <a:xfrm>
            <a:off x="456406" y="3167917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33438" y="3199667"/>
            <a:ext cx="1508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habit formation occurs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5960393" y="1243042"/>
            <a:ext cx="5691188" cy="3119438"/>
          </a:xfrm>
          <a:custGeom>
            <a:avLst/>
            <a:gdLst/>
            <a:ahLst/>
            <a:cxnLst/>
            <a:rect l="l" t="t" r="r" b="b"/>
            <a:pathLst>
              <a:path w="5691188" h="3119438">
                <a:moveTo>
                  <a:pt x="95236" y="0"/>
                </a:moveTo>
                <a:lnTo>
                  <a:pt x="5595951" y="0"/>
                </a:lnTo>
                <a:cubicBezTo>
                  <a:pt x="5648513" y="0"/>
                  <a:pt x="5691188" y="42674"/>
                  <a:pt x="5691188" y="95236"/>
                </a:cubicBezTo>
                <a:lnTo>
                  <a:pt x="5691188" y="3024201"/>
                </a:lnTo>
                <a:cubicBezTo>
                  <a:pt x="5691187" y="3076799"/>
                  <a:pt x="5648549" y="3119438"/>
                  <a:pt x="5595951" y="3119438"/>
                </a:cubicBezTo>
                <a:lnTo>
                  <a:pt x="95236" y="3119438"/>
                </a:lnTo>
                <a:cubicBezTo>
                  <a:pt x="42639" y="3119438"/>
                  <a:pt x="0" y="3076799"/>
                  <a:pt x="0" y="3024201"/>
                </a:cubicBezTo>
                <a:lnTo>
                  <a:pt x="0" y="95236"/>
                </a:lnTo>
                <a:cubicBezTo>
                  <a:pt x="0" y="42674"/>
                  <a:pt x="42674" y="0"/>
                  <a:pt x="95236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83312" y="1501011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105544" y="65949"/>
                </a:moveTo>
                <a:lnTo>
                  <a:pt x="80739" y="105637"/>
                </a:lnTo>
                <a:cubicBezTo>
                  <a:pt x="79437" y="107714"/>
                  <a:pt x="77205" y="109017"/>
                  <a:pt x="74755" y="109141"/>
                </a:cubicBezTo>
                <a:cubicBezTo>
                  <a:pt x="72306" y="109265"/>
                  <a:pt x="69949" y="108148"/>
                  <a:pt x="68492" y="106164"/>
                </a:cubicBezTo>
                <a:lnTo>
                  <a:pt x="53609" y="86320"/>
                </a:lnTo>
                <a:cubicBezTo>
                  <a:pt x="51129" y="83034"/>
                  <a:pt x="51811" y="78383"/>
                  <a:pt x="55097" y="75902"/>
                </a:cubicBezTo>
                <a:cubicBezTo>
                  <a:pt x="58384" y="73422"/>
                  <a:pt x="63035" y="74104"/>
                  <a:pt x="65515" y="77391"/>
                </a:cubicBezTo>
                <a:lnTo>
                  <a:pt x="73887" y="88553"/>
                </a:lnTo>
                <a:lnTo>
                  <a:pt x="92925" y="58074"/>
                </a:lnTo>
                <a:cubicBezTo>
                  <a:pt x="95095" y="54601"/>
                  <a:pt x="99684" y="53516"/>
                  <a:pt x="103188" y="55718"/>
                </a:cubicBezTo>
                <a:cubicBezTo>
                  <a:pt x="106691" y="57919"/>
                  <a:pt x="107745" y="62477"/>
                  <a:pt x="105544" y="6598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7" name="Text 24"/>
          <p:cNvSpPr/>
          <p:nvPr/>
        </p:nvSpPr>
        <p:spPr>
          <a:xfrm>
            <a:off x="6361906" y="1469261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Solution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163469" y="1786761"/>
            <a:ext cx="5365750" cy="762000"/>
          </a:xfrm>
          <a:custGeom>
            <a:avLst/>
            <a:gdLst/>
            <a:ahLst/>
            <a:cxnLst/>
            <a:rect l="l" t="t" r="r" b="b"/>
            <a:pathLst>
              <a:path w="5365750" h="73025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666747"/>
                </a:lnTo>
                <a:cubicBezTo>
                  <a:pt x="5365750" y="701819"/>
                  <a:pt x="5337319" y="730250"/>
                  <a:pt x="5302247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9" name="Text 26"/>
          <p:cNvSpPr/>
          <p:nvPr/>
        </p:nvSpPr>
        <p:spPr>
          <a:xfrm>
            <a:off x="6290469" y="1945511"/>
            <a:ext cx="5183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ONE Platform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290469" y="2231261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All features integrated seamlessly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163469" y="2675761"/>
            <a:ext cx="5365750" cy="730250"/>
          </a:xfrm>
          <a:custGeom>
            <a:avLst/>
            <a:gdLst/>
            <a:ahLst/>
            <a:cxnLst/>
            <a:rect l="l" t="t" r="r" b="b"/>
            <a:pathLst>
              <a:path w="5365750" h="73025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666747"/>
                </a:lnTo>
                <a:cubicBezTo>
                  <a:pt x="5365750" y="701819"/>
                  <a:pt x="5337319" y="730250"/>
                  <a:pt x="5302247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2" name="Text 29"/>
          <p:cNvSpPr/>
          <p:nvPr/>
        </p:nvSpPr>
        <p:spPr>
          <a:xfrm>
            <a:off x="6290469" y="2802761"/>
            <a:ext cx="5183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ONE Login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290469" y="3088511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Single account for all functionality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6107907" y="3600480"/>
            <a:ext cx="5365750" cy="730250"/>
          </a:xfrm>
          <a:custGeom>
            <a:avLst/>
            <a:gdLst/>
            <a:ahLst/>
            <a:cxnLst/>
            <a:rect l="l" t="t" r="r" b="b"/>
            <a:pathLst>
              <a:path w="5365750" h="73025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666747"/>
                </a:lnTo>
                <a:cubicBezTo>
                  <a:pt x="5365750" y="701819"/>
                  <a:pt x="5337319" y="730250"/>
                  <a:pt x="5302247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5" name="Text 32"/>
          <p:cNvSpPr/>
          <p:nvPr/>
        </p:nvSpPr>
        <p:spPr>
          <a:xfrm>
            <a:off x="6290469" y="3660011"/>
            <a:ext cx="5183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ONE Integrated Experience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290469" y="3945761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Cohesive design for secondary education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452563" cy="230188"/>
          </a:xfrm>
          <a:custGeom>
            <a:avLst/>
            <a:gdLst/>
            <a:ahLst/>
            <a:cxnLst/>
            <a:rect l="l" t="t" r="r" b="b"/>
            <a:pathLst>
              <a:path w="1452563" h="230188">
                <a:moveTo>
                  <a:pt x="115094" y="0"/>
                </a:moveTo>
                <a:lnTo>
                  <a:pt x="1337469" y="0"/>
                </a:lnTo>
                <a:cubicBezTo>
                  <a:pt x="1400991" y="0"/>
                  <a:pt x="1452563" y="51572"/>
                  <a:pt x="1452563" y="115094"/>
                </a:cubicBezTo>
                <a:lnTo>
                  <a:pt x="1452563" y="115094"/>
                </a:lnTo>
                <a:cubicBezTo>
                  <a:pt x="1452563" y="178616"/>
                  <a:pt x="1400991" y="230188"/>
                  <a:pt x="13374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301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Three-Tier Architecture: Scalable, Secure, Maintainable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11549063" cy="1189527"/>
          </a:xfrm>
          <a:custGeom>
            <a:avLst/>
            <a:gdLst/>
            <a:ahLst/>
            <a:cxnLst/>
            <a:rect l="l" t="t" r="r" b="b"/>
            <a:pathLst>
              <a:path w="11549063" h="2341563">
                <a:moveTo>
                  <a:pt x="95255" y="0"/>
                </a:moveTo>
                <a:lnTo>
                  <a:pt x="11453808" y="0"/>
                </a:lnTo>
                <a:cubicBezTo>
                  <a:pt x="11506415" y="0"/>
                  <a:pt x="11549062" y="42647"/>
                  <a:pt x="11549062" y="95255"/>
                </a:cubicBezTo>
                <a:lnTo>
                  <a:pt x="11549063" y="2246308"/>
                </a:lnTo>
                <a:cubicBezTo>
                  <a:pt x="11549062" y="2298915"/>
                  <a:pt x="11506415" y="2341562"/>
                  <a:pt x="11453808" y="2341563"/>
                </a:cubicBezTo>
                <a:lnTo>
                  <a:pt x="95255" y="2341563"/>
                </a:lnTo>
                <a:cubicBezTo>
                  <a:pt x="42647" y="2341563"/>
                  <a:pt x="0" y="2298915"/>
                  <a:pt x="0" y="2246308"/>
                </a:cubicBezTo>
                <a:lnTo>
                  <a:pt x="0" y="95255"/>
                </a:lnTo>
                <a:cubicBezTo>
                  <a:pt x="0" y="42682"/>
                  <a:pt x="42682" y="0"/>
                  <a:pt x="9525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187" y="14525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579438" y="15478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5875" y="7938"/>
                </a:moveTo>
                <a:cubicBezTo>
                  <a:pt x="7119" y="7938"/>
                  <a:pt x="0" y="15056"/>
                  <a:pt x="0" y="23812"/>
                </a:cubicBezTo>
                <a:lnTo>
                  <a:pt x="0" y="87313"/>
                </a:lnTo>
                <a:cubicBezTo>
                  <a:pt x="0" y="96069"/>
                  <a:pt x="7119" y="103188"/>
                  <a:pt x="15875" y="103188"/>
                </a:cubicBezTo>
                <a:lnTo>
                  <a:pt x="51594" y="103188"/>
                </a:lnTo>
                <a:lnTo>
                  <a:pt x="47625" y="115094"/>
                </a:lnTo>
                <a:lnTo>
                  <a:pt x="29766" y="115094"/>
                </a:lnTo>
                <a:cubicBezTo>
                  <a:pt x="26467" y="115094"/>
                  <a:pt x="23812" y="117748"/>
                  <a:pt x="23812" y="121047"/>
                </a:cubicBezTo>
                <a:cubicBezTo>
                  <a:pt x="23812" y="124346"/>
                  <a:pt x="26467" y="127000"/>
                  <a:pt x="29766" y="127000"/>
                </a:cubicBezTo>
                <a:lnTo>
                  <a:pt x="97234" y="127000"/>
                </a:lnTo>
                <a:cubicBezTo>
                  <a:pt x="100533" y="127000"/>
                  <a:pt x="103188" y="124346"/>
                  <a:pt x="103188" y="121047"/>
                </a:cubicBezTo>
                <a:cubicBezTo>
                  <a:pt x="103188" y="117748"/>
                  <a:pt x="100533" y="115094"/>
                  <a:pt x="97234" y="115094"/>
                </a:cubicBezTo>
                <a:lnTo>
                  <a:pt x="79375" y="115094"/>
                </a:lnTo>
                <a:lnTo>
                  <a:pt x="75406" y="103188"/>
                </a:lnTo>
                <a:lnTo>
                  <a:pt x="111125" y="103188"/>
                </a:lnTo>
                <a:cubicBezTo>
                  <a:pt x="119881" y="103188"/>
                  <a:pt x="127000" y="96069"/>
                  <a:pt x="127000" y="87313"/>
                </a:cubicBezTo>
                <a:lnTo>
                  <a:pt x="127000" y="23812"/>
                </a:lnTo>
                <a:cubicBezTo>
                  <a:pt x="127000" y="15056"/>
                  <a:pt x="119881" y="7938"/>
                  <a:pt x="111125" y="7938"/>
                </a:cubicBezTo>
                <a:lnTo>
                  <a:pt x="15875" y="7938"/>
                </a:lnTo>
                <a:close/>
                <a:moveTo>
                  <a:pt x="23812" y="23812"/>
                </a:moveTo>
                <a:lnTo>
                  <a:pt x="103188" y="23812"/>
                </a:lnTo>
                <a:cubicBezTo>
                  <a:pt x="107578" y="23812"/>
                  <a:pt x="111125" y="27360"/>
                  <a:pt x="111125" y="31750"/>
                </a:cubicBezTo>
                <a:lnTo>
                  <a:pt x="111125" y="71438"/>
                </a:lnTo>
                <a:cubicBezTo>
                  <a:pt x="111125" y="75828"/>
                  <a:pt x="107578" y="79375"/>
                  <a:pt x="103188" y="79375"/>
                </a:cubicBezTo>
                <a:lnTo>
                  <a:pt x="23812" y="79375"/>
                </a:lnTo>
                <a:cubicBezTo>
                  <a:pt x="19422" y="79375"/>
                  <a:pt x="15875" y="75828"/>
                  <a:pt x="15875" y="71438"/>
                </a:cubicBezTo>
                <a:lnTo>
                  <a:pt x="15875" y="31750"/>
                </a:lnTo>
                <a:cubicBezTo>
                  <a:pt x="15875" y="27360"/>
                  <a:pt x="19422" y="23812"/>
                  <a:pt x="23812" y="23812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896938" y="1420813"/>
            <a:ext cx="1936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Presentation Layer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938" y="1643063"/>
            <a:ext cx="1912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18 Progressive Web Application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77031" y="1894192"/>
            <a:ext cx="11215688" cy="357188"/>
          </a:xfrm>
          <a:custGeom>
            <a:avLst/>
            <a:gdLst/>
            <a:ahLst/>
            <a:cxnLst/>
            <a:rect l="l" t="t" r="r" b="b"/>
            <a:pathLst>
              <a:path w="11215688" h="357188">
                <a:moveTo>
                  <a:pt x="63501" y="0"/>
                </a:moveTo>
                <a:lnTo>
                  <a:pt x="11152187" y="0"/>
                </a:lnTo>
                <a:cubicBezTo>
                  <a:pt x="11187257" y="0"/>
                  <a:pt x="11215688" y="28430"/>
                  <a:pt x="11215688" y="63501"/>
                </a:cubicBezTo>
                <a:lnTo>
                  <a:pt x="11215688" y="293687"/>
                </a:lnTo>
                <a:cubicBezTo>
                  <a:pt x="11215688" y="328757"/>
                  <a:pt x="11187257" y="357188"/>
                  <a:pt x="11152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156" y="1973567"/>
            <a:ext cx="11072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Tech: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React 18 | Tailwind CSS | PWA (Service Workers) | </a:t>
            </a: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Features: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Responsive, Offline-capable, Installable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345649" y="2606371"/>
            <a:ext cx="142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 / JSON Web Tokens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842000" y="2606371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3" name="Text 31"/>
          <p:cNvSpPr/>
          <p:nvPr/>
        </p:nvSpPr>
        <p:spPr>
          <a:xfrm>
            <a:off x="6096000" y="2606371"/>
            <a:ext cx="1444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RESTful API Communication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06375" y="2850419"/>
            <a:ext cx="11549063" cy="1992313"/>
          </a:xfrm>
          <a:custGeom>
            <a:avLst/>
            <a:gdLst/>
            <a:ahLst/>
            <a:cxnLst/>
            <a:rect l="l" t="t" r="r" b="b"/>
            <a:pathLst>
              <a:path w="11549063" h="1992313">
                <a:moveTo>
                  <a:pt x="95252" y="0"/>
                </a:moveTo>
                <a:lnTo>
                  <a:pt x="11453810" y="0"/>
                </a:lnTo>
                <a:cubicBezTo>
                  <a:pt x="11506417" y="0"/>
                  <a:pt x="11549062" y="42646"/>
                  <a:pt x="11549062" y="95252"/>
                </a:cubicBezTo>
                <a:lnTo>
                  <a:pt x="11549063" y="1897060"/>
                </a:lnTo>
                <a:cubicBezTo>
                  <a:pt x="11549062" y="1949667"/>
                  <a:pt x="11506417" y="1992313"/>
                  <a:pt x="11453810" y="1992313"/>
                </a:cubicBezTo>
                <a:lnTo>
                  <a:pt x="95252" y="1992313"/>
                </a:lnTo>
                <a:cubicBezTo>
                  <a:pt x="42646" y="1992313"/>
                  <a:pt x="0" y="1949667"/>
                  <a:pt x="0" y="1897060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9093" y="304488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6" name="Shape 34"/>
          <p:cNvSpPr/>
          <p:nvPr/>
        </p:nvSpPr>
        <p:spPr>
          <a:xfrm>
            <a:off x="472281" y="314013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5875" y="7938"/>
                </a:moveTo>
                <a:cubicBezTo>
                  <a:pt x="7119" y="7938"/>
                  <a:pt x="0" y="15056"/>
                  <a:pt x="0" y="23812"/>
                </a:cubicBezTo>
                <a:lnTo>
                  <a:pt x="0" y="39688"/>
                </a:lnTo>
                <a:cubicBezTo>
                  <a:pt x="0" y="48444"/>
                  <a:pt x="7119" y="55563"/>
                  <a:pt x="15875" y="55563"/>
                </a:cubicBezTo>
                <a:lnTo>
                  <a:pt x="95250" y="55563"/>
                </a:lnTo>
                <a:cubicBezTo>
                  <a:pt x="104006" y="55563"/>
                  <a:pt x="111125" y="48444"/>
                  <a:pt x="111125" y="39688"/>
                </a:cubicBezTo>
                <a:lnTo>
                  <a:pt x="111125" y="23812"/>
                </a:lnTo>
                <a:cubicBezTo>
                  <a:pt x="111125" y="15056"/>
                  <a:pt x="104006" y="7938"/>
                  <a:pt x="95250" y="7938"/>
                </a:cubicBezTo>
                <a:lnTo>
                  <a:pt x="15875" y="7938"/>
                </a:lnTo>
                <a:close/>
                <a:moveTo>
                  <a:pt x="69453" y="25797"/>
                </a:moveTo>
                <a:cubicBezTo>
                  <a:pt x="72739" y="25797"/>
                  <a:pt x="75406" y="28464"/>
                  <a:pt x="75406" y="31750"/>
                </a:cubicBezTo>
                <a:cubicBezTo>
                  <a:pt x="75406" y="35036"/>
                  <a:pt x="72739" y="37703"/>
                  <a:pt x="69453" y="37703"/>
                </a:cubicBezTo>
                <a:cubicBezTo>
                  <a:pt x="66168" y="37703"/>
                  <a:pt x="63500" y="35036"/>
                  <a:pt x="63500" y="31750"/>
                </a:cubicBezTo>
                <a:cubicBezTo>
                  <a:pt x="63500" y="28464"/>
                  <a:pt x="66168" y="25797"/>
                  <a:pt x="69453" y="25797"/>
                </a:cubicBezTo>
                <a:close/>
                <a:moveTo>
                  <a:pt x="83344" y="31750"/>
                </a:moveTo>
                <a:cubicBezTo>
                  <a:pt x="83344" y="28464"/>
                  <a:pt x="86011" y="25797"/>
                  <a:pt x="89297" y="25797"/>
                </a:cubicBezTo>
                <a:cubicBezTo>
                  <a:pt x="92582" y="25797"/>
                  <a:pt x="95250" y="28464"/>
                  <a:pt x="95250" y="31750"/>
                </a:cubicBezTo>
                <a:cubicBezTo>
                  <a:pt x="95250" y="35036"/>
                  <a:pt x="92582" y="37703"/>
                  <a:pt x="89297" y="37703"/>
                </a:cubicBezTo>
                <a:cubicBezTo>
                  <a:pt x="86011" y="37703"/>
                  <a:pt x="83344" y="35036"/>
                  <a:pt x="83344" y="31750"/>
                </a:cubicBezTo>
                <a:close/>
                <a:moveTo>
                  <a:pt x="15875" y="71438"/>
                </a:moveTo>
                <a:cubicBezTo>
                  <a:pt x="7119" y="71438"/>
                  <a:pt x="0" y="78556"/>
                  <a:pt x="0" y="87313"/>
                </a:cubicBezTo>
                <a:lnTo>
                  <a:pt x="0" y="103188"/>
                </a:lnTo>
                <a:cubicBezTo>
                  <a:pt x="0" y="111944"/>
                  <a:pt x="7119" y="119063"/>
                  <a:pt x="15875" y="119063"/>
                </a:cubicBezTo>
                <a:lnTo>
                  <a:pt x="95250" y="119063"/>
                </a:lnTo>
                <a:cubicBezTo>
                  <a:pt x="104006" y="119063"/>
                  <a:pt x="111125" y="111944"/>
                  <a:pt x="111125" y="103188"/>
                </a:cubicBezTo>
                <a:lnTo>
                  <a:pt x="111125" y="87313"/>
                </a:lnTo>
                <a:cubicBezTo>
                  <a:pt x="111125" y="78556"/>
                  <a:pt x="104006" y="71438"/>
                  <a:pt x="95250" y="71438"/>
                </a:cubicBezTo>
                <a:lnTo>
                  <a:pt x="15875" y="71438"/>
                </a:lnTo>
                <a:close/>
                <a:moveTo>
                  <a:pt x="69453" y="89297"/>
                </a:moveTo>
                <a:cubicBezTo>
                  <a:pt x="72739" y="89297"/>
                  <a:pt x="75406" y="91964"/>
                  <a:pt x="75406" y="95250"/>
                </a:cubicBezTo>
                <a:cubicBezTo>
                  <a:pt x="75406" y="98536"/>
                  <a:pt x="72739" y="101203"/>
                  <a:pt x="69453" y="101203"/>
                </a:cubicBezTo>
                <a:cubicBezTo>
                  <a:pt x="66168" y="101203"/>
                  <a:pt x="63500" y="98536"/>
                  <a:pt x="63500" y="95250"/>
                </a:cubicBezTo>
                <a:cubicBezTo>
                  <a:pt x="63500" y="91964"/>
                  <a:pt x="66168" y="89297"/>
                  <a:pt x="69453" y="89297"/>
                </a:cubicBezTo>
                <a:close/>
                <a:moveTo>
                  <a:pt x="83344" y="95250"/>
                </a:moveTo>
                <a:cubicBezTo>
                  <a:pt x="83344" y="91964"/>
                  <a:pt x="86011" y="89297"/>
                  <a:pt x="89297" y="89297"/>
                </a:cubicBezTo>
                <a:cubicBezTo>
                  <a:pt x="92582" y="89297"/>
                  <a:pt x="95250" y="91964"/>
                  <a:pt x="95250" y="95250"/>
                </a:cubicBezTo>
                <a:cubicBezTo>
                  <a:pt x="95250" y="98536"/>
                  <a:pt x="92582" y="101203"/>
                  <a:pt x="89297" y="101203"/>
                </a:cubicBezTo>
                <a:cubicBezTo>
                  <a:pt x="86011" y="101203"/>
                  <a:pt x="83344" y="98536"/>
                  <a:pt x="83344" y="9525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7" name="Text 35"/>
          <p:cNvSpPr/>
          <p:nvPr/>
        </p:nvSpPr>
        <p:spPr>
          <a:xfrm>
            <a:off x="781844" y="3013138"/>
            <a:ext cx="1428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Application Layer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81844" y="3235388"/>
            <a:ext cx="140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 20 + Express.js 4.18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69093" y="3521138"/>
            <a:ext cx="2738438" cy="698500"/>
          </a:xfrm>
          <a:custGeom>
            <a:avLst/>
            <a:gdLst/>
            <a:ahLst/>
            <a:cxnLst/>
            <a:rect l="l" t="t" r="r" b="b"/>
            <a:pathLst>
              <a:path w="2738438" h="698500">
                <a:moveTo>
                  <a:pt x="63501" y="0"/>
                </a:moveTo>
                <a:lnTo>
                  <a:pt x="2674937" y="0"/>
                </a:lnTo>
                <a:cubicBezTo>
                  <a:pt x="2710007" y="0"/>
                  <a:pt x="2738438" y="28430"/>
                  <a:pt x="2738438" y="63501"/>
                </a:cubicBezTo>
                <a:lnTo>
                  <a:pt x="2738438" y="634999"/>
                </a:lnTo>
                <a:cubicBezTo>
                  <a:pt x="2738438" y="670070"/>
                  <a:pt x="2710007" y="698500"/>
                  <a:pt x="26749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656953" y="36163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80801" y="0"/>
                  <a:pt x="82228" y="310"/>
                  <a:pt x="83530" y="899"/>
                </a:cubicBezTo>
                <a:lnTo>
                  <a:pt x="141945" y="25673"/>
                </a:lnTo>
                <a:cubicBezTo>
                  <a:pt x="148766" y="28556"/>
                  <a:pt x="153851" y="35285"/>
                  <a:pt x="153820" y="43408"/>
                </a:cubicBezTo>
                <a:cubicBezTo>
                  <a:pt x="153665" y="74166"/>
                  <a:pt x="141015" y="130442"/>
                  <a:pt x="87592" y="156021"/>
                </a:cubicBezTo>
                <a:cubicBezTo>
                  <a:pt x="82414" y="158502"/>
                  <a:pt x="76398" y="158502"/>
                  <a:pt x="71220" y="156021"/>
                </a:cubicBezTo>
                <a:cubicBezTo>
                  <a:pt x="17766" y="130442"/>
                  <a:pt x="5147" y="74166"/>
                  <a:pt x="4992" y="43408"/>
                </a:cubicBezTo>
                <a:cubicBezTo>
                  <a:pt x="4961" y="35285"/>
                  <a:pt x="10046" y="28556"/>
                  <a:pt x="16867" y="25673"/>
                </a:cubicBezTo>
                <a:lnTo>
                  <a:pt x="75251" y="899"/>
                </a:lnTo>
                <a:cubicBezTo>
                  <a:pt x="76553" y="310"/>
                  <a:pt x="77949" y="0"/>
                  <a:pt x="79375" y="0"/>
                </a:cubicBezTo>
                <a:close/>
                <a:moveTo>
                  <a:pt x="79375" y="20712"/>
                </a:moveTo>
                <a:lnTo>
                  <a:pt x="79375" y="137945"/>
                </a:lnTo>
                <a:cubicBezTo>
                  <a:pt x="122163" y="117233"/>
                  <a:pt x="133666" y="71344"/>
                  <a:pt x="133945" y="43873"/>
                </a:cubicBezTo>
                <a:lnTo>
                  <a:pt x="79375" y="20743"/>
                </a:lnTo>
                <a:lnTo>
                  <a:pt x="79375" y="20743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1" name="Text 39"/>
          <p:cNvSpPr/>
          <p:nvPr/>
        </p:nvSpPr>
        <p:spPr>
          <a:xfrm>
            <a:off x="436562" y="3838638"/>
            <a:ext cx="2603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Auth Service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440531" y="3997388"/>
            <a:ext cx="2595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JWT-based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3198812" y="3521138"/>
            <a:ext cx="2738438" cy="698500"/>
          </a:xfrm>
          <a:custGeom>
            <a:avLst/>
            <a:gdLst/>
            <a:ahLst/>
            <a:cxnLst/>
            <a:rect l="l" t="t" r="r" b="b"/>
            <a:pathLst>
              <a:path w="2738438" h="698500">
                <a:moveTo>
                  <a:pt x="63501" y="0"/>
                </a:moveTo>
                <a:lnTo>
                  <a:pt x="2674937" y="0"/>
                </a:lnTo>
                <a:cubicBezTo>
                  <a:pt x="2710007" y="0"/>
                  <a:pt x="2738438" y="28430"/>
                  <a:pt x="2738438" y="63501"/>
                </a:cubicBezTo>
                <a:lnTo>
                  <a:pt x="2738438" y="634999"/>
                </a:lnTo>
                <a:cubicBezTo>
                  <a:pt x="2738438" y="670070"/>
                  <a:pt x="2710007" y="698500"/>
                  <a:pt x="26749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466828" y="36163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28953" y="65267"/>
                </a:moveTo>
                <a:cubicBezTo>
                  <a:pt x="132736" y="64244"/>
                  <a:pt x="136705" y="66042"/>
                  <a:pt x="138410" y="69546"/>
                </a:cubicBezTo>
                <a:lnTo>
                  <a:pt x="144177" y="81204"/>
                </a:lnTo>
                <a:cubicBezTo>
                  <a:pt x="147371" y="81638"/>
                  <a:pt x="150502" y="82507"/>
                  <a:pt x="153448" y="83716"/>
                </a:cubicBezTo>
                <a:lnTo>
                  <a:pt x="164300" y="76491"/>
                </a:lnTo>
                <a:cubicBezTo>
                  <a:pt x="167556" y="74321"/>
                  <a:pt x="171865" y="74755"/>
                  <a:pt x="174625" y="77515"/>
                </a:cubicBezTo>
                <a:lnTo>
                  <a:pt x="180578" y="83468"/>
                </a:lnTo>
                <a:cubicBezTo>
                  <a:pt x="183338" y="86227"/>
                  <a:pt x="183772" y="90568"/>
                  <a:pt x="181601" y="93793"/>
                </a:cubicBezTo>
                <a:lnTo>
                  <a:pt x="174377" y="104614"/>
                </a:lnTo>
                <a:cubicBezTo>
                  <a:pt x="174966" y="106071"/>
                  <a:pt x="175493" y="107590"/>
                  <a:pt x="175927" y="109172"/>
                </a:cubicBezTo>
                <a:cubicBezTo>
                  <a:pt x="176361" y="110753"/>
                  <a:pt x="176640" y="112303"/>
                  <a:pt x="176857" y="113885"/>
                </a:cubicBezTo>
                <a:lnTo>
                  <a:pt x="188547" y="119652"/>
                </a:lnTo>
                <a:cubicBezTo>
                  <a:pt x="192050" y="121388"/>
                  <a:pt x="193849" y="125357"/>
                  <a:pt x="192825" y="129108"/>
                </a:cubicBezTo>
                <a:lnTo>
                  <a:pt x="190655" y="137232"/>
                </a:lnTo>
                <a:cubicBezTo>
                  <a:pt x="189632" y="140984"/>
                  <a:pt x="186128" y="143526"/>
                  <a:pt x="182221" y="143278"/>
                </a:cubicBezTo>
                <a:lnTo>
                  <a:pt x="169199" y="142441"/>
                </a:lnTo>
                <a:cubicBezTo>
                  <a:pt x="167246" y="144952"/>
                  <a:pt x="164982" y="147278"/>
                  <a:pt x="162409" y="149262"/>
                </a:cubicBezTo>
                <a:lnTo>
                  <a:pt x="163246" y="162254"/>
                </a:lnTo>
                <a:cubicBezTo>
                  <a:pt x="163494" y="166160"/>
                  <a:pt x="160951" y="169695"/>
                  <a:pt x="157200" y="170687"/>
                </a:cubicBezTo>
                <a:lnTo>
                  <a:pt x="149076" y="172858"/>
                </a:lnTo>
                <a:cubicBezTo>
                  <a:pt x="145293" y="173881"/>
                  <a:pt x="141356" y="172083"/>
                  <a:pt x="139619" y="168579"/>
                </a:cubicBezTo>
                <a:lnTo>
                  <a:pt x="133852" y="156921"/>
                </a:lnTo>
                <a:cubicBezTo>
                  <a:pt x="130659" y="156487"/>
                  <a:pt x="127527" y="155618"/>
                  <a:pt x="124582" y="154409"/>
                </a:cubicBezTo>
                <a:lnTo>
                  <a:pt x="113729" y="161634"/>
                </a:lnTo>
                <a:cubicBezTo>
                  <a:pt x="110474" y="163804"/>
                  <a:pt x="106164" y="163370"/>
                  <a:pt x="103405" y="160610"/>
                </a:cubicBezTo>
                <a:lnTo>
                  <a:pt x="97451" y="154657"/>
                </a:lnTo>
                <a:cubicBezTo>
                  <a:pt x="94692" y="151898"/>
                  <a:pt x="94258" y="147588"/>
                  <a:pt x="96428" y="144332"/>
                </a:cubicBezTo>
                <a:lnTo>
                  <a:pt x="103653" y="133480"/>
                </a:lnTo>
                <a:cubicBezTo>
                  <a:pt x="103063" y="132023"/>
                  <a:pt x="102536" y="130504"/>
                  <a:pt x="102102" y="128922"/>
                </a:cubicBezTo>
                <a:cubicBezTo>
                  <a:pt x="101668" y="127341"/>
                  <a:pt x="101389" y="125760"/>
                  <a:pt x="101172" y="124209"/>
                </a:cubicBezTo>
                <a:lnTo>
                  <a:pt x="89483" y="118442"/>
                </a:lnTo>
                <a:cubicBezTo>
                  <a:pt x="85979" y="116706"/>
                  <a:pt x="84212" y="112737"/>
                  <a:pt x="85204" y="108986"/>
                </a:cubicBezTo>
                <a:lnTo>
                  <a:pt x="87375" y="100862"/>
                </a:lnTo>
                <a:cubicBezTo>
                  <a:pt x="88398" y="97110"/>
                  <a:pt x="91901" y="94568"/>
                  <a:pt x="95808" y="94816"/>
                </a:cubicBezTo>
                <a:lnTo>
                  <a:pt x="108800" y="95653"/>
                </a:lnTo>
                <a:cubicBezTo>
                  <a:pt x="110753" y="93142"/>
                  <a:pt x="113016" y="90816"/>
                  <a:pt x="115590" y="88832"/>
                </a:cubicBezTo>
                <a:lnTo>
                  <a:pt x="114753" y="75871"/>
                </a:lnTo>
                <a:cubicBezTo>
                  <a:pt x="114505" y="71965"/>
                  <a:pt x="117047" y="68430"/>
                  <a:pt x="120799" y="67438"/>
                </a:cubicBezTo>
                <a:lnTo>
                  <a:pt x="128922" y="65267"/>
                </a:lnTo>
                <a:close/>
                <a:moveTo>
                  <a:pt x="139030" y="105420"/>
                </a:moveTo>
                <a:cubicBezTo>
                  <a:pt x="131501" y="105428"/>
                  <a:pt x="125395" y="111548"/>
                  <a:pt x="125403" y="119078"/>
                </a:cubicBezTo>
                <a:cubicBezTo>
                  <a:pt x="125412" y="126608"/>
                  <a:pt x="131532" y="132714"/>
                  <a:pt x="139061" y="132705"/>
                </a:cubicBezTo>
                <a:cubicBezTo>
                  <a:pt x="146591" y="132697"/>
                  <a:pt x="152697" y="126577"/>
                  <a:pt x="152688" y="119047"/>
                </a:cubicBezTo>
                <a:cubicBezTo>
                  <a:pt x="152680" y="111517"/>
                  <a:pt x="146560" y="105411"/>
                  <a:pt x="139030" y="105420"/>
                </a:cubicBezTo>
                <a:close/>
                <a:moveTo>
                  <a:pt x="69732" y="-14108"/>
                </a:moveTo>
                <a:lnTo>
                  <a:pt x="77856" y="-11937"/>
                </a:lnTo>
                <a:cubicBezTo>
                  <a:pt x="81607" y="-10914"/>
                  <a:pt x="84150" y="-7379"/>
                  <a:pt x="83902" y="-3504"/>
                </a:cubicBezTo>
                <a:lnTo>
                  <a:pt x="83065" y="9457"/>
                </a:lnTo>
                <a:cubicBezTo>
                  <a:pt x="85638" y="11441"/>
                  <a:pt x="87902" y="13736"/>
                  <a:pt x="89855" y="16278"/>
                </a:cubicBezTo>
                <a:lnTo>
                  <a:pt x="102877" y="15441"/>
                </a:lnTo>
                <a:cubicBezTo>
                  <a:pt x="106753" y="15193"/>
                  <a:pt x="110288" y="17735"/>
                  <a:pt x="111311" y="21487"/>
                </a:cubicBezTo>
                <a:lnTo>
                  <a:pt x="113481" y="29611"/>
                </a:lnTo>
                <a:cubicBezTo>
                  <a:pt x="114474" y="33362"/>
                  <a:pt x="112706" y="37331"/>
                  <a:pt x="109203" y="39067"/>
                </a:cubicBezTo>
                <a:lnTo>
                  <a:pt x="97513" y="44834"/>
                </a:lnTo>
                <a:cubicBezTo>
                  <a:pt x="97296" y="46416"/>
                  <a:pt x="96986" y="47997"/>
                  <a:pt x="96583" y="49547"/>
                </a:cubicBezTo>
                <a:cubicBezTo>
                  <a:pt x="96180" y="51098"/>
                  <a:pt x="95622" y="52648"/>
                  <a:pt x="95033" y="54105"/>
                </a:cubicBezTo>
                <a:lnTo>
                  <a:pt x="102257" y="64957"/>
                </a:lnTo>
                <a:cubicBezTo>
                  <a:pt x="104428" y="68213"/>
                  <a:pt x="103994" y="72523"/>
                  <a:pt x="101234" y="75282"/>
                </a:cubicBezTo>
                <a:lnTo>
                  <a:pt x="95281" y="81235"/>
                </a:lnTo>
                <a:cubicBezTo>
                  <a:pt x="92521" y="83995"/>
                  <a:pt x="88212" y="84429"/>
                  <a:pt x="84956" y="82259"/>
                </a:cubicBezTo>
                <a:lnTo>
                  <a:pt x="74104" y="75034"/>
                </a:lnTo>
                <a:cubicBezTo>
                  <a:pt x="71158" y="76243"/>
                  <a:pt x="68027" y="77112"/>
                  <a:pt x="64833" y="77546"/>
                </a:cubicBezTo>
                <a:lnTo>
                  <a:pt x="59066" y="89204"/>
                </a:lnTo>
                <a:cubicBezTo>
                  <a:pt x="57330" y="92708"/>
                  <a:pt x="53361" y="94475"/>
                  <a:pt x="49609" y="93483"/>
                </a:cubicBezTo>
                <a:lnTo>
                  <a:pt x="41486" y="91312"/>
                </a:lnTo>
                <a:cubicBezTo>
                  <a:pt x="37703" y="90289"/>
                  <a:pt x="35192" y="86754"/>
                  <a:pt x="35440" y="82879"/>
                </a:cubicBezTo>
                <a:lnTo>
                  <a:pt x="36277" y="69887"/>
                </a:lnTo>
                <a:cubicBezTo>
                  <a:pt x="33703" y="67903"/>
                  <a:pt x="31440" y="65608"/>
                  <a:pt x="29487" y="63066"/>
                </a:cubicBezTo>
                <a:lnTo>
                  <a:pt x="16464" y="63903"/>
                </a:lnTo>
                <a:cubicBezTo>
                  <a:pt x="12588" y="64151"/>
                  <a:pt x="9054" y="61609"/>
                  <a:pt x="8031" y="57857"/>
                </a:cubicBezTo>
                <a:lnTo>
                  <a:pt x="5860" y="49733"/>
                </a:lnTo>
                <a:cubicBezTo>
                  <a:pt x="4868" y="45982"/>
                  <a:pt x="6635" y="42013"/>
                  <a:pt x="10139" y="40277"/>
                </a:cubicBezTo>
                <a:lnTo>
                  <a:pt x="21828" y="34510"/>
                </a:lnTo>
                <a:cubicBezTo>
                  <a:pt x="22045" y="32928"/>
                  <a:pt x="22355" y="31378"/>
                  <a:pt x="22758" y="29797"/>
                </a:cubicBezTo>
                <a:cubicBezTo>
                  <a:pt x="23192" y="28215"/>
                  <a:pt x="23688" y="26696"/>
                  <a:pt x="24309" y="25239"/>
                </a:cubicBezTo>
                <a:lnTo>
                  <a:pt x="17084" y="14418"/>
                </a:lnTo>
                <a:cubicBezTo>
                  <a:pt x="14914" y="11162"/>
                  <a:pt x="15348" y="6852"/>
                  <a:pt x="18107" y="4093"/>
                </a:cubicBezTo>
                <a:lnTo>
                  <a:pt x="24061" y="-1860"/>
                </a:lnTo>
                <a:cubicBezTo>
                  <a:pt x="26820" y="-4620"/>
                  <a:pt x="31130" y="-5054"/>
                  <a:pt x="34385" y="-2884"/>
                </a:cubicBezTo>
                <a:lnTo>
                  <a:pt x="45238" y="4341"/>
                </a:lnTo>
                <a:cubicBezTo>
                  <a:pt x="48183" y="3132"/>
                  <a:pt x="51315" y="2263"/>
                  <a:pt x="54508" y="1829"/>
                </a:cubicBezTo>
                <a:lnTo>
                  <a:pt x="60275" y="-9829"/>
                </a:lnTo>
                <a:cubicBezTo>
                  <a:pt x="62012" y="-13333"/>
                  <a:pt x="65949" y="-15100"/>
                  <a:pt x="69732" y="-14108"/>
                </a:cubicBezTo>
                <a:close/>
                <a:moveTo>
                  <a:pt x="59655" y="26045"/>
                </a:moveTo>
                <a:cubicBezTo>
                  <a:pt x="52126" y="26045"/>
                  <a:pt x="46013" y="32158"/>
                  <a:pt x="46013" y="39688"/>
                </a:cubicBezTo>
                <a:cubicBezTo>
                  <a:pt x="46013" y="47217"/>
                  <a:pt x="52126" y="53330"/>
                  <a:pt x="59655" y="53330"/>
                </a:cubicBezTo>
                <a:cubicBezTo>
                  <a:pt x="67185" y="53330"/>
                  <a:pt x="73298" y="47217"/>
                  <a:pt x="73298" y="39688"/>
                </a:cubicBezTo>
                <a:cubicBezTo>
                  <a:pt x="73298" y="32158"/>
                  <a:pt x="67185" y="26045"/>
                  <a:pt x="59655" y="26045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5" name="Text 43"/>
          <p:cNvSpPr/>
          <p:nvPr/>
        </p:nvSpPr>
        <p:spPr>
          <a:xfrm>
            <a:off x="3266281" y="3838638"/>
            <a:ext cx="2603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Business Logic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3270250" y="3997388"/>
            <a:ext cx="2595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XP calc, Level up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028531" y="3521138"/>
            <a:ext cx="2738438" cy="698500"/>
          </a:xfrm>
          <a:custGeom>
            <a:avLst/>
            <a:gdLst/>
            <a:ahLst/>
            <a:cxnLst/>
            <a:rect l="l" t="t" r="r" b="b"/>
            <a:pathLst>
              <a:path w="2738438" h="698500">
                <a:moveTo>
                  <a:pt x="63501" y="0"/>
                </a:moveTo>
                <a:lnTo>
                  <a:pt x="2674937" y="0"/>
                </a:lnTo>
                <a:cubicBezTo>
                  <a:pt x="2710007" y="0"/>
                  <a:pt x="2738438" y="28430"/>
                  <a:pt x="2738438" y="63501"/>
                </a:cubicBezTo>
                <a:lnTo>
                  <a:pt x="2738438" y="634999"/>
                </a:lnTo>
                <a:cubicBezTo>
                  <a:pt x="2738438" y="670070"/>
                  <a:pt x="2710007" y="698500"/>
                  <a:pt x="26749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296547" y="36163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09141" y="0"/>
                </a:moveTo>
                <a:cubicBezTo>
                  <a:pt x="109141" y="-5488"/>
                  <a:pt x="104707" y="-9922"/>
                  <a:pt x="99219" y="-9922"/>
                </a:cubicBezTo>
                <a:cubicBezTo>
                  <a:pt x="93731" y="-9922"/>
                  <a:pt x="89297" y="-5488"/>
                  <a:pt x="89297" y="0"/>
                </a:cubicBezTo>
                <a:lnTo>
                  <a:pt x="89297" y="19844"/>
                </a:lnTo>
                <a:lnTo>
                  <a:pt x="59531" y="19844"/>
                </a:lnTo>
                <a:cubicBezTo>
                  <a:pt x="43098" y="19844"/>
                  <a:pt x="29766" y="33176"/>
                  <a:pt x="29766" y="49609"/>
                </a:cubicBezTo>
                <a:lnTo>
                  <a:pt x="29766" y="119062"/>
                </a:lnTo>
                <a:cubicBezTo>
                  <a:pt x="29766" y="135496"/>
                  <a:pt x="43098" y="148828"/>
                  <a:pt x="59531" y="148828"/>
                </a:cubicBezTo>
                <a:lnTo>
                  <a:pt x="138906" y="148828"/>
                </a:lnTo>
                <a:cubicBezTo>
                  <a:pt x="155339" y="148828"/>
                  <a:pt x="168672" y="135496"/>
                  <a:pt x="168672" y="119062"/>
                </a:cubicBezTo>
                <a:lnTo>
                  <a:pt x="168672" y="49609"/>
                </a:lnTo>
                <a:cubicBezTo>
                  <a:pt x="168672" y="33176"/>
                  <a:pt x="155339" y="19844"/>
                  <a:pt x="138906" y="19844"/>
                </a:cubicBezTo>
                <a:lnTo>
                  <a:pt x="109141" y="19844"/>
                </a:lnTo>
                <a:lnTo>
                  <a:pt x="109141" y="0"/>
                </a:lnTo>
                <a:close/>
                <a:moveTo>
                  <a:pt x="49609" y="114102"/>
                </a:moveTo>
                <a:cubicBezTo>
                  <a:pt x="49609" y="109978"/>
                  <a:pt x="52927" y="106660"/>
                  <a:pt x="57051" y="106660"/>
                </a:cubicBezTo>
                <a:lnTo>
                  <a:pt x="66973" y="106660"/>
                </a:lnTo>
                <a:cubicBezTo>
                  <a:pt x="71096" y="106660"/>
                  <a:pt x="74414" y="109978"/>
                  <a:pt x="74414" y="114102"/>
                </a:cubicBezTo>
                <a:cubicBezTo>
                  <a:pt x="74414" y="118225"/>
                  <a:pt x="71096" y="121543"/>
                  <a:pt x="66973" y="121543"/>
                </a:cubicBezTo>
                <a:lnTo>
                  <a:pt x="57051" y="121543"/>
                </a:lnTo>
                <a:cubicBezTo>
                  <a:pt x="52927" y="121543"/>
                  <a:pt x="49609" y="118225"/>
                  <a:pt x="49609" y="114102"/>
                </a:cubicBezTo>
                <a:close/>
                <a:moveTo>
                  <a:pt x="86816" y="114102"/>
                </a:moveTo>
                <a:cubicBezTo>
                  <a:pt x="86816" y="109978"/>
                  <a:pt x="90134" y="106660"/>
                  <a:pt x="94258" y="106660"/>
                </a:cubicBezTo>
                <a:lnTo>
                  <a:pt x="104180" y="106660"/>
                </a:lnTo>
                <a:cubicBezTo>
                  <a:pt x="108303" y="106660"/>
                  <a:pt x="111621" y="109978"/>
                  <a:pt x="111621" y="114102"/>
                </a:cubicBezTo>
                <a:cubicBezTo>
                  <a:pt x="111621" y="118225"/>
                  <a:pt x="108303" y="121543"/>
                  <a:pt x="104180" y="121543"/>
                </a:cubicBezTo>
                <a:lnTo>
                  <a:pt x="94258" y="121543"/>
                </a:lnTo>
                <a:cubicBezTo>
                  <a:pt x="90134" y="121543"/>
                  <a:pt x="86816" y="118225"/>
                  <a:pt x="86816" y="114102"/>
                </a:cubicBezTo>
                <a:close/>
                <a:moveTo>
                  <a:pt x="124023" y="114102"/>
                </a:moveTo>
                <a:cubicBezTo>
                  <a:pt x="124023" y="109978"/>
                  <a:pt x="127341" y="106660"/>
                  <a:pt x="131465" y="106660"/>
                </a:cubicBezTo>
                <a:lnTo>
                  <a:pt x="141387" y="106660"/>
                </a:lnTo>
                <a:cubicBezTo>
                  <a:pt x="145510" y="106660"/>
                  <a:pt x="148828" y="109978"/>
                  <a:pt x="148828" y="114102"/>
                </a:cubicBezTo>
                <a:cubicBezTo>
                  <a:pt x="148828" y="118225"/>
                  <a:pt x="145510" y="121543"/>
                  <a:pt x="141387" y="121543"/>
                </a:cubicBezTo>
                <a:lnTo>
                  <a:pt x="131465" y="121543"/>
                </a:lnTo>
                <a:cubicBezTo>
                  <a:pt x="127341" y="121543"/>
                  <a:pt x="124023" y="118225"/>
                  <a:pt x="124023" y="114102"/>
                </a:cubicBezTo>
                <a:close/>
                <a:moveTo>
                  <a:pt x="69453" y="54570"/>
                </a:moveTo>
                <a:cubicBezTo>
                  <a:pt x="77667" y="54570"/>
                  <a:pt x="84336" y="61239"/>
                  <a:pt x="84336" y="69453"/>
                </a:cubicBezTo>
                <a:cubicBezTo>
                  <a:pt x="84336" y="77667"/>
                  <a:pt x="77667" y="84336"/>
                  <a:pt x="69453" y="84336"/>
                </a:cubicBezTo>
                <a:cubicBezTo>
                  <a:pt x="61239" y="84336"/>
                  <a:pt x="54570" y="77667"/>
                  <a:pt x="54570" y="69453"/>
                </a:cubicBezTo>
                <a:cubicBezTo>
                  <a:pt x="54570" y="61239"/>
                  <a:pt x="61239" y="54570"/>
                  <a:pt x="69453" y="54570"/>
                </a:cubicBezTo>
                <a:close/>
                <a:moveTo>
                  <a:pt x="114102" y="69453"/>
                </a:moveTo>
                <a:cubicBezTo>
                  <a:pt x="114102" y="61239"/>
                  <a:pt x="120770" y="54570"/>
                  <a:pt x="128984" y="54570"/>
                </a:cubicBezTo>
                <a:cubicBezTo>
                  <a:pt x="137198" y="54570"/>
                  <a:pt x="143867" y="61239"/>
                  <a:pt x="143867" y="69453"/>
                </a:cubicBezTo>
                <a:cubicBezTo>
                  <a:pt x="143867" y="77667"/>
                  <a:pt x="137198" y="84336"/>
                  <a:pt x="128984" y="84336"/>
                </a:cubicBezTo>
                <a:cubicBezTo>
                  <a:pt x="120770" y="84336"/>
                  <a:pt x="114102" y="77667"/>
                  <a:pt x="114102" y="69453"/>
                </a:cubicBezTo>
                <a:close/>
                <a:moveTo>
                  <a:pt x="19844" y="69453"/>
                </a:moveTo>
                <a:cubicBezTo>
                  <a:pt x="19844" y="63965"/>
                  <a:pt x="15410" y="59531"/>
                  <a:pt x="9922" y="59531"/>
                </a:cubicBezTo>
                <a:cubicBezTo>
                  <a:pt x="4434" y="59531"/>
                  <a:pt x="0" y="63965"/>
                  <a:pt x="0" y="69453"/>
                </a:cubicBezTo>
                <a:lnTo>
                  <a:pt x="0" y="99219"/>
                </a:lnTo>
                <a:cubicBezTo>
                  <a:pt x="0" y="104707"/>
                  <a:pt x="4434" y="109141"/>
                  <a:pt x="9922" y="109141"/>
                </a:cubicBezTo>
                <a:cubicBezTo>
                  <a:pt x="15410" y="109141"/>
                  <a:pt x="19844" y="104707"/>
                  <a:pt x="19844" y="99219"/>
                </a:cubicBezTo>
                <a:lnTo>
                  <a:pt x="19844" y="69453"/>
                </a:lnTo>
                <a:close/>
                <a:moveTo>
                  <a:pt x="188516" y="59531"/>
                </a:moveTo>
                <a:cubicBezTo>
                  <a:pt x="183028" y="59531"/>
                  <a:pt x="178594" y="63965"/>
                  <a:pt x="178594" y="69453"/>
                </a:cubicBezTo>
                <a:lnTo>
                  <a:pt x="178594" y="99219"/>
                </a:lnTo>
                <a:cubicBezTo>
                  <a:pt x="178594" y="104707"/>
                  <a:pt x="183028" y="109141"/>
                  <a:pt x="188516" y="109141"/>
                </a:cubicBezTo>
                <a:cubicBezTo>
                  <a:pt x="194004" y="109141"/>
                  <a:pt x="198438" y="104707"/>
                  <a:pt x="198438" y="99219"/>
                </a:cubicBezTo>
                <a:lnTo>
                  <a:pt x="198438" y="69453"/>
                </a:lnTo>
                <a:cubicBezTo>
                  <a:pt x="198438" y="63965"/>
                  <a:pt x="194004" y="59531"/>
                  <a:pt x="188516" y="59531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9" name="Text 47"/>
          <p:cNvSpPr/>
          <p:nvPr/>
        </p:nvSpPr>
        <p:spPr>
          <a:xfrm>
            <a:off x="6096000" y="3838638"/>
            <a:ext cx="2603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Integration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099969" y="3997388"/>
            <a:ext cx="2595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Kimi API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858250" y="3521138"/>
            <a:ext cx="2738438" cy="698500"/>
          </a:xfrm>
          <a:custGeom>
            <a:avLst/>
            <a:gdLst/>
            <a:ahLst/>
            <a:cxnLst/>
            <a:rect l="l" t="t" r="r" b="b"/>
            <a:pathLst>
              <a:path w="2738438" h="698500">
                <a:moveTo>
                  <a:pt x="63501" y="0"/>
                </a:moveTo>
                <a:lnTo>
                  <a:pt x="2674937" y="0"/>
                </a:lnTo>
                <a:cubicBezTo>
                  <a:pt x="2710007" y="0"/>
                  <a:pt x="2738438" y="28430"/>
                  <a:pt x="2738438" y="63501"/>
                </a:cubicBezTo>
                <a:lnTo>
                  <a:pt x="2738438" y="634999"/>
                </a:lnTo>
                <a:cubicBezTo>
                  <a:pt x="2738438" y="670070"/>
                  <a:pt x="2710007" y="698500"/>
                  <a:pt x="2674937" y="698500"/>
                </a:cubicBezTo>
                <a:lnTo>
                  <a:pt x="63501" y="698500"/>
                </a:lnTo>
                <a:cubicBezTo>
                  <a:pt x="28430" y="698500"/>
                  <a:pt x="0" y="670070"/>
                  <a:pt x="0" y="63499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0146109" y="36163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44741" y="0"/>
                </a:moveTo>
                <a:lnTo>
                  <a:pt x="114195" y="0"/>
                </a:lnTo>
                <a:cubicBezTo>
                  <a:pt x="122411" y="0"/>
                  <a:pt x="129108" y="6759"/>
                  <a:pt x="128798" y="14945"/>
                </a:cubicBezTo>
                <a:cubicBezTo>
                  <a:pt x="128736" y="16588"/>
                  <a:pt x="128674" y="18231"/>
                  <a:pt x="128581" y="19844"/>
                </a:cubicBezTo>
                <a:lnTo>
                  <a:pt x="143960" y="19844"/>
                </a:lnTo>
                <a:cubicBezTo>
                  <a:pt x="152053" y="19844"/>
                  <a:pt x="159184" y="26541"/>
                  <a:pt x="158564" y="35285"/>
                </a:cubicBezTo>
                <a:cubicBezTo>
                  <a:pt x="156239" y="67438"/>
                  <a:pt x="139805" y="85111"/>
                  <a:pt x="121977" y="94351"/>
                </a:cubicBezTo>
                <a:cubicBezTo>
                  <a:pt x="117078" y="96893"/>
                  <a:pt x="112086" y="98785"/>
                  <a:pt x="107342" y="100180"/>
                </a:cubicBezTo>
                <a:cubicBezTo>
                  <a:pt x="101079" y="109048"/>
                  <a:pt x="94568" y="113729"/>
                  <a:pt x="89390" y="116241"/>
                </a:cubicBezTo>
                <a:lnTo>
                  <a:pt x="89390" y="138906"/>
                </a:lnTo>
                <a:lnTo>
                  <a:pt x="109234" y="138906"/>
                </a:lnTo>
                <a:cubicBezTo>
                  <a:pt x="114722" y="138906"/>
                  <a:pt x="119156" y="143340"/>
                  <a:pt x="119156" y="148828"/>
                </a:cubicBezTo>
                <a:cubicBezTo>
                  <a:pt x="119156" y="154316"/>
                  <a:pt x="114722" y="158750"/>
                  <a:pt x="109234" y="158750"/>
                </a:cubicBezTo>
                <a:lnTo>
                  <a:pt x="49702" y="158750"/>
                </a:lnTo>
                <a:cubicBezTo>
                  <a:pt x="44214" y="158750"/>
                  <a:pt x="39781" y="154316"/>
                  <a:pt x="39781" y="148828"/>
                </a:cubicBezTo>
                <a:cubicBezTo>
                  <a:pt x="39781" y="143340"/>
                  <a:pt x="44214" y="138906"/>
                  <a:pt x="49702" y="138906"/>
                </a:cubicBezTo>
                <a:lnTo>
                  <a:pt x="69546" y="138906"/>
                </a:lnTo>
                <a:lnTo>
                  <a:pt x="69546" y="116241"/>
                </a:lnTo>
                <a:cubicBezTo>
                  <a:pt x="64585" y="113854"/>
                  <a:pt x="58415" y="109420"/>
                  <a:pt x="52400" y="101265"/>
                </a:cubicBezTo>
                <a:cubicBezTo>
                  <a:pt x="46695" y="99777"/>
                  <a:pt x="40494" y="97513"/>
                  <a:pt x="34448" y="94103"/>
                </a:cubicBezTo>
                <a:cubicBezTo>
                  <a:pt x="17673" y="84708"/>
                  <a:pt x="2542" y="67004"/>
                  <a:pt x="372" y="35223"/>
                </a:cubicBezTo>
                <a:cubicBezTo>
                  <a:pt x="-217" y="26510"/>
                  <a:pt x="6883" y="19813"/>
                  <a:pt x="14976" y="19813"/>
                </a:cubicBezTo>
                <a:lnTo>
                  <a:pt x="30355" y="19813"/>
                </a:lnTo>
                <a:cubicBezTo>
                  <a:pt x="30262" y="18200"/>
                  <a:pt x="30200" y="16588"/>
                  <a:pt x="30138" y="14914"/>
                </a:cubicBezTo>
                <a:cubicBezTo>
                  <a:pt x="29828" y="6697"/>
                  <a:pt x="36525" y="-31"/>
                  <a:pt x="44741" y="-31"/>
                </a:cubicBezTo>
                <a:close/>
                <a:moveTo>
                  <a:pt x="31471" y="34727"/>
                </a:moveTo>
                <a:lnTo>
                  <a:pt x="15224" y="34727"/>
                </a:lnTo>
                <a:cubicBezTo>
                  <a:pt x="17146" y="60989"/>
                  <a:pt x="29208" y="74135"/>
                  <a:pt x="41641" y="81111"/>
                </a:cubicBezTo>
                <a:cubicBezTo>
                  <a:pt x="37176" y="69546"/>
                  <a:pt x="33486" y="54446"/>
                  <a:pt x="31471" y="34727"/>
                </a:cubicBezTo>
                <a:close/>
                <a:moveTo>
                  <a:pt x="117822" y="79623"/>
                </a:moveTo>
                <a:cubicBezTo>
                  <a:pt x="130380" y="72244"/>
                  <a:pt x="141728" y="59128"/>
                  <a:pt x="143650" y="34727"/>
                </a:cubicBezTo>
                <a:lnTo>
                  <a:pt x="127434" y="34727"/>
                </a:lnTo>
                <a:cubicBezTo>
                  <a:pt x="125512" y="53609"/>
                  <a:pt x="122039" y="68275"/>
                  <a:pt x="117822" y="7962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3" name="Text 51"/>
          <p:cNvSpPr/>
          <p:nvPr/>
        </p:nvSpPr>
        <p:spPr>
          <a:xfrm>
            <a:off x="8925719" y="3838638"/>
            <a:ext cx="2603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Gamification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929687" y="3997388"/>
            <a:ext cx="2595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Streaks, Badges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373062" y="4318856"/>
            <a:ext cx="11215688" cy="357188"/>
          </a:xfrm>
          <a:custGeom>
            <a:avLst/>
            <a:gdLst/>
            <a:ahLst/>
            <a:cxnLst/>
            <a:rect l="l" t="t" r="r" b="b"/>
            <a:pathLst>
              <a:path w="11215688" h="357188">
                <a:moveTo>
                  <a:pt x="63501" y="0"/>
                </a:moveTo>
                <a:lnTo>
                  <a:pt x="11152187" y="0"/>
                </a:lnTo>
                <a:cubicBezTo>
                  <a:pt x="11187257" y="0"/>
                  <a:pt x="11215688" y="28430"/>
                  <a:pt x="11215688" y="63501"/>
                </a:cubicBezTo>
                <a:lnTo>
                  <a:pt x="11215688" y="293687"/>
                </a:lnTo>
                <a:cubicBezTo>
                  <a:pt x="11215688" y="328757"/>
                  <a:pt x="11187257" y="357188"/>
                  <a:pt x="111521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2281" y="4418075"/>
            <a:ext cx="11072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Middleware: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authenticateToken (JWT verification on all routes) | </a:t>
            </a: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Security: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bcrypt password hashing, HTTPS enforced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4456774" y="4880314"/>
            <a:ext cx="130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SQL / Connection Pooling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842000" y="4911454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6163468" y="4911454"/>
            <a:ext cx="1309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Transaction Management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7468" y="5107786"/>
            <a:ext cx="11549063" cy="2309813"/>
          </a:xfrm>
          <a:custGeom>
            <a:avLst/>
            <a:gdLst/>
            <a:ahLst/>
            <a:cxnLst/>
            <a:rect l="l" t="t" r="r" b="b"/>
            <a:pathLst>
              <a:path w="11549063" h="2309813">
                <a:moveTo>
                  <a:pt x="95257" y="0"/>
                </a:moveTo>
                <a:lnTo>
                  <a:pt x="11453806" y="0"/>
                </a:lnTo>
                <a:cubicBezTo>
                  <a:pt x="11506415" y="0"/>
                  <a:pt x="11549063" y="42648"/>
                  <a:pt x="11549063" y="95257"/>
                </a:cubicBezTo>
                <a:lnTo>
                  <a:pt x="11549063" y="2214556"/>
                </a:lnTo>
                <a:cubicBezTo>
                  <a:pt x="11549063" y="2267165"/>
                  <a:pt x="11506415" y="2309813"/>
                  <a:pt x="11453806" y="2309813"/>
                </a:cubicBezTo>
                <a:lnTo>
                  <a:pt x="95257" y="2309813"/>
                </a:lnTo>
                <a:cubicBezTo>
                  <a:pt x="42648" y="2309813"/>
                  <a:pt x="0" y="2267165"/>
                  <a:pt x="0" y="2214556"/>
                </a:cubicBezTo>
                <a:lnTo>
                  <a:pt x="0" y="95257"/>
                </a:lnTo>
                <a:cubicBezTo>
                  <a:pt x="0" y="42683"/>
                  <a:pt x="42683" y="0"/>
                  <a:pt x="9525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0186" y="5302255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2" name="Shape 60"/>
          <p:cNvSpPr/>
          <p:nvPr/>
        </p:nvSpPr>
        <p:spPr>
          <a:xfrm>
            <a:off x="333374" y="5397505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11125" y="51048"/>
                </a:moveTo>
                <a:cubicBezTo>
                  <a:pt x="107454" y="53479"/>
                  <a:pt x="103237" y="55438"/>
                  <a:pt x="98847" y="57001"/>
                </a:cubicBezTo>
                <a:cubicBezTo>
                  <a:pt x="87188" y="61168"/>
                  <a:pt x="71884" y="63500"/>
                  <a:pt x="55563" y="63500"/>
                </a:cubicBezTo>
                <a:cubicBezTo>
                  <a:pt x="39241" y="63500"/>
                  <a:pt x="23912" y="61144"/>
                  <a:pt x="12278" y="57001"/>
                </a:cubicBezTo>
                <a:cubicBezTo>
                  <a:pt x="7913" y="55438"/>
                  <a:pt x="3671" y="53479"/>
                  <a:pt x="0" y="51048"/>
                </a:cubicBezTo>
                <a:lnTo>
                  <a:pt x="0" y="71438"/>
                </a:lnTo>
                <a:cubicBezTo>
                  <a:pt x="0" y="82401"/>
                  <a:pt x="24879" y="91281"/>
                  <a:pt x="55563" y="91281"/>
                </a:cubicBezTo>
                <a:cubicBezTo>
                  <a:pt x="86246" y="91281"/>
                  <a:pt x="111125" y="82401"/>
                  <a:pt x="111125" y="71438"/>
                </a:cubicBezTo>
                <a:lnTo>
                  <a:pt x="111125" y="51048"/>
                </a:lnTo>
                <a:close/>
                <a:moveTo>
                  <a:pt x="111125" y="31750"/>
                </a:moveTo>
                <a:lnTo>
                  <a:pt x="111125" y="19844"/>
                </a:lnTo>
                <a:cubicBezTo>
                  <a:pt x="111125" y="8880"/>
                  <a:pt x="86246" y="0"/>
                  <a:pt x="55563" y="0"/>
                </a:cubicBezTo>
                <a:cubicBezTo>
                  <a:pt x="24879" y="0"/>
                  <a:pt x="0" y="8880"/>
                  <a:pt x="0" y="19844"/>
                </a:cubicBezTo>
                <a:lnTo>
                  <a:pt x="0" y="31750"/>
                </a:lnTo>
                <a:cubicBezTo>
                  <a:pt x="0" y="42714"/>
                  <a:pt x="24879" y="51594"/>
                  <a:pt x="55563" y="51594"/>
                </a:cubicBezTo>
                <a:cubicBezTo>
                  <a:pt x="86246" y="51594"/>
                  <a:pt x="111125" y="42714"/>
                  <a:pt x="111125" y="31750"/>
                </a:cubicBezTo>
                <a:close/>
                <a:moveTo>
                  <a:pt x="98847" y="96689"/>
                </a:moveTo>
                <a:cubicBezTo>
                  <a:pt x="87213" y="100831"/>
                  <a:pt x="71909" y="103188"/>
                  <a:pt x="55563" y="103188"/>
                </a:cubicBezTo>
                <a:cubicBezTo>
                  <a:pt x="39216" y="103188"/>
                  <a:pt x="23912" y="100831"/>
                  <a:pt x="12278" y="96689"/>
                </a:cubicBezTo>
                <a:cubicBezTo>
                  <a:pt x="7913" y="95126"/>
                  <a:pt x="3671" y="93166"/>
                  <a:pt x="0" y="90736"/>
                </a:cubicBezTo>
                <a:lnTo>
                  <a:pt x="0" y="107156"/>
                </a:lnTo>
                <a:cubicBezTo>
                  <a:pt x="0" y="118120"/>
                  <a:pt x="24879" y="127000"/>
                  <a:pt x="55563" y="127000"/>
                </a:cubicBezTo>
                <a:cubicBezTo>
                  <a:pt x="86246" y="127000"/>
                  <a:pt x="111125" y="118120"/>
                  <a:pt x="111125" y="107156"/>
                </a:cubicBezTo>
                <a:lnTo>
                  <a:pt x="111125" y="90736"/>
                </a:lnTo>
                <a:cubicBezTo>
                  <a:pt x="107454" y="93166"/>
                  <a:pt x="103237" y="95126"/>
                  <a:pt x="98847" y="96689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63" name="Text 61"/>
          <p:cNvSpPr/>
          <p:nvPr/>
        </p:nvSpPr>
        <p:spPr>
          <a:xfrm>
            <a:off x="642937" y="5270505"/>
            <a:ext cx="1873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42937" y="5492755"/>
            <a:ext cx="1849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PostgreSQL 15 on Supabase/Railway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230186" y="5778505"/>
            <a:ext cx="3659187" cy="1016000"/>
          </a:xfrm>
          <a:custGeom>
            <a:avLst/>
            <a:gdLst/>
            <a:ahLst/>
            <a:cxnLst/>
            <a:rect l="l" t="t" r="r" b="b"/>
            <a:pathLst>
              <a:path w="3659187" h="1016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952500"/>
                </a:lnTo>
                <a:cubicBezTo>
                  <a:pt x="3659187" y="987547"/>
                  <a:pt x="3630734" y="1016000"/>
                  <a:pt x="3595688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325437" y="5873754"/>
            <a:ext cx="3524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Tables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325437" y="6096004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students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325437" y="62547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study_sessions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325437" y="641350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tasks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325437" y="65722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daily_goals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4013728" y="5778505"/>
            <a:ext cx="3659187" cy="1016000"/>
          </a:xfrm>
          <a:custGeom>
            <a:avLst/>
            <a:gdLst/>
            <a:ahLst/>
            <a:cxnLst/>
            <a:rect l="l" t="t" r="r" b="b"/>
            <a:pathLst>
              <a:path w="3659187" h="1016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952500"/>
                </a:lnTo>
                <a:cubicBezTo>
                  <a:pt x="3659187" y="987547"/>
                  <a:pt x="3630734" y="1016000"/>
                  <a:pt x="3595688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2" name="Text 70"/>
          <p:cNvSpPr/>
          <p:nvPr/>
        </p:nvSpPr>
        <p:spPr>
          <a:xfrm>
            <a:off x="4108978" y="5873754"/>
            <a:ext cx="3524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Gamification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4108978" y="6096004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achievements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4108978" y="62547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student_achievements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4108978" y="641350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student_leaderboard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4108978" y="65722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scheduled_sessions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7797270" y="5778505"/>
            <a:ext cx="3659187" cy="1016000"/>
          </a:xfrm>
          <a:custGeom>
            <a:avLst/>
            <a:gdLst/>
            <a:ahLst/>
            <a:cxnLst/>
            <a:rect l="l" t="t" r="r" b="b"/>
            <a:pathLst>
              <a:path w="3659187" h="1016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952500"/>
                </a:lnTo>
                <a:cubicBezTo>
                  <a:pt x="3659187" y="987547"/>
                  <a:pt x="3630734" y="1016000"/>
                  <a:pt x="3595688" y="1016000"/>
                </a:cubicBezTo>
                <a:lnTo>
                  <a:pt x="63500" y="1016000"/>
                </a:lnTo>
                <a:cubicBezTo>
                  <a:pt x="28453" y="1016000"/>
                  <a:pt x="0" y="987547"/>
                  <a:pt x="0" y="952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8" name="Text 76"/>
          <p:cNvSpPr/>
          <p:nvPr/>
        </p:nvSpPr>
        <p:spPr>
          <a:xfrm>
            <a:off x="7892520" y="5873754"/>
            <a:ext cx="3524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&amp; Family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7892520" y="6096004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ai_conversations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7892520" y="62547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tutor_sessions</a:t>
            </a:r>
            <a:endParaRPr lang="en-US" sz="1600" dirty="0"/>
          </a:p>
        </p:txBody>
      </p:sp>
      <p:sp>
        <p:nvSpPr>
          <p:cNvPr id="81" name="Text 79"/>
          <p:cNvSpPr/>
          <p:nvPr/>
        </p:nvSpPr>
        <p:spPr>
          <a:xfrm>
            <a:off x="7892520" y="641350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family_links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7892520" y="6572255"/>
            <a:ext cx="351631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connection_codes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166813" cy="230188"/>
          </a:xfrm>
          <a:custGeom>
            <a:avLst/>
            <a:gdLst/>
            <a:ahLst/>
            <a:cxnLst/>
            <a:rect l="l" t="t" r="r" b="b"/>
            <a:pathLst>
              <a:path w="1166813" h="230188">
                <a:moveTo>
                  <a:pt x="115094" y="0"/>
                </a:moveTo>
                <a:lnTo>
                  <a:pt x="1051719" y="0"/>
                </a:lnTo>
                <a:cubicBezTo>
                  <a:pt x="1115241" y="0"/>
                  <a:pt x="1166813" y="51572"/>
                  <a:pt x="1166813" y="115094"/>
                </a:cubicBezTo>
                <a:lnTo>
                  <a:pt x="1166813" y="115094"/>
                </a:lnTo>
                <a:cubicBezTo>
                  <a:pt x="1166813" y="178616"/>
                  <a:pt x="1115241" y="230188"/>
                  <a:pt x="105171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016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STACK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Technology Stack: Modern, Scalable, Cost-Effective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4468813"/>
          </a:xfrm>
          <a:custGeom>
            <a:avLst/>
            <a:gdLst/>
            <a:ahLst/>
            <a:cxnLst/>
            <a:rect l="l" t="t" r="r" b="b"/>
            <a:pathLst>
              <a:path w="5691188" h="4468813">
                <a:moveTo>
                  <a:pt x="95230" y="0"/>
                </a:moveTo>
                <a:lnTo>
                  <a:pt x="5595957" y="0"/>
                </a:lnTo>
                <a:cubicBezTo>
                  <a:pt x="5648551" y="0"/>
                  <a:pt x="5691188" y="42636"/>
                  <a:pt x="5691188" y="95230"/>
                </a:cubicBezTo>
                <a:lnTo>
                  <a:pt x="5691188" y="4373582"/>
                </a:lnTo>
                <a:cubicBezTo>
                  <a:pt x="5691188" y="4426176"/>
                  <a:pt x="5648551" y="4468813"/>
                  <a:pt x="5595957" y="4468813"/>
                </a:cubicBezTo>
                <a:lnTo>
                  <a:pt x="95230" y="4468813"/>
                </a:lnTo>
                <a:cubicBezTo>
                  <a:pt x="42636" y="4468813"/>
                  <a:pt x="0" y="4426176"/>
                  <a:pt x="0" y="4373582"/>
                </a:cubicBezTo>
                <a:lnTo>
                  <a:pt x="0" y="95230"/>
                </a:lnTo>
                <a:cubicBezTo>
                  <a:pt x="0" y="42671"/>
                  <a:pt x="42671" y="0"/>
                  <a:pt x="95230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187" y="1420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579438" y="151606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5600" y="65931"/>
                </a:moveTo>
                <a:cubicBezTo>
                  <a:pt x="153591" y="65261"/>
                  <a:pt x="151581" y="64629"/>
                  <a:pt x="149572" y="64033"/>
                </a:cubicBezTo>
                <a:cubicBezTo>
                  <a:pt x="149907" y="62657"/>
                  <a:pt x="150205" y="61280"/>
                  <a:pt x="150502" y="59903"/>
                </a:cubicBezTo>
                <a:cubicBezTo>
                  <a:pt x="155079" y="37728"/>
                  <a:pt x="152065" y="19906"/>
                  <a:pt x="141908" y="14027"/>
                </a:cubicBezTo>
                <a:cubicBezTo>
                  <a:pt x="132122" y="8409"/>
                  <a:pt x="116160" y="14250"/>
                  <a:pt x="100012" y="28315"/>
                </a:cubicBezTo>
                <a:cubicBezTo>
                  <a:pt x="98413" y="29691"/>
                  <a:pt x="96850" y="31142"/>
                  <a:pt x="95362" y="32593"/>
                </a:cubicBezTo>
                <a:cubicBezTo>
                  <a:pt x="94357" y="31626"/>
                  <a:pt x="93315" y="30659"/>
                  <a:pt x="92273" y="29728"/>
                </a:cubicBezTo>
                <a:cubicBezTo>
                  <a:pt x="75344" y="14697"/>
                  <a:pt x="58378" y="8372"/>
                  <a:pt x="48220" y="14287"/>
                </a:cubicBezTo>
                <a:cubicBezTo>
                  <a:pt x="38472" y="19943"/>
                  <a:pt x="35570" y="36723"/>
                  <a:pt x="39663" y="57708"/>
                </a:cubicBezTo>
                <a:cubicBezTo>
                  <a:pt x="40072" y="59792"/>
                  <a:pt x="40518" y="61838"/>
                  <a:pt x="41039" y="63922"/>
                </a:cubicBezTo>
                <a:cubicBezTo>
                  <a:pt x="38658" y="64591"/>
                  <a:pt x="36314" y="65336"/>
                  <a:pt x="34119" y="66117"/>
                </a:cubicBezTo>
                <a:cubicBezTo>
                  <a:pt x="14250" y="73000"/>
                  <a:pt x="0" y="83865"/>
                  <a:pt x="0" y="95101"/>
                </a:cubicBezTo>
                <a:cubicBezTo>
                  <a:pt x="0" y="106710"/>
                  <a:pt x="15180" y="118356"/>
                  <a:pt x="35830" y="125425"/>
                </a:cubicBezTo>
                <a:cubicBezTo>
                  <a:pt x="37505" y="125983"/>
                  <a:pt x="39179" y="126541"/>
                  <a:pt x="40891" y="127025"/>
                </a:cubicBezTo>
                <a:cubicBezTo>
                  <a:pt x="40332" y="129257"/>
                  <a:pt x="39849" y="131452"/>
                  <a:pt x="39402" y="133722"/>
                </a:cubicBezTo>
                <a:cubicBezTo>
                  <a:pt x="35496" y="154372"/>
                  <a:pt x="38546" y="170743"/>
                  <a:pt x="48295" y="176361"/>
                </a:cubicBezTo>
                <a:cubicBezTo>
                  <a:pt x="58341" y="182166"/>
                  <a:pt x="75233" y="176213"/>
                  <a:pt x="91678" y="161813"/>
                </a:cubicBezTo>
                <a:cubicBezTo>
                  <a:pt x="92980" y="160660"/>
                  <a:pt x="94283" y="159469"/>
                  <a:pt x="95585" y="158204"/>
                </a:cubicBezTo>
                <a:cubicBezTo>
                  <a:pt x="97222" y="159804"/>
                  <a:pt x="98933" y="161330"/>
                  <a:pt x="100645" y="162818"/>
                </a:cubicBezTo>
                <a:cubicBezTo>
                  <a:pt x="116570" y="176510"/>
                  <a:pt x="132308" y="182054"/>
                  <a:pt x="142019" y="176436"/>
                </a:cubicBezTo>
                <a:cubicBezTo>
                  <a:pt x="152065" y="170631"/>
                  <a:pt x="155339" y="153033"/>
                  <a:pt x="151098" y="131601"/>
                </a:cubicBezTo>
                <a:cubicBezTo>
                  <a:pt x="150763" y="129964"/>
                  <a:pt x="150391" y="128290"/>
                  <a:pt x="149982" y="126578"/>
                </a:cubicBezTo>
                <a:cubicBezTo>
                  <a:pt x="151172" y="126243"/>
                  <a:pt x="152326" y="125871"/>
                  <a:pt x="153479" y="125499"/>
                </a:cubicBezTo>
                <a:cubicBezTo>
                  <a:pt x="174947" y="118393"/>
                  <a:pt x="190500" y="106896"/>
                  <a:pt x="190500" y="95101"/>
                </a:cubicBezTo>
                <a:cubicBezTo>
                  <a:pt x="190500" y="83827"/>
                  <a:pt x="175840" y="72889"/>
                  <a:pt x="155600" y="65931"/>
                </a:cubicBezTo>
                <a:close/>
                <a:moveTo>
                  <a:pt x="105259" y="34342"/>
                </a:moveTo>
                <a:cubicBezTo>
                  <a:pt x="119100" y="22287"/>
                  <a:pt x="132011" y="17562"/>
                  <a:pt x="137889" y="20948"/>
                </a:cubicBezTo>
                <a:cubicBezTo>
                  <a:pt x="144177" y="24557"/>
                  <a:pt x="146596" y="39142"/>
                  <a:pt x="142652" y="58303"/>
                </a:cubicBezTo>
                <a:cubicBezTo>
                  <a:pt x="142391" y="59568"/>
                  <a:pt x="142131" y="60796"/>
                  <a:pt x="141796" y="62024"/>
                </a:cubicBezTo>
                <a:cubicBezTo>
                  <a:pt x="133536" y="60164"/>
                  <a:pt x="125164" y="58824"/>
                  <a:pt x="116756" y="58080"/>
                </a:cubicBezTo>
                <a:cubicBezTo>
                  <a:pt x="111919" y="51160"/>
                  <a:pt x="106635" y="44537"/>
                  <a:pt x="100905" y="38323"/>
                </a:cubicBezTo>
                <a:cubicBezTo>
                  <a:pt x="102357" y="36947"/>
                  <a:pt x="103770" y="35644"/>
                  <a:pt x="105259" y="34342"/>
                </a:cubicBezTo>
                <a:close/>
                <a:moveTo>
                  <a:pt x="62210" y="114412"/>
                </a:moveTo>
                <a:cubicBezTo>
                  <a:pt x="64108" y="117649"/>
                  <a:pt x="66042" y="120886"/>
                  <a:pt x="68089" y="124048"/>
                </a:cubicBezTo>
                <a:cubicBezTo>
                  <a:pt x="62285" y="123416"/>
                  <a:pt x="56517" y="122486"/>
                  <a:pt x="50825" y="121258"/>
                </a:cubicBezTo>
                <a:cubicBezTo>
                  <a:pt x="52462" y="115900"/>
                  <a:pt x="54508" y="110356"/>
                  <a:pt x="56890" y="104701"/>
                </a:cubicBezTo>
                <a:cubicBezTo>
                  <a:pt x="58601" y="107975"/>
                  <a:pt x="60350" y="111212"/>
                  <a:pt x="62210" y="114412"/>
                </a:cubicBezTo>
                <a:close/>
                <a:moveTo>
                  <a:pt x="50936" y="69652"/>
                </a:moveTo>
                <a:cubicBezTo>
                  <a:pt x="56294" y="68461"/>
                  <a:pt x="61987" y="67494"/>
                  <a:pt x="67903" y="66749"/>
                </a:cubicBezTo>
                <a:cubicBezTo>
                  <a:pt x="65931" y="69838"/>
                  <a:pt x="63996" y="73000"/>
                  <a:pt x="62173" y="76200"/>
                </a:cubicBezTo>
                <a:cubicBezTo>
                  <a:pt x="60350" y="79363"/>
                  <a:pt x="58564" y="82600"/>
                  <a:pt x="56890" y="85874"/>
                </a:cubicBezTo>
                <a:cubicBezTo>
                  <a:pt x="54546" y="80330"/>
                  <a:pt x="52574" y="74898"/>
                  <a:pt x="50936" y="69652"/>
                </a:cubicBezTo>
                <a:close/>
                <a:moveTo>
                  <a:pt x="61131" y="95287"/>
                </a:moveTo>
                <a:cubicBezTo>
                  <a:pt x="63587" y="90153"/>
                  <a:pt x="66266" y="85130"/>
                  <a:pt x="69093" y="80181"/>
                </a:cubicBezTo>
                <a:cubicBezTo>
                  <a:pt x="71921" y="75233"/>
                  <a:pt x="74972" y="70433"/>
                  <a:pt x="78172" y="65708"/>
                </a:cubicBezTo>
                <a:cubicBezTo>
                  <a:pt x="83753" y="65298"/>
                  <a:pt x="89446" y="65075"/>
                  <a:pt x="95250" y="65075"/>
                </a:cubicBezTo>
                <a:cubicBezTo>
                  <a:pt x="101054" y="65075"/>
                  <a:pt x="106784" y="65298"/>
                  <a:pt x="112328" y="65708"/>
                </a:cubicBezTo>
                <a:cubicBezTo>
                  <a:pt x="115491" y="70396"/>
                  <a:pt x="118504" y="75195"/>
                  <a:pt x="121369" y="80107"/>
                </a:cubicBezTo>
                <a:cubicBezTo>
                  <a:pt x="124234" y="85018"/>
                  <a:pt x="126913" y="90041"/>
                  <a:pt x="129443" y="95138"/>
                </a:cubicBezTo>
                <a:cubicBezTo>
                  <a:pt x="126950" y="100273"/>
                  <a:pt x="124271" y="105333"/>
                  <a:pt x="121407" y="110319"/>
                </a:cubicBezTo>
                <a:cubicBezTo>
                  <a:pt x="118579" y="115267"/>
                  <a:pt x="115565" y="120067"/>
                  <a:pt x="112402" y="124830"/>
                </a:cubicBezTo>
                <a:cubicBezTo>
                  <a:pt x="106859" y="125239"/>
                  <a:pt x="101092" y="125425"/>
                  <a:pt x="95250" y="125425"/>
                </a:cubicBezTo>
                <a:cubicBezTo>
                  <a:pt x="89408" y="125425"/>
                  <a:pt x="83753" y="125239"/>
                  <a:pt x="78284" y="124904"/>
                </a:cubicBezTo>
                <a:cubicBezTo>
                  <a:pt x="75047" y="120179"/>
                  <a:pt x="71996" y="115342"/>
                  <a:pt x="69131" y="110393"/>
                </a:cubicBezTo>
                <a:cubicBezTo>
                  <a:pt x="66266" y="105445"/>
                  <a:pt x="63624" y="100422"/>
                  <a:pt x="61131" y="95287"/>
                </a:cubicBezTo>
                <a:close/>
                <a:moveTo>
                  <a:pt x="128327" y="114337"/>
                </a:moveTo>
                <a:cubicBezTo>
                  <a:pt x="130225" y="111063"/>
                  <a:pt x="132011" y="107752"/>
                  <a:pt x="133759" y="104403"/>
                </a:cubicBezTo>
                <a:cubicBezTo>
                  <a:pt x="136141" y="109798"/>
                  <a:pt x="138224" y="115267"/>
                  <a:pt x="140047" y="120886"/>
                </a:cubicBezTo>
                <a:cubicBezTo>
                  <a:pt x="134280" y="122188"/>
                  <a:pt x="128439" y="123192"/>
                  <a:pt x="122560" y="123862"/>
                </a:cubicBezTo>
                <a:cubicBezTo>
                  <a:pt x="124569" y="120737"/>
                  <a:pt x="126467" y="117537"/>
                  <a:pt x="128327" y="114337"/>
                </a:cubicBezTo>
                <a:close/>
                <a:moveTo>
                  <a:pt x="133685" y="85874"/>
                </a:moveTo>
                <a:cubicBezTo>
                  <a:pt x="131936" y="82600"/>
                  <a:pt x="130150" y="79325"/>
                  <a:pt x="128290" y="76126"/>
                </a:cubicBezTo>
                <a:cubicBezTo>
                  <a:pt x="126467" y="72963"/>
                  <a:pt x="124569" y="69838"/>
                  <a:pt x="122597" y="66749"/>
                </a:cubicBezTo>
                <a:cubicBezTo>
                  <a:pt x="128588" y="67494"/>
                  <a:pt x="134317" y="68498"/>
                  <a:pt x="139675" y="69726"/>
                </a:cubicBezTo>
                <a:cubicBezTo>
                  <a:pt x="137964" y="75233"/>
                  <a:pt x="135954" y="80590"/>
                  <a:pt x="133685" y="85874"/>
                </a:cubicBezTo>
                <a:close/>
                <a:moveTo>
                  <a:pt x="95324" y="44016"/>
                </a:moveTo>
                <a:cubicBezTo>
                  <a:pt x="99231" y="48258"/>
                  <a:pt x="102915" y="52722"/>
                  <a:pt x="106338" y="57336"/>
                </a:cubicBezTo>
                <a:cubicBezTo>
                  <a:pt x="98971" y="57001"/>
                  <a:pt x="91567" y="57001"/>
                  <a:pt x="84200" y="57336"/>
                </a:cubicBezTo>
                <a:cubicBezTo>
                  <a:pt x="87846" y="52536"/>
                  <a:pt x="91604" y="48071"/>
                  <a:pt x="95324" y="44016"/>
                </a:cubicBezTo>
                <a:close/>
                <a:moveTo>
                  <a:pt x="52164" y="21208"/>
                </a:moveTo>
                <a:cubicBezTo>
                  <a:pt x="58415" y="17562"/>
                  <a:pt x="72293" y="22771"/>
                  <a:pt x="86916" y="35719"/>
                </a:cubicBezTo>
                <a:cubicBezTo>
                  <a:pt x="87846" y="36537"/>
                  <a:pt x="88776" y="37430"/>
                  <a:pt x="89743" y="38323"/>
                </a:cubicBezTo>
                <a:cubicBezTo>
                  <a:pt x="83976" y="44537"/>
                  <a:pt x="78656" y="51160"/>
                  <a:pt x="73782" y="58080"/>
                </a:cubicBezTo>
                <a:cubicBezTo>
                  <a:pt x="65373" y="58824"/>
                  <a:pt x="57038" y="60127"/>
                  <a:pt x="48778" y="61950"/>
                </a:cubicBezTo>
                <a:cubicBezTo>
                  <a:pt x="48295" y="60052"/>
                  <a:pt x="47885" y="58117"/>
                  <a:pt x="47476" y="56183"/>
                </a:cubicBezTo>
                <a:cubicBezTo>
                  <a:pt x="43979" y="38174"/>
                  <a:pt x="46286" y="24594"/>
                  <a:pt x="52164" y="21208"/>
                </a:cubicBezTo>
                <a:close/>
                <a:moveTo>
                  <a:pt x="43049" y="119286"/>
                </a:moveTo>
                <a:cubicBezTo>
                  <a:pt x="41486" y="118839"/>
                  <a:pt x="39960" y="118356"/>
                  <a:pt x="38435" y="117835"/>
                </a:cubicBezTo>
                <a:cubicBezTo>
                  <a:pt x="30510" y="115342"/>
                  <a:pt x="21506" y="111398"/>
                  <a:pt x="14994" y="106226"/>
                </a:cubicBezTo>
                <a:cubicBezTo>
                  <a:pt x="11237" y="103622"/>
                  <a:pt x="8706" y="99603"/>
                  <a:pt x="8000" y="95101"/>
                </a:cubicBezTo>
                <a:cubicBezTo>
                  <a:pt x="8000" y="88292"/>
                  <a:pt x="19757" y="79586"/>
                  <a:pt x="36723" y="73670"/>
                </a:cubicBezTo>
                <a:cubicBezTo>
                  <a:pt x="38844" y="72926"/>
                  <a:pt x="41002" y="72256"/>
                  <a:pt x="43160" y="71624"/>
                </a:cubicBezTo>
                <a:cubicBezTo>
                  <a:pt x="45690" y="79697"/>
                  <a:pt x="48741" y="87623"/>
                  <a:pt x="52276" y="95287"/>
                </a:cubicBezTo>
                <a:cubicBezTo>
                  <a:pt x="48704" y="103063"/>
                  <a:pt x="45616" y="111100"/>
                  <a:pt x="43049" y="119286"/>
                </a:cubicBezTo>
                <a:close/>
                <a:moveTo>
                  <a:pt x="86432" y="155749"/>
                </a:moveTo>
                <a:cubicBezTo>
                  <a:pt x="80293" y="161367"/>
                  <a:pt x="73186" y="165832"/>
                  <a:pt x="65447" y="168883"/>
                </a:cubicBezTo>
                <a:cubicBezTo>
                  <a:pt x="61317" y="170855"/>
                  <a:pt x="56555" y="171041"/>
                  <a:pt x="52313" y="169366"/>
                </a:cubicBezTo>
                <a:cubicBezTo>
                  <a:pt x="46397" y="165943"/>
                  <a:pt x="43942" y="152809"/>
                  <a:pt x="47290" y="135136"/>
                </a:cubicBezTo>
                <a:cubicBezTo>
                  <a:pt x="47699" y="133052"/>
                  <a:pt x="48146" y="130969"/>
                  <a:pt x="48667" y="128922"/>
                </a:cubicBezTo>
                <a:cubicBezTo>
                  <a:pt x="57001" y="130708"/>
                  <a:pt x="65410" y="131936"/>
                  <a:pt x="73930" y="132569"/>
                </a:cubicBezTo>
                <a:cubicBezTo>
                  <a:pt x="78842" y="139526"/>
                  <a:pt x="84237" y="146186"/>
                  <a:pt x="90004" y="152437"/>
                </a:cubicBezTo>
                <a:cubicBezTo>
                  <a:pt x="88813" y="153591"/>
                  <a:pt x="87623" y="154707"/>
                  <a:pt x="86432" y="155749"/>
                </a:cubicBezTo>
                <a:close/>
                <a:moveTo>
                  <a:pt x="95548" y="146707"/>
                </a:moveTo>
                <a:cubicBezTo>
                  <a:pt x="91753" y="142615"/>
                  <a:pt x="87957" y="138075"/>
                  <a:pt x="84274" y="133201"/>
                </a:cubicBezTo>
                <a:cubicBezTo>
                  <a:pt x="87846" y="133350"/>
                  <a:pt x="91529" y="133424"/>
                  <a:pt x="95250" y="133424"/>
                </a:cubicBezTo>
                <a:cubicBezTo>
                  <a:pt x="99082" y="133424"/>
                  <a:pt x="102840" y="133350"/>
                  <a:pt x="106561" y="133164"/>
                </a:cubicBezTo>
                <a:cubicBezTo>
                  <a:pt x="103138" y="137889"/>
                  <a:pt x="99454" y="142391"/>
                  <a:pt x="95548" y="146707"/>
                </a:cubicBezTo>
                <a:close/>
                <a:moveTo>
                  <a:pt x="144177" y="157869"/>
                </a:moveTo>
                <a:cubicBezTo>
                  <a:pt x="143842" y="162409"/>
                  <a:pt x="141610" y="166650"/>
                  <a:pt x="138038" y="169515"/>
                </a:cubicBezTo>
                <a:cubicBezTo>
                  <a:pt x="132122" y="172938"/>
                  <a:pt x="119509" y="168473"/>
                  <a:pt x="105891" y="156790"/>
                </a:cubicBezTo>
                <a:cubicBezTo>
                  <a:pt x="104329" y="155451"/>
                  <a:pt x="102766" y="154000"/>
                  <a:pt x="101166" y="152512"/>
                </a:cubicBezTo>
                <a:cubicBezTo>
                  <a:pt x="106859" y="146224"/>
                  <a:pt x="112105" y="139564"/>
                  <a:pt x="116867" y="132569"/>
                </a:cubicBezTo>
                <a:cubicBezTo>
                  <a:pt x="125388" y="131862"/>
                  <a:pt x="133871" y="130559"/>
                  <a:pt x="142242" y="128662"/>
                </a:cubicBezTo>
                <a:cubicBezTo>
                  <a:pt x="142615" y="130187"/>
                  <a:pt x="142949" y="131713"/>
                  <a:pt x="143247" y="133201"/>
                </a:cubicBezTo>
                <a:cubicBezTo>
                  <a:pt x="145070" y="141238"/>
                  <a:pt x="145368" y="149609"/>
                  <a:pt x="144177" y="157869"/>
                </a:cubicBezTo>
                <a:close/>
                <a:moveTo>
                  <a:pt x="150949" y="117872"/>
                </a:moveTo>
                <a:cubicBezTo>
                  <a:pt x="149907" y="118207"/>
                  <a:pt x="148865" y="118542"/>
                  <a:pt x="147786" y="118839"/>
                </a:cubicBezTo>
                <a:cubicBezTo>
                  <a:pt x="145182" y="110728"/>
                  <a:pt x="141982" y="102803"/>
                  <a:pt x="138299" y="95101"/>
                </a:cubicBezTo>
                <a:cubicBezTo>
                  <a:pt x="141870" y="87511"/>
                  <a:pt x="144884" y="79697"/>
                  <a:pt x="147414" y="71698"/>
                </a:cubicBezTo>
                <a:cubicBezTo>
                  <a:pt x="149349" y="72256"/>
                  <a:pt x="151209" y="72851"/>
                  <a:pt x="152995" y="73447"/>
                </a:cubicBezTo>
                <a:cubicBezTo>
                  <a:pt x="170334" y="79400"/>
                  <a:pt x="182500" y="88255"/>
                  <a:pt x="182500" y="95027"/>
                </a:cubicBezTo>
                <a:cubicBezTo>
                  <a:pt x="182500" y="102319"/>
                  <a:pt x="169515" y="111733"/>
                  <a:pt x="150949" y="117872"/>
                </a:cubicBezTo>
                <a:close/>
                <a:moveTo>
                  <a:pt x="95250" y="112291"/>
                </a:moveTo>
                <a:cubicBezTo>
                  <a:pt x="104655" y="112291"/>
                  <a:pt x="112291" y="104655"/>
                  <a:pt x="112291" y="95250"/>
                </a:cubicBezTo>
                <a:cubicBezTo>
                  <a:pt x="112291" y="85845"/>
                  <a:pt x="104655" y="78209"/>
                  <a:pt x="95250" y="78209"/>
                </a:cubicBezTo>
                <a:cubicBezTo>
                  <a:pt x="85845" y="78209"/>
                  <a:pt x="78209" y="85845"/>
                  <a:pt x="78209" y="95250"/>
                </a:cubicBezTo>
                <a:cubicBezTo>
                  <a:pt x="78209" y="104655"/>
                  <a:pt x="85845" y="112291"/>
                  <a:pt x="95250" y="112291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960438" y="1420813"/>
            <a:ext cx="155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Frontend Layer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438" y="1643063"/>
            <a:ext cx="1531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18 + Tailwind CSS + Vite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187" y="1928813"/>
            <a:ext cx="5365750" cy="1143000"/>
          </a:xfrm>
          <a:custGeom>
            <a:avLst/>
            <a:gdLst/>
            <a:ahLst/>
            <a:cxnLst/>
            <a:rect l="l" t="t" r="r" b="b"/>
            <a:pathLst>
              <a:path w="5365750" h="1143000">
                <a:moveTo>
                  <a:pt x="63505" y="0"/>
                </a:moveTo>
                <a:lnTo>
                  <a:pt x="5302245" y="0"/>
                </a:lnTo>
                <a:cubicBezTo>
                  <a:pt x="5337318" y="0"/>
                  <a:pt x="5365750" y="28432"/>
                  <a:pt x="5365750" y="63505"/>
                </a:cubicBezTo>
                <a:lnTo>
                  <a:pt x="5365750" y="1079495"/>
                </a:lnTo>
                <a:cubicBezTo>
                  <a:pt x="5365750" y="1114568"/>
                  <a:pt x="5337318" y="1143000"/>
                  <a:pt x="5302245" y="1143000"/>
                </a:cubicBezTo>
                <a:lnTo>
                  <a:pt x="63505" y="1143000"/>
                </a:lnTo>
                <a:cubicBezTo>
                  <a:pt x="28432" y="1143000"/>
                  <a:pt x="0" y="1114568"/>
                  <a:pt x="0" y="10794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79438" y="202406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React?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9438" y="2246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Component-based architecture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9438" y="2436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Huge ecosystem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79438" y="2627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PWA support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9438" y="2817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Team familiarity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4187" y="3167063"/>
            <a:ext cx="5365750" cy="952500"/>
          </a:xfrm>
          <a:custGeom>
            <a:avLst/>
            <a:gdLst/>
            <a:ahLst/>
            <a:cxnLst/>
            <a:rect l="l" t="t" r="r" b="b"/>
            <a:pathLst>
              <a:path w="5365750" h="95250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888997"/>
                </a:lnTo>
                <a:cubicBezTo>
                  <a:pt x="5365750" y="924069"/>
                  <a:pt x="5337319" y="952500"/>
                  <a:pt x="5302247" y="952500"/>
                </a:cubicBezTo>
                <a:lnTo>
                  <a:pt x="63503" y="952500"/>
                </a:lnTo>
                <a:cubicBezTo>
                  <a:pt x="28431" y="952500"/>
                  <a:pt x="0" y="924069"/>
                  <a:pt x="0" y="888997"/>
                </a:cubicBezTo>
                <a:lnTo>
                  <a:pt x="0" y="63503"/>
                </a:lnTo>
                <a:cubicBezTo>
                  <a:pt x="0" y="28431"/>
                  <a:pt x="28431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79438" y="3262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Tailwind?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79438" y="3484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Utility-first styling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79438" y="3675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Responsive by default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79438" y="3865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Consistent design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84187" y="4214813"/>
            <a:ext cx="5365750" cy="952500"/>
          </a:xfrm>
          <a:custGeom>
            <a:avLst/>
            <a:gdLst/>
            <a:ahLst/>
            <a:cxnLst/>
            <a:rect l="l" t="t" r="r" b="b"/>
            <a:pathLst>
              <a:path w="5365750" h="95250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888997"/>
                </a:lnTo>
                <a:cubicBezTo>
                  <a:pt x="5365750" y="924069"/>
                  <a:pt x="5337319" y="952500"/>
                  <a:pt x="5302247" y="952500"/>
                </a:cubicBezTo>
                <a:lnTo>
                  <a:pt x="63503" y="952500"/>
                </a:lnTo>
                <a:cubicBezTo>
                  <a:pt x="28431" y="952500"/>
                  <a:pt x="0" y="924069"/>
                  <a:pt x="0" y="888997"/>
                </a:cubicBezTo>
                <a:lnTo>
                  <a:pt x="0" y="63503"/>
                </a:lnTo>
                <a:cubicBezTo>
                  <a:pt x="0" y="28431"/>
                  <a:pt x="28431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79438" y="4310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Vite?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79438" y="4532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Fast dev server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79438" y="4722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Optimized builds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79438" y="4913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Hot module reload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88156" y="5266531"/>
            <a:ext cx="5357813" cy="293688"/>
          </a:xfrm>
          <a:custGeom>
            <a:avLst/>
            <a:gdLst/>
            <a:ahLst/>
            <a:cxnLst/>
            <a:rect l="l" t="t" r="r" b="b"/>
            <a:pathLst>
              <a:path w="5357813" h="293688">
                <a:moveTo>
                  <a:pt x="63501" y="0"/>
                </a:moveTo>
                <a:lnTo>
                  <a:pt x="5294311" y="0"/>
                </a:lnTo>
                <a:cubicBezTo>
                  <a:pt x="5329382" y="0"/>
                  <a:pt x="5357813" y="28430"/>
                  <a:pt x="5357813" y="63501"/>
                </a:cubicBezTo>
                <a:lnTo>
                  <a:pt x="5357813" y="230186"/>
                </a:lnTo>
                <a:cubicBezTo>
                  <a:pt x="5357812" y="265257"/>
                  <a:pt x="5329382" y="293688"/>
                  <a:pt x="5294311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7844" y="5334000"/>
            <a:ext cx="5278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COST: FREE (Open Source)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20688" y="5869781"/>
            <a:ext cx="5691188" cy="3611563"/>
          </a:xfrm>
          <a:custGeom>
            <a:avLst/>
            <a:gdLst/>
            <a:ahLst/>
            <a:cxnLst/>
            <a:rect l="l" t="t" r="r" b="b"/>
            <a:pathLst>
              <a:path w="5691188" h="3611563">
                <a:moveTo>
                  <a:pt x="95237" y="0"/>
                </a:moveTo>
                <a:lnTo>
                  <a:pt x="5595951" y="0"/>
                </a:lnTo>
                <a:cubicBezTo>
                  <a:pt x="5648548" y="0"/>
                  <a:pt x="5691188" y="42639"/>
                  <a:pt x="5691188" y="95237"/>
                </a:cubicBezTo>
                <a:lnTo>
                  <a:pt x="5691188" y="3516326"/>
                </a:lnTo>
                <a:cubicBezTo>
                  <a:pt x="5691188" y="3568923"/>
                  <a:pt x="5648548" y="3611563"/>
                  <a:pt x="5595951" y="3611563"/>
                </a:cubicBezTo>
                <a:lnTo>
                  <a:pt x="95237" y="3611563"/>
                </a:lnTo>
                <a:cubicBezTo>
                  <a:pt x="42639" y="3611563"/>
                  <a:pt x="0" y="3568923"/>
                  <a:pt x="0" y="3516326"/>
                </a:cubicBezTo>
                <a:lnTo>
                  <a:pt x="0" y="95237"/>
                </a:lnTo>
                <a:cubicBezTo>
                  <a:pt x="0" y="42674"/>
                  <a:pt x="42674" y="0"/>
                  <a:pt x="9523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187" y="6024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1" name="Shape 29"/>
          <p:cNvSpPr/>
          <p:nvPr/>
        </p:nvSpPr>
        <p:spPr>
          <a:xfrm>
            <a:off x="591344" y="611981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83530" y="189012"/>
                </a:moveTo>
                <a:cubicBezTo>
                  <a:pt x="81037" y="189012"/>
                  <a:pt x="78507" y="188342"/>
                  <a:pt x="76312" y="187077"/>
                </a:cubicBezTo>
                <a:lnTo>
                  <a:pt x="53355" y="173496"/>
                </a:lnTo>
                <a:cubicBezTo>
                  <a:pt x="49932" y="171562"/>
                  <a:pt x="51606" y="170892"/>
                  <a:pt x="52722" y="170520"/>
                </a:cubicBezTo>
                <a:cubicBezTo>
                  <a:pt x="57299" y="168920"/>
                  <a:pt x="58229" y="168585"/>
                  <a:pt x="63103" y="165795"/>
                </a:cubicBezTo>
                <a:cubicBezTo>
                  <a:pt x="63624" y="165497"/>
                  <a:pt x="64294" y="165608"/>
                  <a:pt x="64815" y="165943"/>
                </a:cubicBezTo>
                <a:lnTo>
                  <a:pt x="82451" y="176399"/>
                </a:lnTo>
                <a:cubicBezTo>
                  <a:pt x="83083" y="176771"/>
                  <a:pt x="83976" y="176771"/>
                  <a:pt x="84572" y="176399"/>
                </a:cubicBezTo>
                <a:lnTo>
                  <a:pt x="153293" y="136736"/>
                </a:lnTo>
                <a:cubicBezTo>
                  <a:pt x="153925" y="136364"/>
                  <a:pt x="154335" y="135620"/>
                  <a:pt x="154335" y="134875"/>
                </a:cubicBezTo>
                <a:lnTo>
                  <a:pt x="154335" y="55550"/>
                </a:lnTo>
                <a:cubicBezTo>
                  <a:pt x="154335" y="54769"/>
                  <a:pt x="153925" y="54062"/>
                  <a:pt x="153256" y="53653"/>
                </a:cubicBezTo>
                <a:lnTo>
                  <a:pt x="84572" y="14027"/>
                </a:lnTo>
                <a:cubicBezTo>
                  <a:pt x="83939" y="13655"/>
                  <a:pt x="83083" y="13655"/>
                  <a:pt x="82451" y="14027"/>
                </a:cubicBezTo>
                <a:lnTo>
                  <a:pt x="13804" y="53690"/>
                </a:lnTo>
                <a:cubicBezTo>
                  <a:pt x="13134" y="54062"/>
                  <a:pt x="12725" y="54806"/>
                  <a:pt x="12725" y="55587"/>
                </a:cubicBezTo>
                <a:lnTo>
                  <a:pt x="12725" y="134875"/>
                </a:lnTo>
                <a:cubicBezTo>
                  <a:pt x="12725" y="135620"/>
                  <a:pt x="13134" y="136364"/>
                  <a:pt x="13804" y="136699"/>
                </a:cubicBezTo>
                <a:lnTo>
                  <a:pt x="32631" y="147563"/>
                </a:lnTo>
                <a:cubicBezTo>
                  <a:pt x="42863" y="152660"/>
                  <a:pt x="49113" y="146670"/>
                  <a:pt x="49113" y="140605"/>
                </a:cubicBezTo>
                <a:lnTo>
                  <a:pt x="49113" y="62322"/>
                </a:lnTo>
                <a:cubicBezTo>
                  <a:pt x="49113" y="61206"/>
                  <a:pt x="50006" y="60350"/>
                  <a:pt x="51122" y="60350"/>
                </a:cubicBezTo>
                <a:lnTo>
                  <a:pt x="59829" y="60350"/>
                </a:lnTo>
                <a:cubicBezTo>
                  <a:pt x="60908" y="60350"/>
                  <a:pt x="61838" y="61206"/>
                  <a:pt x="61838" y="62322"/>
                </a:cubicBezTo>
                <a:lnTo>
                  <a:pt x="61838" y="140643"/>
                </a:lnTo>
                <a:cubicBezTo>
                  <a:pt x="61838" y="154260"/>
                  <a:pt x="54397" y="162074"/>
                  <a:pt x="41486" y="162074"/>
                </a:cubicBezTo>
                <a:cubicBezTo>
                  <a:pt x="37505" y="162074"/>
                  <a:pt x="34379" y="162074"/>
                  <a:pt x="25673" y="157758"/>
                </a:cubicBezTo>
                <a:lnTo>
                  <a:pt x="7665" y="147377"/>
                </a:lnTo>
                <a:cubicBezTo>
                  <a:pt x="3200" y="144810"/>
                  <a:pt x="446" y="140010"/>
                  <a:pt x="446" y="134838"/>
                </a:cubicBezTo>
                <a:lnTo>
                  <a:pt x="446" y="55550"/>
                </a:lnTo>
                <a:cubicBezTo>
                  <a:pt x="446" y="50416"/>
                  <a:pt x="3200" y="45579"/>
                  <a:pt x="7665" y="43011"/>
                </a:cubicBezTo>
                <a:lnTo>
                  <a:pt x="76312" y="3349"/>
                </a:lnTo>
                <a:cubicBezTo>
                  <a:pt x="80665" y="893"/>
                  <a:pt x="86432" y="893"/>
                  <a:pt x="90748" y="3349"/>
                </a:cubicBezTo>
                <a:lnTo>
                  <a:pt x="159469" y="43049"/>
                </a:lnTo>
                <a:cubicBezTo>
                  <a:pt x="163934" y="45616"/>
                  <a:pt x="166688" y="50416"/>
                  <a:pt x="166688" y="55587"/>
                </a:cubicBezTo>
                <a:lnTo>
                  <a:pt x="166688" y="134875"/>
                </a:lnTo>
                <a:cubicBezTo>
                  <a:pt x="166688" y="140010"/>
                  <a:pt x="163934" y="144810"/>
                  <a:pt x="159469" y="147414"/>
                </a:cubicBezTo>
                <a:lnTo>
                  <a:pt x="90748" y="187077"/>
                </a:lnTo>
                <a:cubicBezTo>
                  <a:pt x="88553" y="188342"/>
                  <a:pt x="86060" y="189012"/>
                  <a:pt x="83530" y="189012"/>
                </a:cubicBezTo>
                <a:close/>
                <a:moveTo>
                  <a:pt x="139005" y="110840"/>
                </a:moveTo>
                <a:cubicBezTo>
                  <a:pt x="139005" y="95994"/>
                  <a:pt x="128960" y="92050"/>
                  <a:pt x="107863" y="89260"/>
                </a:cubicBezTo>
                <a:cubicBezTo>
                  <a:pt x="86506" y="86432"/>
                  <a:pt x="84348" y="84981"/>
                  <a:pt x="84348" y="79995"/>
                </a:cubicBezTo>
                <a:cubicBezTo>
                  <a:pt x="84348" y="75865"/>
                  <a:pt x="86171" y="70358"/>
                  <a:pt x="101984" y="70358"/>
                </a:cubicBezTo>
                <a:cubicBezTo>
                  <a:pt x="116086" y="70358"/>
                  <a:pt x="121295" y="73409"/>
                  <a:pt x="123453" y="82934"/>
                </a:cubicBezTo>
                <a:cubicBezTo>
                  <a:pt x="123639" y="83827"/>
                  <a:pt x="124458" y="84497"/>
                  <a:pt x="125388" y="84497"/>
                </a:cubicBezTo>
                <a:lnTo>
                  <a:pt x="134317" y="84497"/>
                </a:lnTo>
                <a:cubicBezTo>
                  <a:pt x="134875" y="84497"/>
                  <a:pt x="135396" y="84274"/>
                  <a:pt x="135768" y="83865"/>
                </a:cubicBezTo>
                <a:cubicBezTo>
                  <a:pt x="136141" y="83455"/>
                  <a:pt x="136327" y="82897"/>
                  <a:pt x="136289" y="82339"/>
                </a:cubicBezTo>
                <a:cubicBezTo>
                  <a:pt x="134913" y="65931"/>
                  <a:pt x="124011" y="58303"/>
                  <a:pt x="101984" y="58303"/>
                </a:cubicBezTo>
                <a:cubicBezTo>
                  <a:pt x="82376" y="58303"/>
                  <a:pt x="70693" y="66563"/>
                  <a:pt x="70693" y="80442"/>
                </a:cubicBezTo>
                <a:cubicBezTo>
                  <a:pt x="70693" y="95473"/>
                  <a:pt x="82339" y="99640"/>
                  <a:pt x="101129" y="101501"/>
                </a:cubicBezTo>
                <a:cubicBezTo>
                  <a:pt x="123639" y="103696"/>
                  <a:pt x="125388" y="107007"/>
                  <a:pt x="125388" y="111435"/>
                </a:cubicBezTo>
                <a:cubicBezTo>
                  <a:pt x="125388" y="119100"/>
                  <a:pt x="119211" y="122374"/>
                  <a:pt x="104738" y="122374"/>
                </a:cubicBezTo>
                <a:cubicBezTo>
                  <a:pt x="86544" y="122374"/>
                  <a:pt x="82562" y="117797"/>
                  <a:pt x="81223" y="108756"/>
                </a:cubicBezTo>
                <a:cubicBezTo>
                  <a:pt x="81074" y="107789"/>
                  <a:pt x="80256" y="107082"/>
                  <a:pt x="79251" y="107082"/>
                </a:cubicBezTo>
                <a:lnTo>
                  <a:pt x="70358" y="107082"/>
                </a:lnTo>
                <a:cubicBezTo>
                  <a:pt x="69242" y="107082"/>
                  <a:pt x="68387" y="107975"/>
                  <a:pt x="68387" y="109054"/>
                </a:cubicBezTo>
                <a:cubicBezTo>
                  <a:pt x="68387" y="120625"/>
                  <a:pt x="74675" y="134429"/>
                  <a:pt x="104775" y="134429"/>
                </a:cubicBezTo>
                <a:cubicBezTo>
                  <a:pt x="126504" y="134392"/>
                  <a:pt x="139005" y="125797"/>
                  <a:pt x="139005" y="11084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438" y="6024563"/>
            <a:ext cx="1428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Backend Layer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60438" y="6246813"/>
            <a:ext cx="140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 20 + Express.js 4.18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84187" y="6532563"/>
            <a:ext cx="5365750" cy="1143000"/>
          </a:xfrm>
          <a:custGeom>
            <a:avLst/>
            <a:gdLst/>
            <a:ahLst/>
            <a:cxnLst/>
            <a:rect l="l" t="t" r="r" b="b"/>
            <a:pathLst>
              <a:path w="5365750" h="1143000">
                <a:moveTo>
                  <a:pt x="63505" y="0"/>
                </a:moveTo>
                <a:lnTo>
                  <a:pt x="5302245" y="0"/>
                </a:lnTo>
                <a:cubicBezTo>
                  <a:pt x="5337318" y="0"/>
                  <a:pt x="5365750" y="28432"/>
                  <a:pt x="5365750" y="63505"/>
                </a:cubicBezTo>
                <a:lnTo>
                  <a:pt x="5365750" y="1079495"/>
                </a:lnTo>
                <a:cubicBezTo>
                  <a:pt x="5365750" y="1114568"/>
                  <a:pt x="5337318" y="1143000"/>
                  <a:pt x="5302245" y="1143000"/>
                </a:cubicBezTo>
                <a:lnTo>
                  <a:pt x="63505" y="1143000"/>
                </a:lnTo>
                <a:cubicBezTo>
                  <a:pt x="28432" y="1143000"/>
                  <a:pt x="0" y="1114568"/>
                  <a:pt x="0" y="10794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79438" y="6627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Node.js?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79438" y="6850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JavaScript everywhere (frontend/backend sharing)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79438" y="7040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Non-blocking I/O for concurrent requests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79438" y="7231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Massive npm ecosystem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79438" y="7421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Native JSON handling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84187" y="7770813"/>
            <a:ext cx="5365750" cy="1143000"/>
          </a:xfrm>
          <a:custGeom>
            <a:avLst/>
            <a:gdLst/>
            <a:ahLst/>
            <a:cxnLst/>
            <a:rect l="l" t="t" r="r" b="b"/>
            <a:pathLst>
              <a:path w="5365750" h="1143000">
                <a:moveTo>
                  <a:pt x="63505" y="0"/>
                </a:moveTo>
                <a:lnTo>
                  <a:pt x="5302245" y="0"/>
                </a:lnTo>
                <a:cubicBezTo>
                  <a:pt x="5337318" y="0"/>
                  <a:pt x="5365750" y="28432"/>
                  <a:pt x="5365750" y="63505"/>
                </a:cubicBezTo>
                <a:lnTo>
                  <a:pt x="5365750" y="1079495"/>
                </a:lnTo>
                <a:cubicBezTo>
                  <a:pt x="5365750" y="1114568"/>
                  <a:pt x="5337318" y="1143000"/>
                  <a:pt x="5302245" y="1143000"/>
                </a:cubicBezTo>
                <a:lnTo>
                  <a:pt x="63505" y="1143000"/>
                </a:lnTo>
                <a:cubicBezTo>
                  <a:pt x="28432" y="1143000"/>
                  <a:pt x="0" y="1114568"/>
                  <a:pt x="0" y="10794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579438" y="7866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Express?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79438" y="8088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Minimal, flexible framework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79438" y="8278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Robust middleware ecosystem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579438" y="8469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Excellent for REST APIs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579438" y="8659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Strong community support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88156" y="9013031"/>
            <a:ext cx="5357813" cy="293688"/>
          </a:xfrm>
          <a:custGeom>
            <a:avLst/>
            <a:gdLst/>
            <a:ahLst/>
            <a:cxnLst/>
            <a:rect l="l" t="t" r="r" b="b"/>
            <a:pathLst>
              <a:path w="5357813" h="293688">
                <a:moveTo>
                  <a:pt x="63501" y="0"/>
                </a:moveTo>
                <a:lnTo>
                  <a:pt x="5294311" y="0"/>
                </a:lnTo>
                <a:cubicBezTo>
                  <a:pt x="5329382" y="0"/>
                  <a:pt x="5357813" y="28430"/>
                  <a:pt x="5357813" y="63501"/>
                </a:cubicBezTo>
                <a:lnTo>
                  <a:pt x="5357813" y="230186"/>
                </a:lnTo>
                <a:cubicBezTo>
                  <a:pt x="5357812" y="265257"/>
                  <a:pt x="5329382" y="293688"/>
                  <a:pt x="5294311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7844" y="9080500"/>
            <a:ext cx="5278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COST: FREE (Open Source)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179344" y="1258094"/>
            <a:ext cx="5691188" cy="5151438"/>
          </a:xfrm>
          <a:custGeom>
            <a:avLst/>
            <a:gdLst/>
            <a:ahLst/>
            <a:cxnLst/>
            <a:rect l="l" t="t" r="r" b="b"/>
            <a:pathLst>
              <a:path w="5691188" h="5151438">
                <a:moveTo>
                  <a:pt x="95250" y="0"/>
                </a:moveTo>
                <a:lnTo>
                  <a:pt x="5595937" y="0"/>
                </a:lnTo>
                <a:cubicBezTo>
                  <a:pt x="5648543" y="0"/>
                  <a:pt x="5691188" y="42645"/>
                  <a:pt x="5691188" y="95250"/>
                </a:cubicBezTo>
                <a:lnTo>
                  <a:pt x="5691188" y="5056187"/>
                </a:lnTo>
                <a:cubicBezTo>
                  <a:pt x="5691188" y="5108793"/>
                  <a:pt x="5648543" y="5151438"/>
                  <a:pt x="5595937" y="5151438"/>
                </a:cubicBezTo>
                <a:lnTo>
                  <a:pt x="95250" y="5151438"/>
                </a:lnTo>
                <a:cubicBezTo>
                  <a:pt x="42645" y="5151438"/>
                  <a:pt x="0" y="5108793"/>
                  <a:pt x="0" y="5056187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42063" y="1420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9219" y="151606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51" name="Text 49"/>
          <p:cNvSpPr/>
          <p:nvPr/>
        </p:nvSpPr>
        <p:spPr>
          <a:xfrm>
            <a:off x="6818313" y="1500188"/>
            <a:ext cx="1643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&amp; Infrastructure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42063" y="1928813"/>
            <a:ext cx="5365750" cy="1143000"/>
          </a:xfrm>
          <a:custGeom>
            <a:avLst/>
            <a:gdLst/>
            <a:ahLst/>
            <a:cxnLst/>
            <a:rect l="l" t="t" r="r" b="b"/>
            <a:pathLst>
              <a:path w="5365750" h="1143000">
                <a:moveTo>
                  <a:pt x="63505" y="0"/>
                </a:moveTo>
                <a:lnTo>
                  <a:pt x="5302245" y="0"/>
                </a:lnTo>
                <a:cubicBezTo>
                  <a:pt x="5337318" y="0"/>
                  <a:pt x="5365750" y="28432"/>
                  <a:pt x="5365750" y="63505"/>
                </a:cubicBezTo>
                <a:lnTo>
                  <a:pt x="5365750" y="1079495"/>
                </a:lnTo>
                <a:cubicBezTo>
                  <a:pt x="5365750" y="1114568"/>
                  <a:pt x="5337318" y="1143000"/>
                  <a:pt x="5302245" y="1143000"/>
                </a:cubicBezTo>
                <a:lnTo>
                  <a:pt x="63505" y="1143000"/>
                </a:lnTo>
                <a:cubicBezTo>
                  <a:pt x="28432" y="1143000"/>
                  <a:pt x="0" y="1114568"/>
                  <a:pt x="0" y="10794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6437313" y="202406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PostgreSQL 15 (Supabase/Railway)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437313" y="2246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ACID compliance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437313" y="2436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Complex queries/relations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437313" y="2627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Free tier sufficient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437313" y="2817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Automated backups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42063" y="3167063"/>
            <a:ext cx="5365750" cy="952500"/>
          </a:xfrm>
          <a:custGeom>
            <a:avLst/>
            <a:gdLst/>
            <a:ahLst/>
            <a:cxnLst/>
            <a:rect l="l" t="t" r="r" b="b"/>
            <a:pathLst>
              <a:path w="5365750" h="95250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888997"/>
                </a:lnTo>
                <a:cubicBezTo>
                  <a:pt x="5365750" y="924069"/>
                  <a:pt x="5337319" y="952500"/>
                  <a:pt x="5302247" y="952500"/>
                </a:cubicBezTo>
                <a:lnTo>
                  <a:pt x="63503" y="952500"/>
                </a:lnTo>
                <a:cubicBezTo>
                  <a:pt x="28431" y="952500"/>
                  <a:pt x="0" y="924069"/>
                  <a:pt x="0" y="888997"/>
                </a:cubicBezTo>
                <a:lnTo>
                  <a:pt x="0" y="63503"/>
                </a:lnTo>
                <a:cubicBezTo>
                  <a:pt x="0" y="28431"/>
                  <a:pt x="28431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6437313" y="3262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Kimi API (AI)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437313" y="3484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Cost-effective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437313" y="3675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Educational focus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437313" y="3865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Strong reasoning capabilities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2063" y="4214813"/>
            <a:ext cx="5365750" cy="1365250"/>
          </a:xfrm>
          <a:custGeom>
            <a:avLst/>
            <a:gdLst/>
            <a:ahLst/>
            <a:cxnLst/>
            <a:rect l="l" t="t" r="r" b="b"/>
            <a:pathLst>
              <a:path w="5365750" h="1365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1301752"/>
                </a:lnTo>
                <a:cubicBezTo>
                  <a:pt x="5365750" y="1336821"/>
                  <a:pt x="5337321" y="1365250"/>
                  <a:pt x="5302252" y="1365250"/>
                </a:cubicBezTo>
                <a:lnTo>
                  <a:pt x="63498" y="1365250"/>
                </a:lnTo>
                <a:cubicBezTo>
                  <a:pt x="28429" y="1365250"/>
                  <a:pt x="0" y="1336821"/>
                  <a:pt x="0" y="1301752"/>
                </a:cubicBezTo>
                <a:lnTo>
                  <a:pt x="0" y="63498"/>
                </a:lnTo>
                <a:cubicBezTo>
                  <a:pt x="0" y="28452"/>
                  <a:pt x="28452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6437313" y="4310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Hosting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6437313" y="45323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Vercel (Frontend) + Railway (Backend/DB)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437313" y="4754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Generous free tiers for students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6437313" y="4945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Automatic CI/CD from GitHub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6437313" y="5135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Global CDN for fast loading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6437313" y="5326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Auto-scaling capabilities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342063" y="56753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6437313" y="57705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Auth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6437313" y="5992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JWT (JSON Web Tokens) — Stateless, secure, mobile-friendly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6179344" y="6544469"/>
            <a:ext cx="5691188" cy="1722438"/>
          </a:xfrm>
          <a:custGeom>
            <a:avLst/>
            <a:gdLst/>
            <a:ahLst/>
            <a:cxnLst/>
            <a:rect l="l" t="t" r="r" b="b"/>
            <a:pathLst>
              <a:path w="5691188" h="1722438">
                <a:moveTo>
                  <a:pt x="95251" y="0"/>
                </a:moveTo>
                <a:lnTo>
                  <a:pt x="5595937" y="0"/>
                </a:lnTo>
                <a:cubicBezTo>
                  <a:pt x="5648542" y="0"/>
                  <a:pt x="5691188" y="42645"/>
                  <a:pt x="5691188" y="95251"/>
                </a:cubicBezTo>
                <a:lnTo>
                  <a:pt x="5691188" y="1627187"/>
                </a:lnTo>
                <a:cubicBezTo>
                  <a:pt x="5691188" y="1679792"/>
                  <a:pt x="5648542" y="1722438"/>
                  <a:pt x="5595937" y="1722438"/>
                </a:cubicBezTo>
                <a:lnTo>
                  <a:pt x="95251" y="1722438"/>
                </a:lnTo>
                <a:cubicBezTo>
                  <a:pt x="42645" y="1722438"/>
                  <a:pt x="0" y="1679792"/>
                  <a:pt x="0" y="1627187"/>
                </a:cubicBezTo>
                <a:lnTo>
                  <a:pt x="0" y="95251"/>
                </a:lnTo>
                <a:cubicBezTo>
                  <a:pt x="0" y="42680"/>
                  <a:pt x="42680" y="0"/>
                  <a:pt x="95251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401594" y="6723063"/>
            <a:ext cx="119063" cy="190500"/>
          </a:xfrm>
          <a:custGeom>
            <a:avLst/>
            <a:gdLst/>
            <a:ahLst/>
            <a:cxnLst/>
            <a:rect l="l" t="t" r="r" b="b"/>
            <a:pathLst>
              <a:path w="119063" h="190500">
                <a:moveTo>
                  <a:pt x="50602" y="8930"/>
                </a:moveTo>
                <a:cubicBezTo>
                  <a:pt x="50602" y="3981"/>
                  <a:pt x="54583" y="0"/>
                  <a:pt x="59531" y="0"/>
                </a:cubicBezTo>
                <a:cubicBezTo>
                  <a:pt x="64480" y="0"/>
                  <a:pt x="68461" y="3981"/>
                  <a:pt x="68461" y="8930"/>
                </a:cubicBezTo>
                <a:lnTo>
                  <a:pt x="68461" y="23812"/>
                </a:lnTo>
                <a:lnTo>
                  <a:pt x="89297" y="23812"/>
                </a:lnTo>
                <a:cubicBezTo>
                  <a:pt x="95883" y="23812"/>
                  <a:pt x="101203" y="29133"/>
                  <a:pt x="101203" y="35719"/>
                </a:cubicBezTo>
                <a:cubicBezTo>
                  <a:pt x="101203" y="42304"/>
                  <a:pt x="95883" y="47625"/>
                  <a:pt x="89297" y="47625"/>
                </a:cubicBezTo>
                <a:lnTo>
                  <a:pt x="46546" y="47625"/>
                </a:lnTo>
                <a:cubicBezTo>
                  <a:pt x="37281" y="47625"/>
                  <a:pt x="29766" y="55141"/>
                  <a:pt x="29766" y="64405"/>
                </a:cubicBezTo>
                <a:cubicBezTo>
                  <a:pt x="29766" y="72777"/>
                  <a:pt x="35905" y="79846"/>
                  <a:pt x="44165" y="81037"/>
                </a:cubicBezTo>
                <a:lnTo>
                  <a:pt x="78246" y="85911"/>
                </a:lnTo>
                <a:cubicBezTo>
                  <a:pt x="98264" y="88776"/>
                  <a:pt x="113109" y="105891"/>
                  <a:pt x="113109" y="126095"/>
                </a:cubicBezTo>
                <a:cubicBezTo>
                  <a:pt x="113109" y="148530"/>
                  <a:pt x="94915" y="166688"/>
                  <a:pt x="72517" y="166688"/>
                </a:cubicBezTo>
                <a:lnTo>
                  <a:pt x="68461" y="166688"/>
                </a:lnTo>
                <a:lnTo>
                  <a:pt x="68461" y="181570"/>
                </a:lnTo>
                <a:cubicBezTo>
                  <a:pt x="68461" y="186519"/>
                  <a:pt x="64480" y="190500"/>
                  <a:pt x="59531" y="190500"/>
                </a:cubicBezTo>
                <a:cubicBezTo>
                  <a:pt x="54583" y="190500"/>
                  <a:pt x="50602" y="186519"/>
                  <a:pt x="50602" y="181570"/>
                </a:cubicBezTo>
                <a:lnTo>
                  <a:pt x="50602" y="166688"/>
                </a:lnTo>
                <a:lnTo>
                  <a:pt x="23812" y="166688"/>
                </a:lnTo>
                <a:cubicBezTo>
                  <a:pt x="17227" y="166688"/>
                  <a:pt x="11906" y="161367"/>
                  <a:pt x="11906" y="154781"/>
                </a:cubicBezTo>
                <a:cubicBezTo>
                  <a:pt x="11906" y="148196"/>
                  <a:pt x="17227" y="142875"/>
                  <a:pt x="23812" y="142875"/>
                </a:cubicBezTo>
                <a:lnTo>
                  <a:pt x="72517" y="142875"/>
                </a:lnTo>
                <a:cubicBezTo>
                  <a:pt x="81781" y="142875"/>
                  <a:pt x="89297" y="135359"/>
                  <a:pt x="89297" y="126095"/>
                </a:cubicBezTo>
                <a:cubicBezTo>
                  <a:pt x="89297" y="117723"/>
                  <a:pt x="83158" y="110654"/>
                  <a:pt x="74898" y="109463"/>
                </a:cubicBezTo>
                <a:lnTo>
                  <a:pt x="40816" y="104589"/>
                </a:lnTo>
                <a:cubicBezTo>
                  <a:pt x="20799" y="101761"/>
                  <a:pt x="5953" y="84609"/>
                  <a:pt x="5953" y="64405"/>
                </a:cubicBezTo>
                <a:cubicBezTo>
                  <a:pt x="5953" y="42007"/>
                  <a:pt x="24147" y="23812"/>
                  <a:pt x="46546" y="23812"/>
                </a:cubicBezTo>
                <a:lnTo>
                  <a:pt x="50602" y="23812"/>
                </a:lnTo>
                <a:lnTo>
                  <a:pt x="50602" y="893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5" name="Text 73"/>
          <p:cNvSpPr/>
          <p:nvPr/>
        </p:nvSpPr>
        <p:spPr>
          <a:xfrm>
            <a:off x="6675438" y="6707188"/>
            <a:ext cx="1404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Total Project Cost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6246813" y="7024688"/>
            <a:ext cx="555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&lt;$100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6310313" y="746918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Entire development period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6342063" y="7754938"/>
            <a:ext cx="5365750" cy="349250"/>
          </a:xfrm>
          <a:custGeom>
            <a:avLst/>
            <a:gdLst/>
            <a:ahLst/>
            <a:cxnLst/>
            <a:rect l="l" t="t" r="r" b="b"/>
            <a:pathLst>
              <a:path w="5365750" h="3492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285749"/>
                </a:lnTo>
                <a:cubicBezTo>
                  <a:pt x="5365750" y="320820"/>
                  <a:pt x="5337320" y="349250"/>
                  <a:pt x="5302249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9" name="Text 77"/>
          <p:cNvSpPr/>
          <p:nvPr/>
        </p:nvSpPr>
        <p:spPr>
          <a:xfrm>
            <a:off x="6437313" y="7850188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Technology choices balance capability, team skills, and cost</a:t>
            </a: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critical for a student project.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262063" cy="230188"/>
          </a:xfrm>
          <a:custGeom>
            <a:avLst/>
            <a:gdLst/>
            <a:ahLst/>
            <a:cxnLst/>
            <a:rect l="l" t="t" r="r" b="b"/>
            <a:pathLst>
              <a:path w="1262063" h="230188">
                <a:moveTo>
                  <a:pt x="115094" y="0"/>
                </a:moveTo>
                <a:lnTo>
                  <a:pt x="1146969" y="0"/>
                </a:lnTo>
                <a:cubicBezTo>
                  <a:pt x="1210491" y="0"/>
                  <a:pt x="1262063" y="51572"/>
                  <a:pt x="1262063" y="115094"/>
                </a:cubicBezTo>
                <a:lnTo>
                  <a:pt x="1262063" y="115094"/>
                </a:lnTo>
                <a:cubicBezTo>
                  <a:pt x="1262063" y="178616"/>
                  <a:pt x="1210491" y="230188"/>
                  <a:pt x="11469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1112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Research-Based Design: Evidence Drives Every Feature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2659063"/>
          </a:xfrm>
          <a:custGeom>
            <a:avLst/>
            <a:gdLst/>
            <a:ahLst/>
            <a:cxnLst/>
            <a:rect l="l" t="t" r="r" b="b"/>
            <a:pathLst>
              <a:path w="5691188" h="2659063">
                <a:moveTo>
                  <a:pt x="95248" y="0"/>
                </a:moveTo>
                <a:lnTo>
                  <a:pt x="5595940" y="0"/>
                </a:lnTo>
                <a:cubicBezTo>
                  <a:pt x="5648544" y="0"/>
                  <a:pt x="5691188" y="42644"/>
                  <a:pt x="5691188" y="95248"/>
                </a:cubicBezTo>
                <a:lnTo>
                  <a:pt x="5691188" y="2563815"/>
                </a:lnTo>
                <a:cubicBezTo>
                  <a:pt x="5691188" y="2616419"/>
                  <a:pt x="5648544" y="2659063"/>
                  <a:pt x="5595940" y="2659063"/>
                </a:cubicBezTo>
                <a:lnTo>
                  <a:pt x="95248" y="2659063"/>
                </a:lnTo>
                <a:cubicBezTo>
                  <a:pt x="42644" y="2659063"/>
                  <a:pt x="0" y="2616419"/>
                  <a:pt x="0" y="2563815"/>
                </a:cubicBezTo>
                <a:lnTo>
                  <a:pt x="0" y="95248"/>
                </a:lnTo>
                <a:cubicBezTo>
                  <a:pt x="0" y="42679"/>
                  <a:pt x="42679" y="0"/>
                  <a:pt x="9524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187" y="1420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575469" y="153193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38906" y="19844"/>
                </a:moveTo>
                <a:cubicBezTo>
                  <a:pt x="171772" y="19844"/>
                  <a:pt x="198438" y="46509"/>
                  <a:pt x="198438" y="79375"/>
                </a:cubicBezTo>
                <a:cubicBezTo>
                  <a:pt x="198438" y="112241"/>
                  <a:pt x="171772" y="138906"/>
                  <a:pt x="138906" y="138906"/>
                </a:cubicBezTo>
                <a:lnTo>
                  <a:pt x="59531" y="138906"/>
                </a:lnTo>
                <a:cubicBezTo>
                  <a:pt x="26665" y="138906"/>
                  <a:pt x="0" y="112241"/>
                  <a:pt x="0" y="79375"/>
                </a:cubicBezTo>
                <a:cubicBezTo>
                  <a:pt x="0" y="46509"/>
                  <a:pt x="26665" y="19844"/>
                  <a:pt x="59531" y="19844"/>
                </a:cubicBezTo>
                <a:lnTo>
                  <a:pt x="138906" y="19844"/>
                </a:lnTo>
                <a:close/>
                <a:moveTo>
                  <a:pt x="59531" y="54570"/>
                </a:moveTo>
                <a:cubicBezTo>
                  <a:pt x="55407" y="54570"/>
                  <a:pt x="52090" y="57888"/>
                  <a:pt x="52090" y="62012"/>
                </a:cubicBezTo>
                <a:lnTo>
                  <a:pt x="52090" y="71934"/>
                </a:lnTo>
                <a:lnTo>
                  <a:pt x="42168" y="71934"/>
                </a:lnTo>
                <a:cubicBezTo>
                  <a:pt x="38044" y="71934"/>
                  <a:pt x="34727" y="75251"/>
                  <a:pt x="34727" y="79375"/>
                </a:cubicBezTo>
                <a:cubicBezTo>
                  <a:pt x="34727" y="83499"/>
                  <a:pt x="38044" y="86816"/>
                  <a:pt x="42168" y="86816"/>
                </a:cubicBezTo>
                <a:lnTo>
                  <a:pt x="52090" y="86816"/>
                </a:lnTo>
                <a:lnTo>
                  <a:pt x="52090" y="96738"/>
                </a:lnTo>
                <a:cubicBezTo>
                  <a:pt x="52090" y="100862"/>
                  <a:pt x="55407" y="104180"/>
                  <a:pt x="59531" y="104180"/>
                </a:cubicBezTo>
                <a:cubicBezTo>
                  <a:pt x="63655" y="104180"/>
                  <a:pt x="66973" y="100862"/>
                  <a:pt x="66973" y="96738"/>
                </a:cubicBezTo>
                <a:lnTo>
                  <a:pt x="66973" y="86816"/>
                </a:lnTo>
                <a:lnTo>
                  <a:pt x="76895" y="86816"/>
                </a:lnTo>
                <a:cubicBezTo>
                  <a:pt x="81018" y="86816"/>
                  <a:pt x="84336" y="83499"/>
                  <a:pt x="84336" y="79375"/>
                </a:cubicBezTo>
                <a:cubicBezTo>
                  <a:pt x="84336" y="75251"/>
                  <a:pt x="81018" y="71934"/>
                  <a:pt x="76895" y="71934"/>
                </a:cubicBezTo>
                <a:lnTo>
                  <a:pt x="66973" y="71934"/>
                </a:lnTo>
                <a:lnTo>
                  <a:pt x="66973" y="62012"/>
                </a:lnTo>
                <a:cubicBezTo>
                  <a:pt x="66973" y="57888"/>
                  <a:pt x="63655" y="54570"/>
                  <a:pt x="59531" y="54570"/>
                </a:cubicBezTo>
                <a:close/>
                <a:moveTo>
                  <a:pt x="133945" y="84336"/>
                </a:moveTo>
                <a:cubicBezTo>
                  <a:pt x="128469" y="84336"/>
                  <a:pt x="124023" y="88782"/>
                  <a:pt x="124023" y="94258"/>
                </a:cubicBezTo>
                <a:cubicBezTo>
                  <a:pt x="124023" y="99734"/>
                  <a:pt x="128469" y="104180"/>
                  <a:pt x="133945" y="104180"/>
                </a:cubicBezTo>
                <a:cubicBezTo>
                  <a:pt x="139421" y="104180"/>
                  <a:pt x="143867" y="99734"/>
                  <a:pt x="143867" y="94258"/>
                </a:cubicBezTo>
                <a:cubicBezTo>
                  <a:pt x="143867" y="88782"/>
                  <a:pt x="139421" y="84336"/>
                  <a:pt x="133945" y="84336"/>
                </a:cubicBezTo>
                <a:close/>
                <a:moveTo>
                  <a:pt x="153789" y="54570"/>
                </a:moveTo>
                <a:cubicBezTo>
                  <a:pt x="148313" y="54570"/>
                  <a:pt x="143867" y="59016"/>
                  <a:pt x="143867" y="64492"/>
                </a:cubicBezTo>
                <a:cubicBezTo>
                  <a:pt x="143867" y="69968"/>
                  <a:pt x="148313" y="74414"/>
                  <a:pt x="153789" y="74414"/>
                </a:cubicBezTo>
                <a:cubicBezTo>
                  <a:pt x="159265" y="74414"/>
                  <a:pt x="163711" y="69968"/>
                  <a:pt x="163711" y="64492"/>
                </a:cubicBezTo>
                <a:cubicBezTo>
                  <a:pt x="163711" y="59016"/>
                  <a:pt x="159265" y="54570"/>
                  <a:pt x="153789" y="54570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960438" y="1420813"/>
            <a:ext cx="21193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1. Gamification in Education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438" y="1643063"/>
            <a:ext cx="2095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Ruiz et al. 2024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187" y="19288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79438" y="202406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9438" y="221456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Immediate feedback + variety of rewards increases engagement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8156" y="2599531"/>
            <a:ext cx="5357813" cy="1150938"/>
          </a:xfrm>
          <a:custGeom>
            <a:avLst/>
            <a:gdLst/>
            <a:ahLst/>
            <a:cxnLst/>
            <a:rect l="l" t="t" r="r" b="b"/>
            <a:pathLst>
              <a:path w="5357813" h="1150938">
                <a:moveTo>
                  <a:pt x="63497" y="0"/>
                </a:moveTo>
                <a:lnTo>
                  <a:pt x="5294315" y="0"/>
                </a:lnTo>
                <a:cubicBezTo>
                  <a:pt x="5329384" y="0"/>
                  <a:pt x="5357813" y="28429"/>
                  <a:pt x="5357813" y="63497"/>
                </a:cubicBezTo>
                <a:lnTo>
                  <a:pt x="5357813" y="1087440"/>
                </a:lnTo>
                <a:cubicBezTo>
                  <a:pt x="5357813" y="1122509"/>
                  <a:pt x="5329384" y="1150938"/>
                  <a:pt x="5294315" y="1150937"/>
                </a:cubicBezTo>
                <a:lnTo>
                  <a:pt x="63497" y="1150938"/>
                </a:lnTo>
                <a:cubicBezTo>
                  <a:pt x="28429" y="1150937"/>
                  <a:pt x="0" y="1122509"/>
                  <a:pt x="0" y="1087440"/>
                </a:cubicBezTo>
                <a:lnTo>
                  <a:pt x="0" y="63497"/>
                </a:lnTo>
                <a:cubicBezTo>
                  <a:pt x="0" y="28452"/>
                  <a:pt x="28452" y="0"/>
                  <a:pt x="63497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375" y="269875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Implementation: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031" y="29527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7" name="Text 15"/>
          <p:cNvSpPr/>
          <p:nvPr/>
        </p:nvSpPr>
        <p:spPr>
          <a:xfrm>
            <a:off x="789781" y="2921000"/>
            <a:ext cx="123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 XP per minute of study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1031" y="31432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9" name="Text 17"/>
          <p:cNvSpPr/>
          <p:nvPr/>
        </p:nvSpPr>
        <p:spPr>
          <a:xfrm>
            <a:off x="789781" y="3111500"/>
            <a:ext cx="20081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Multiple badge types (13 achievements)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1031" y="33337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Text 19"/>
          <p:cNvSpPr/>
          <p:nvPr/>
        </p:nvSpPr>
        <p:spPr>
          <a:xfrm>
            <a:off x="789781" y="3302000"/>
            <a:ext cx="1222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 progress bars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1031" y="35242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3" name="Text 21"/>
          <p:cNvSpPr/>
          <p:nvPr/>
        </p:nvSpPr>
        <p:spPr>
          <a:xfrm>
            <a:off x="789781" y="3492500"/>
            <a:ext cx="121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Leaderboards by period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79344" y="1258094"/>
            <a:ext cx="5691188" cy="2659063"/>
          </a:xfrm>
          <a:custGeom>
            <a:avLst/>
            <a:gdLst/>
            <a:ahLst/>
            <a:cxnLst/>
            <a:rect l="l" t="t" r="r" b="b"/>
            <a:pathLst>
              <a:path w="5691188" h="2659063">
                <a:moveTo>
                  <a:pt x="95248" y="0"/>
                </a:moveTo>
                <a:lnTo>
                  <a:pt x="5595940" y="0"/>
                </a:lnTo>
                <a:cubicBezTo>
                  <a:pt x="5648544" y="0"/>
                  <a:pt x="5691188" y="42644"/>
                  <a:pt x="5691188" y="95248"/>
                </a:cubicBezTo>
                <a:lnTo>
                  <a:pt x="5691188" y="2563815"/>
                </a:lnTo>
                <a:cubicBezTo>
                  <a:pt x="5691188" y="2616419"/>
                  <a:pt x="5648544" y="2659063"/>
                  <a:pt x="5595940" y="2659063"/>
                </a:cubicBezTo>
                <a:lnTo>
                  <a:pt x="95248" y="2659063"/>
                </a:lnTo>
                <a:cubicBezTo>
                  <a:pt x="42644" y="2659063"/>
                  <a:pt x="0" y="2616419"/>
                  <a:pt x="0" y="2563815"/>
                </a:cubicBezTo>
                <a:lnTo>
                  <a:pt x="0" y="95248"/>
                </a:lnTo>
                <a:cubicBezTo>
                  <a:pt x="0" y="42679"/>
                  <a:pt x="42679" y="0"/>
                  <a:pt x="9524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42063" y="1420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63109" y="153193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39688" y="0"/>
                </a:moveTo>
                <a:cubicBezTo>
                  <a:pt x="45176" y="0"/>
                  <a:pt x="49609" y="4434"/>
                  <a:pt x="49609" y="9922"/>
                </a:cubicBezTo>
                <a:lnTo>
                  <a:pt x="49609" y="19844"/>
                </a:lnTo>
                <a:lnTo>
                  <a:pt x="89297" y="19844"/>
                </a:lnTo>
                <a:lnTo>
                  <a:pt x="89297" y="9922"/>
                </a:lnTo>
                <a:cubicBezTo>
                  <a:pt x="89297" y="4434"/>
                  <a:pt x="93731" y="0"/>
                  <a:pt x="99219" y="0"/>
                </a:cubicBezTo>
                <a:cubicBezTo>
                  <a:pt x="104707" y="0"/>
                  <a:pt x="109141" y="4434"/>
                  <a:pt x="109141" y="9922"/>
                </a:cubicBezTo>
                <a:lnTo>
                  <a:pt x="109141" y="19844"/>
                </a:lnTo>
                <a:lnTo>
                  <a:pt x="119062" y="19844"/>
                </a:lnTo>
                <a:cubicBezTo>
                  <a:pt x="130008" y="19844"/>
                  <a:pt x="138906" y="28742"/>
                  <a:pt x="138906" y="39688"/>
                </a:cubicBez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39688"/>
                </a:lnTo>
                <a:cubicBezTo>
                  <a:pt x="0" y="28742"/>
                  <a:pt x="8899" y="19844"/>
                  <a:pt x="19844" y="19844"/>
                </a:cubicBezTo>
                <a:lnTo>
                  <a:pt x="29766" y="19844"/>
                </a:lnTo>
                <a:lnTo>
                  <a:pt x="29766" y="9922"/>
                </a:lnTo>
                <a:cubicBezTo>
                  <a:pt x="29766" y="4434"/>
                  <a:pt x="34199" y="0"/>
                  <a:pt x="39688" y="0"/>
                </a:cubicBezTo>
                <a:close/>
                <a:moveTo>
                  <a:pt x="95622" y="70910"/>
                </a:moveTo>
                <a:cubicBezTo>
                  <a:pt x="97792" y="67438"/>
                  <a:pt x="96738" y="62849"/>
                  <a:pt x="93266" y="60647"/>
                </a:cubicBezTo>
                <a:cubicBezTo>
                  <a:pt x="89793" y="58446"/>
                  <a:pt x="85204" y="59531"/>
                  <a:pt x="83003" y="63004"/>
                </a:cubicBezTo>
                <a:lnTo>
                  <a:pt x="63965" y="93483"/>
                </a:lnTo>
                <a:lnTo>
                  <a:pt x="55594" y="82321"/>
                </a:lnTo>
                <a:cubicBezTo>
                  <a:pt x="53113" y="79034"/>
                  <a:pt x="48462" y="78352"/>
                  <a:pt x="45176" y="80832"/>
                </a:cubicBezTo>
                <a:cubicBezTo>
                  <a:pt x="41889" y="83313"/>
                  <a:pt x="41207" y="87964"/>
                  <a:pt x="43687" y="91250"/>
                </a:cubicBezTo>
                <a:lnTo>
                  <a:pt x="58570" y="111094"/>
                </a:lnTo>
                <a:cubicBezTo>
                  <a:pt x="60027" y="113047"/>
                  <a:pt x="62384" y="114164"/>
                  <a:pt x="64833" y="114071"/>
                </a:cubicBezTo>
                <a:cubicBezTo>
                  <a:pt x="67283" y="113978"/>
                  <a:pt x="69515" y="112675"/>
                  <a:pt x="70817" y="110567"/>
                </a:cubicBezTo>
                <a:lnTo>
                  <a:pt x="95622" y="70879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7" name="Text 25"/>
          <p:cNvSpPr/>
          <p:nvPr/>
        </p:nvSpPr>
        <p:spPr>
          <a:xfrm>
            <a:off x="6818313" y="1420813"/>
            <a:ext cx="2174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2. Habit Formation Research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18313" y="1643063"/>
            <a:ext cx="2151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Fredricks 2004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42063" y="19288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437313" y="202406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Finding: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37313" y="221456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Consistency over intensity; visible progress maintains motivation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46031" y="2599531"/>
            <a:ext cx="5357813" cy="960438"/>
          </a:xfrm>
          <a:custGeom>
            <a:avLst/>
            <a:gdLst/>
            <a:ahLst/>
            <a:cxnLst/>
            <a:rect l="l" t="t" r="r" b="b"/>
            <a:pathLst>
              <a:path w="5357813" h="960438">
                <a:moveTo>
                  <a:pt x="63504" y="0"/>
                </a:moveTo>
                <a:lnTo>
                  <a:pt x="5294308" y="0"/>
                </a:lnTo>
                <a:cubicBezTo>
                  <a:pt x="5329381" y="0"/>
                  <a:pt x="5357813" y="28432"/>
                  <a:pt x="5357813" y="63504"/>
                </a:cubicBezTo>
                <a:lnTo>
                  <a:pt x="5357813" y="896933"/>
                </a:lnTo>
                <a:cubicBezTo>
                  <a:pt x="5357813" y="932006"/>
                  <a:pt x="5329381" y="960437"/>
                  <a:pt x="5294308" y="960438"/>
                </a:cubicBezTo>
                <a:lnTo>
                  <a:pt x="63504" y="960438"/>
                </a:lnTo>
                <a:cubicBezTo>
                  <a:pt x="28432" y="960438"/>
                  <a:pt x="0" y="932006"/>
                  <a:pt x="0" y="896933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5250" y="269875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Implementation: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88906" y="29527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5" name="Text 33"/>
          <p:cNvSpPr/>
          <p:nvPr/>
        </p:nvSpPr>
        <p:spPr>
          <a:xfrm>
            <a:off x="6647656" y="2921000"/>
            <a:ext cx="1023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Daily streak counter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88906" y="31432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7" name="Text 35"/>
          <p:cNvSpPr/>
          <p:nvPr/>
        </p:nvSpPr>
        <p:spPr>
          <a:xfrm>
            <a:off x="6647656" y="3111500"/>
            <a:ext cx="1976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charts showing 30-day trends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88906" y="333375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9" name="Text 37"/>
          <p:cNvSpPr/>
          <p:nvPr/>
        </p:nvSpPr>
        <p:spPr>
          <a:xfrm>
            <a:off x="6647656" y="3302000"/>
            <a:ext cx="2405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Goal-setting with visual completion percentages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21469" y="4083844"/>
            <a:ext cx="5691188" cy="2468563"/>
          </a:xfrm>
          <a:custGeom>
            <a:avLst/>
            <a:gdLst/>
            <a:ahLst/>
            <a:cxnLst/>
            <a:rect l="l" t="t" r="r" b="b"/>
            <a:pathLst>
              <a:path w="5691188" h="2468563">
                <a:moveTo>
                  <a:pt x="95262" y="0"/>
                </a:moveTo>
                <a:lnTo>
                  <a:pt x="5595926" y="0"/>
                </a:lnTo>
                <a:cubicBezTo>
                  <a:pt x="5648537" y="0"/>
                  <a:pt x="5691188" y="42650"/>
                  <a:pt x="5691188" y="95262"/>
                </a:cubicBezTo>
                <a:lnTo>
                  <a:pt x="5691188" y="2373301"/>
                </a:lnTo>
                <a:cubicBezTo>
                  <a:pt x="5691188" y="2425912"/>
                  <a:pt x="5648537" y="2468563"/>
                  <a:pt x="5595926" y="2468563"/>
                </a:cubicBezTo>
                <a:lnTo>
                  <a:pt x="95262" y="2468563"/>
                </a:lnTo>
                <a:cubicBezTo>
                  <a:pt x="42650" y="2468563"/>
                  <a:pt x="0" y="2425912"/>
                  <a:pt x="0" y="2373301"/>
                </a:cubicBezTo>
                <a:lnTo>
                  <a:pt x="0" y="95262"/>
                </a:lnTo>
                <a:cubicBezTo>
                  <a:pt x="0" y="42685"/>
                  <a:pt x="42685" y="0"/>
                  <a:pt x="9526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4187" y="4246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Shape 40"/>
          <p:cNvSpPr/>
          <p:nvPr/>
        </p:nvSpPr>
        <p:spPr>
          <a:xfrm>
            <a:off x="575469" y="43576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99219" y="4961"/>
                </a:moveTo>
                <a:cubicBezTo>
                  <a:pt x="117016" y="4961"/>
                  <a:pt x="131465" y="19410"/>
                  <a:pt x="131465" y="37207"/>
                </a:cubicBezTo>
                <a:cubicBezTo>
                  <a:pt x="131465" y="55004"/>
                  <a:pt x="117016" y="69453"/>
                  <a:pt x="99219" y="69453"/>
                </a:cubicBezTo>
                <a:cubicBezTo>
                  <a:pt x="81422" y="69453"/>
                  <a:pt x="66973" y="55004"/>
                  <a:pt x="66973" y="37207"/>
                </a:cubicBezTo>
                <a:cubicBezTo>
                  <a:pt x="66973" y="19410"/>
                  <a:pt x="81422" y="4961"/>
                  <a:pt x="99219" y="4961"/>
                </a:cubicBezTo>
                <a:close/>
                <a:moveTo>
                  <a:pt x="29766" y="27285"/>
                </a:moveTo>
                <a:cubicBezTo>
                  <a:pt x="42087" y="27285"/>
                  <a:pt x="52090" y="37288"/>
                  <a:pt x="52090" y="49609"/>
                </a:cubicBezTo>
                <a:cubicBezTo>
                  <a:pt x="52090" y="61930"/>
                  <a:pt x="42087" y="71934"/>
                  <a:pt x="29766" y="71934"/>
                </a:cubicBezTo>
                <a:cubicBezTo>
                  <a:pt x="17445" y="71934"/>
                  <a:pt x="7441" y="61930"/>
                  <a:pt x="7441" y="49609"/>
                </a:cubicBezTo>
                <a:cubicBezTo>
                  <a:pt x="7441" y="37288"/>
                  <a:pt x="17445" y="27285"/>
                  <a:pt x="29766" y="27285"/>
                </a:cubicBezTo>
                <a:close/>
                <a:moveTo>
                  <a:pt x="0" y="128984"/>
                </a:moveTo>
                <a:cubicBezTo>
                  <a:pt x="0" y="107063"/>
                  <a:pt x="17766" y="89297"/>
                  <a:pt x="39688" y="89297"/>
                </a:cubicBezTo>
                <a:cubicBezTo>
                  <a:pt x="43656" y="89297"/>
                  <a:pt x="47501" y="89886"/>
                  <a:pt x="51129" y="90971"/>
                </a:cubicBezTo>
                <a:cubicBezTo>
                  <a:pt x="40928" y="102381"/>
                  <a:pt x="34727" y="117450"/>
                  <a:pt x="34727" y="133945"/>
                </a:cubicBezTo>
                <a:lnTo>
                  <a:pt x="34727" y="138906"/>
                </a:lnTo>
                <a:cubicBezTo>
                  <a:pt x="34727" y="142441"/>
                  <a:pt x="35471" y="145790"/>
                  <a:pt x="36804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28984"/>
                </a:lnTo>
                <a:close/>
                <a:moveTo>
                  <a:pt x="161634" y="148828"/>
                </a:moveTo>
                <a:cubicBezTo>
                  <a:pt x="162967" y="145790"/>
                  <a:pt x="163711" y="142441"/>
                  <a:pt x="163711" y="138906"/>
                </a:cubicBezTo>
                <a:lnTo>
                  <a:pt x="163711" y="133945"/>
                </a:lnTo>
                <a:cubicBezTo>
                  <a:pt x="163711" y="117450"/>
                  <a:pt x="157510" y="102381"/>
                  <a:pt x="147309" y="90971"/>
                </a:cubicBezTo>
                <a:cubicBezTo>
                  <a:pt x="150937" y="89886"/>
                  <a:pt x="154781" y="89297"/>
                  <a:pt x="158750" y="89297"/>
                </a:cubicBezTo>
                <a:cubicBezTo>
                  <a:pt x="180671" y="89297"/>
                  <a:pt x="198438" y="107063"/>
                  <a:pt x="198438" y="128984"/>
                </a:cubicBezTo>
                <a:lnTo>
                  <a:pt x="198438" y="138906"/>
                </a:lnTo>
                <a:cubicBezTo>
                  <a:pt x="198438" y="144394"/>
                  <a:pt x="194004" y="148828"/>
                  <a:pt x="188516" y="148828"/>
                </a:cubicBezTo>
                <a:lnTo>
                  <a:pt x="161634" y="148828"/>
                </a:lnTo>
                <a:close/>
                <a:moveTo>
                  <a:pt x="146348" y="49609"/>
                </a:moveTo>
                <a:cubicBezTo>
                  <a:pt x="146348" y="37288"/>
                  <a:pt x="156351" y="27285"/>
                  <a:pt x="168672" y="27285"/>
                </a:cubicBezTo>
                <a:cubicBezTo>
                  <a:pt x="180993" y="27285"/>
                  <a:pt x="190996" y="37288"/>
                  <a:pt x="190996" y="49609"/>
                </a:cubicBezTo>
                <a:cubicBezTo>
                  <a:pt x="190996" y="61930"/>
                  <a:pt x="180993" y="71934"/>
                  <a:pt x="168672" y="71934"/>
                </a:cubicBezTo>
                <a:cubicBezTo>
                  <a:pt x="156351" y="71934"/>
                  <a:pt x="146348" y="61930"/>
                  <a:pt x="146348" y="49609"/>
                </a:cubicBezTo>
                <a:close/>
                <a:moveTo>
                  <a:pt x="49609" y="133945"/>
                </a:moveTo>
                <a:cubicBezTo>
                  <a:pt x="49609" y="106536"/>
                  <a:pt x="71810" y="84336"/>
                  <a:pt x="99219" y="84336"/>
                </a:cubicBezTo>
                <a:cubicBezTo>
                  <a:pt x="126628" y="84336"/>
                  <a:pt x="148828" y="106536"/>
                  <a:pt x="148828" y="133945"/>
                </a:cubicBezTo>
                <a:lnTo>
                  <a:pt x="148828" y="138906"/>
                </a:lnTo>
                <a:cubicBezTo>
                  <a:pt x="148828" y="144394"/>
                  <a:pt x="144394" y="148828"/>
                  <a:pt x="138906" y="148828"/>
                </a:cubicBezTo>
                <a:lnTo>
                  <a:pt x="59531" y="148828"/>
                </a:lnTo>
                <a:cubicBezTo>
                  <a:pt x="54043" y="148828"/>
                  <a:pt x="49609" y="144394"/>
                  <a:pt x="49609" y="138906"/>
                </a:cubicBezTo>
                <a:lnTo>
                  <a:pt x="49609" y="133945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43" name="Text 41"/>
          <p:cNvSpPr/>
          <p:nvPr/>
        </p:nvSpPr>
        <p:spPr>
          <a:xfrm>
            <a:off x="960438" y="4246563"/>
            <a:ext cx="1817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 Parental Involvement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60438" y="4468813"/>
            <a:ext cx="1793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Stanford 2023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484187" y="475456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579438" y="4849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Finding: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579438" y="504031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Supportive involvement improves outcomes; controlling involvement harms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88156" y="5425281"/>
            <a:ext cx="5357813" cy="960438"/>
          </a:xfrm>
          <a:custGeom>
            <a:avLst/>
            <a:gdLst/>
            <a:ahLst/>
            <a:cxnLst/>
            <a:rect l="l" t="t" r="r" b="b"/>
            <a:pathLst>
              <a:path w="5357813" h="960438">
                <a:moveTo>
                  <a:pt x="63504" y="0"/>
                </a:moveTo>
                <a:lnTo>
                  <a:pt x="5294308" y="0"/>
                </a:lnTo>
                <a:cubicBezTo>
                  <a:pt x="5329381" y="0"/>
                  <a:pt x="5357813" y="28432"/>
                  <a:pt x="5357813" y="63504"/>
                </a:cubicBezTo>
                <a:lnTo>
                  <a:pt x="5357813" y="896933"/>
                </a:lnTo>
                <a:cubicBezTo>
                  <a:pt x="5357813" y="932006"/>
                  <a:pt x="5329381" y="960437"/>
                  <a:pt x="5294308" y="960438"/>
                </a:cubicBezTo>
                <a:lnTo>
                  <a:pt x="63504" y="960438"/>
                </a:lnTo>
                <a:cubicBezTo>
                  <a:pt x="28432" y="960438"/>
                  <a:pt x="0" y="932006"/>
                  <a:pt x="0" y="896933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375" y="552450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Implementation: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31031" y="57785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1" name="Text 49"/>
          <p:cNvSpPr/>
          <p:nvPr/>
        </p:nvSpPr>
        <p:spPr>
          <a:xfrm>
            <a:off x="789781" y="5746750"/>
            <a:ext cx="1857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dashboard with objective data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1031" y="59690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3" name="Text 51"/>
          <p:cNvSpPr/>
          <p:nvPr/>
        </p:nvSpPr>
        <p:spPr>
          <a:xfrm>
            <a:off x="789781" y="5937250"/>
            <a:ext cx="1317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Collaborative goal-setting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31031" y="61595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5" name="Text 53"/>
          <p:cNvSpPr/>
          <p:nvPr/>
        </p:nvSpPr>
        <p:spPr>
          <a:xfrm>
            <a:off x="789781" y="6127750"/>
            <a:ext cx="1738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Emphasis on effort, not just grades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179344" y="4083844"/>
            <a:ext cx="5691188" cy="2468563"/>
          </a:xfrm>
          <a:custGeom>
            <a:avLst/>
            <a:gdLst/>
            <a:ahLst/>
            <a:cxnLst/>
            <a:rect l="l" t="t" r="r" b="b"/>
            <a:pathLst>
              <a:path w="5691188" h="2468563">
                <a:moveTo>
                  <a:pt x="95262" y="0"/>
                </a:moveTo>
                <a:lnTo>
                  <a:pt x="5595926" y="0"/>
                </a:lnTo>
                <a:cubicBezTo>
                  <a:pt x="5648537" y="0"/>
                  <a:pt x="5691188" y="42650"/>
                  <a:pt x="5691188" y="95262"/>
                </a:cubicBezTo>
                <a:lnTo>
                  <a:pt x="5691188" y="2373301"/>
                </a:lnTo>
                <a:cubicBezTo>
                  <a:pt x="5691188" y="2425912"/>
                  <a:pt x="5648537" y="2468563"/>
                  <a:pt x="5595926" y="2468563"/>
                </a:cubicBezTo>
                <a:lnTo>
                  <a:pt x="95262" y="2468563"/>
                </a:lnTo>
                <a:cubicBezTo>
                  <a:pt x="42650" y="2468563"/>
                  <a:pt x="0" y="2425912"/>
                  <a:pt x="0" y="2373301"/>
                </a:cubicBezTo>
                <a:lnTo>
                  <a:pt x="0" y="95262"/>
                </a:lnTo>
                <a:cubicBezTo>
                  <a:pt x="0" y="42685"/>
                  <a:pt x="42685" y="0"/>
                  <a:pt x="9526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42063" y="4246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33344" y="43576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09141" y="0"/>
                </a:moveTo>
                <a:cubicBezTo>
                  <a:pt x="109141" y="-5488"/>
                  <a:pt x="104707" y="-9922"/>
                  <a:pt x="99219" y="-9922"/>
                </a:cubicBezTo>
                <a:cubicBezTo>
                  <a:pt x="93731" y="-9922"/>
                  <a:pt x="89297" y="-5488"/>
                  <a:pt x="89297" y="0"/>
                </a:cubicBezTo>
                <a:lnTo>
                  <a:pt x="89297" y="19844"/>
                </a:lnTo>
                <a:lnTo>
                  <a:pt x="59531" y="19844"/>
                </a:lnTo>
                <a:cubicBezTo>
                  <a:pt x="43098" y="19844"/>
                  <a:pt x="29766" y="33176"/>
                  <a:pt x="29766" y="49609"/>
                </a:cubicBezTo>
                <a:lnTo>
                  <a:pt x="29766" y="119062"/>
                </a:lnTo>
                <a:cubicBezTo>
                  <a:pt x="29766" y="135496"/>
                  <a:pt x="43098" y="148828"/>
                  <a:pt x="59531" y="148828"/>
                </a:cubicBezTo>
                <a:lnTo>
                  <a:pt x="138906" y="148828"/>
                </a:lnTo>
                <a:cubicBezTo>
                  <a:pt x="155339" y="148828"/>
                  <a:pt x="168672" y="135496"/>
                  <a:pt x="168672" y="119062"/>
                </a:cubicBezTo>
                <a:lnTo>
                  <a:pt x="168672" y="49609"/>
                </a:lnTo>
                <a:cubicBezTo>
                  <a:pt x="168672" y="33176"/>
                  <a:pt x="155339" y="19844"/>
                  <a:pt x="138906" y="19844"/>
                </a:cubicBezTo>
                <a:lnTo>
                  <a:pt x="109141" y="19844"/>
                </a:lnTo>
                <a:lnTo>
                  <a:pt x="109141" y="0"/>
                </a:lnTo>
                <a:close/>
                <a:moveTo>
                  <a:pt x="49609" y="114102"/>
                </a:moveTo>
                <a:cubicBezTo>
                  <a:pt x="49609" y="109978"/>
                  <a:pt x="52927" y="106660"/>
                  <a:pt x="57051" y="106660"/>
                </a:cubicBezTo>
                <a:lnTo>
                  <a:pt x="66973" y="106660"/>
                </a:lnTo>
                <a:cubicBezTo>
                  <a:pt x="71096" y="106660"/>
                  <a:pt x="74414" y="109978"/>
                  <a:pt x="74414" y="114102"/>
                </a:cubicBezTo>
                <a:cubicBezTo>
                  <a:pt x="74414" y="118225"/>
                  <a:pt x="71096" y="121543"/>
                  <a:pt x="66973" y="121543"/>
                </a:cubicBezTo>
                <a:lnTo>
                  <a:pt x="57051" y="121543"/>
                </a:lnTo>
                <a:cubicBezTo>
                  <a:pt x="52927" y="121543"/>
                  <a:pt x="49609" y="118225"/>
                  <a:pt x="49609" y="114102"/>
                </a:cubicBezTo>
                <a:close/>
                <a:moveTo>
                  <a:pt x="86816" y="114102"/>
                </a:moveTo>
                <a:cubicBezTo>
                  <a:pt x="86816" y="109978"/>
                  <a:pt x="90134" y="106660"/>
                  <a:pt x="94258" y="106660"/>
                </a:cubicBezTo>
                <a:lnTo>
                  <a:pt x="104180" y="106660"/>
                </a:lnTo>
                <a:cubicBezTo>
                  <a:pt x="108303" y="106660"/>
                  <a:pt x="111621" y="109978"/>
                  <a:pt x="111621" y="114102"/>
                </a:cubicBezTo>
                <a:cubicBezTo>
                  <a:pt x="111621" y="118225"/>
                  <a:pt x="108303" y="121543"/>
                  <a:pt x="104180" y="121543"/>
                </a:cubicBezTo>
                <a:lnTo>
                  <a:pt x="94258" y="121543"/>
                </a:lnTo>
                <a:cubicBezTo>
                  <a:pt x="90134" y="121543"/>
                  <a:pt x="86816" y="118225"/>
                  <a:pt x="86816" y="114102"/>
                </a:cubicBezTo>
                <a:close/>
                <a:moveTo>
                  <a:pt x="124023" y="114102"/>
                </a:moveTo>
                <a:cubicBezTo>
                  <a:pt x="124023" y="109978"/>
                  <a:pt x="127341" y="106660"/>
                  <a:pt x="131465" y="106660"/>
                </a:cubicBezTo>
                <a:lnTo>
                  <a:pt x="141387" y="106660"/>
                </a:lnTo>
                <a:cubicBezTo>
                  <a:pt x="145510" y="106660"/>
                  <a:pt x="148828" y="109978"/>
                  <a:pt x="148828" y="114102"/>
                </a:cubicBezTo>
                <a:cubicBezTo>
                  <a:pt x="148828" y="118225"/>
                  <a:pt x="145510" y="121543"/>
                  <a:pt x="141387" y="121543"/>
                </a:cubicBezTo>
                <a:lnTo>
                  <a:pt x="131465" y="121543"/>
                </a:lnTo>
                <a:cubicBezTo>
                  <a:pt x="127341" y="121543"/>
                  <a:pt x="124023" y="118225"/>
                  <a:pt x="124023" y="114102"/>
                </a:cubicBezTo>
                <a:close/>
                <a:moveTo>
                  <a:pt x="69453" y="54570"/>
                </a:moveTo>
                <a:cubicBezTo>
                  <a:pt x="77667" y="54570"/>
                  <a:pt x="84336" y="61239"/>
                  <a:pt x="84336" y="69453"/>
                </a:cubicBezTo>
                <a:cubicBezTo>
                  <a:pt x="84336" y="77667"/>
                  <a:pt x="77667" y="84336"/>
                  <a:pt x="69453" y="84336"/>
                </a:cubicBezTo>
                <a:cubicBezTo>
                  <a:pt x="61239" y="84336"/>
                  <a:pt x="54570" y="77667"/>
                  <a:pt x="54570" y="69453"/>
                </a:cubicBezTo>
                <a:cubicBezTo>
                  <a:pt x="54570" y="61239"/>
                  <a:pt x="61239" y="54570"/>
                  <a:pt x="69453" y="54570"/>
                </a:cubicBezTo>
                <a:close/>
                <a:moveTo>
                  <a:pt x="114102" y="69453"/>
                </a:moveTo>
                <a:cubicBezTo>
                  <a:pt x="114102" y="61239"/>
                  <a:pt x="120770" y="54570"/>
                  <a:pt x="128984" y="54570"/>
                </a:cubicBezTo>
                <a:cubicBezTo>
                  <a:pt x="137198" y="54570"/>
                  <a:pt x="143867" y="61239"/>
                  <a:pt x="143867" y="69453"/>
                </a:cubicBezTo>
                <a:cubicBezTo>
                  <a:pt x="143867" y="77667"/>
                  <a:pt x="137198" y="84336"/>
                  <a:pt x="128984" y="84336"/>
                </a:cubicBezTo>
                <a:cubicBezTo>
                  <a:pt x="120770" y="84336"/>
                  <a:pt x="114102" y="77667"/>
                  <a:pt x="114102" y="69453"/>
                </a:cubicBezTo>
                <a:close/>
                <a:moveTo>
                  <a:pt x="19844" y="69453"/>
                </a:moveTo>
                <a:cubicBezTo>
                  <a:pt x="19844" y="63965"/>
                  <a:pt x="15410" y="59531"/>
                  <a:pt x="9922" y="59531"/>
                </a:cubicBezTo>
                <a:cubicBezTo>
                  <a:pt x="4434" y="59531"/>
                  <a:pt x="0" y="63965"/>
                  <a:pt x="0" y="69453"/>
                </a:cubicBezTo>
                <a:lnTo>
                  <a:pt x="0" y="99219"/>
                </a:lnTo>
                <a:cubicBezTo>
                  <a:pt x="0" y="104707"/>
                  <a:pt x="4434" y="109141"/>
                  <a:pt x="9922" y="109141"/>
                </a:cubicBezTo>
                <a:cubicBezTo>
                  <a:pt x="15410" y="109141"/>
                  <a:pt x="19844" y="104707"/>
                  <a:pt x="19844" y="99219"/>
                </a:cubicBezTo>
                <a:lnTo>
                  <a:pt x="19844" y="69453"/>
                </a:lnTo>
                <a:close/>
                <a:moveTo>
                  <a:pt x="188516" y="59531"/>
                </a:moveTo>
                <a:cubicBezTo>
                  <a:pt x="183028" y="59531"/>
                  <a:pt x="178594" y="63965"/>
                  <a:pt x="178594" y="69453"/>
                </a:cubicBezTo>
                <a:lnTo>
                  <a:pt x="178594" y="99219"/>
                </a:lnTo>
                <a:cubicBezTo>
                  <a:pt x="178594" y="104707"/>
                  <a:pt x="183028" y="109141"/>
                  <a:pt x="188516" y="109141"/>
                </a:cubicBezTo>
                <a:cubicBezTo>
                  <a:pt x="194004" y="109141"/>
                  <a:pt x="198438" y="104707"/>
                  <a:pt x="198438" y="99219"/>
                </a:cubicBezTo>
                <a:lnTo>
                  <a:pt x="198438" y="69453"/>
                </a:lnTo>
                <a:cubicBezTo>
                  <a:pt x="198438" y="63965"/>
                  <a:pt x="194004" y="59531"/>
                  <a:pt x="188516" y="59531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59" name="Text 57"/>
          <p:cNvSpPr/>
          <p:nvPr/>
        </p:nvSpPr>
        <p:spPr>
          <a:xfrm>
            <a:off x="6818313" y="4246563"/>
            <a:ext cx="1365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4. AI in Education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818313" y="4468813"/>
            <a:ext cx="1341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Kestin 2025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342063" y="475456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6437313" y="484981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Finding: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6437313" y="504031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Scaffolded support maintains productive struggle; complete answers reduce learning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346031" y="5425281"/>
            <a:ext cx="5357813" cy="960438"/>
          </a:xfrm>
          <a:custGeom>
            <a:avLst/>
            <a:gdLst/>
            <a:ahLst/>
            <a:cxnLst/>
            <a:rect l="l" t="t" r="r" b="b"/>
            <a:pathLst>
              <a:path w="5357813" h="960438">
                <a:moveTo>
                  <a:pt x="63504" y="0"/>
                </a:moveTo>
                <a:lnTo>
                  <a:pt x="5294308" y="0"/>
                </a:lnTo>
                <a:cubicBezTo>
                  <a:pt x="5329381" y="0"/>
                  <a:pt x="5357813" y="28432"/>
                  <a:pt x="5357813" y="63504"/>
                </a:cubicBezTo>
                <a:lnTo>
                  <a:pt x="5357813" y="896933"/>
                </a:lnTo>
                <a:cubicBezTo>
                  <a:pt x="5357813" y="932006"/>
                  <a:pt x="5329381" y="960437"/>
                  <a:pt x="5294308" y="960438"/>
                </a:cubicBezTo>
                <a:lnTo>
                  <a:pt x="63504" y="960438"/>
                </a:lnTo>
                <a:cubicBezTo>
                  <a:pt x="28432" y="960438"/>
                  <a:pt x="0" y="932006"/>
                  <a:pt x="0" y="896933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5250" y="552450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StudyQuest Implementation: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488906" y="57785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7" name="Text 65"/>
          <p:cNvSpPr/>
          <p:nvPr/>
        </p:nvSpPr>
        <p:spPr>
          <a:xfrm>
            <a:off x="6647656" y="5746750"/>
            <a:ext cx="1516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asks guiding questions first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488906" y="59690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9" name="Text 67"/>
          <p:cNvSpPr/>
          <p:nvPr/>
        </p:nvSpPr>
        <p:spPr>
          <a:xfrm>
            <a:off x="6647656" y="5937250"/>
            <a:ext cx="2135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Progressive hints leading to understanding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488906" y="6159500"/>
            <a:ext cx="55563" cy="111125"/>
          </a:xfrm>
          <a:custGeom>
            <a:avLst/>
            <a:gdLst/>
            <a:ahLst/>
            <a:cxnLst/>
            <a:rect l="l" t="t" r="r" b="b"/>
            <a:pathLst>
              <a:path w="55563" h="111125">
                <a:moveTo>
                  <a:pt x="7054" y="20836"/>
                </a:moveTo>
                <a:cubicBezTo>
                  <a:pt x="7054" y="18036"/>
                  <a:pt x="8747" y="15497"/>
                  <a:pt x="11351" y="14412"/>
                </a:cubicBezTo>
                <a:cubicBezTo>
                  <a:pt x="13956" y="13326"/>
                  <a:pt x="16929" y="13934"/>
                  <a:pt x="18904" y="15931"/>
                </a:cubicBezTo>
                <a:lnTo>
                  <a:pt x="53631" y="50657"/>
                </a:lnTo>
                <a:cubicBezTo>
                  <a:pt x="56344" y="53370"/>
                  <a:pt x="56344" y="57776"/>
                  <a:pt x="53631" y="60489"/>
                </a:cubicBezTo>
                <a:lnTo>
                  <a:pt x="18904" y="95216"/>
                </a:lnTo>
                <a:cubicBezTo>
                  <a:pt x="16907" y="97213"/>
                  <a:pt x="13934" y="97799"/>
                  <a:pt x="11330" y="96713"/>
                </a:cubicBezTo>
                <a:cubicBezTo>
                  <a:pt x="8725" y="95628"/>
                  <a:pt x="7054" y="93089"/>
                  <a:pt x="7054" y="90289"/>
                </a:cubicBezTo>
                <a:lnTo>
                  <a:pt x="7054" y="2083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1" name="Text 69"/>
          <p:cNvSpPr/>
          <p:nvPr/>
        </p:nvSpPr>
        <p:spPr>
          <a:xfrm>
            <a:off x="6647656" y="6127750"/>
            <a:ext cx="2428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review of conversations for accountability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039812" cy="230188"/>
          </a:xfrm>
          <a:custGeom>
            <a:avLst/>
            <a:gdLst/>
            <a:ahLst/>
            <a:cxnLst/>
            <a:rect l="l" t="t" r="r" b="b"/>
            <a:pathLst>
              <a:path w="1039812" h="230188">
                <a:moveTo>
                  <a:pt x="115094" y="0"/>
                </a:moveTo>
                <a:lnTo>
                  <a:pt x="924719" y="0"/>
                </a:lnTo>
                <a:cubicBezTo>
                  <a:pt x="988241" y="0"/>
                  <a:pt x="1039812" y="51572"/>
                  <a:pt x="1039812" y="115094"/>
                </a:cubicBezTo>
                <a:lnTo>
                  <a:pt x="1039812" y="115094"/>
                </a:lnTo>
                <a:cubicBezTo>
                  <a:pt x="1039812" y="178616"/>
                  <a:pt x="988241" y="230188"/>
                  <a:pt x="92471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889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DESIGN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Use Case Diagram: System Functionality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11549063" cy="6810375"/>
          </a:xfrm>
          <a:custGeom>
            <a:avLst/>
            <a:gdLst/>
            <a:ahLst/>
            <a:cxnLst/>
            <a:rect l="l" t="t" r="r" b="b"/>
            <a:pathLst>
              <a:path w="11549063" h="6810375">
                <a:moveTo>
                  <a:pt x="95277" y="0"/>
                </a:moveTo>
                <a:lnTo>
                  <a:pt x="11453785" y="0"/>
                </a:lnTo>
                <a:cubicBezTo>
                  <a:pt x="11506405" y="0"/>
                  <a:pt x="11549063" y="42657"/>
                  <a:pt x="11549063" y="95277"/>
                </a:cubicBezTo>
                <a:lnTo>
                  <a:pt x="11549063" y="6715098"/>
                </a:lnTo>
                <a:cubicBezTo>
                  <a:pt x="11549063" y="6767718"/>
                  <a:pt x="11506405" y="6810375"/>
                  <a:pt x="11453785" y="6810375"/>
                </a:cubicBezTo>
                <a:lnTo>
                  <a:pt x="95277" y="6810375"/>
                </a:lnTo>
                <a:cubicBezTo>
                  <a:pt x="42657" y="6810375"/>
                  <a:pt x="0" y="6767718"/>
                  <a:pt x="0" y="6715098"/>
                </a:cubicBezTo>
                <a:lnTo>
                  <a:pt x="0" y="95277"/>
                </a:lnTo>
                <a:cubicBezTo>
                  <a:pt x="0" y="42692"/>
                  <a:pt x="42692" y="0"/>
                  <a:pt x="95277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5938" y="1452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636984" y="1563688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74817" y="-4031"/>
                </a:moveTo>
                <a:cubicBezTo>
                  <a:pt x="71282" y="-4744"/>
                  <a:pt x="67655" y="-4744"/>
                  <a:pt x="64120" y="-4031"/>
                </a:cubicBezTo>
                <a:lnTo>
                  <a:pt x="5984" y="7596"/>
                </a:lnTo>
                <a:cubicBezTo>
                  <a:pt x="2511" y="8279"/>
                  <a:pt x="0" y="11348"/>
                  <a:pt x="0" y="14883"/>
                </a:cubicBezTo>
                <a:cubicBezTo>
                  <a:pt x="0" y="18076"/>
                  <a:pt x="2015" y="20867"/>
                  <a:pt x="4961" y="21890"/>
                </a:cubicBezTo>
                <a:lnTo>
                  <a:pt x="4961" y="44648"/>
                </a:lnTo>
                <a:lnTo>
                  <a:pt x="93" y="69019"/>
                </a:lnTo>
                <a:cubicBezTo>
                  <a:pt x="31" y="69298"/>
                  <a:pt x="0" y="69608"/>
                  <a:pt x="0" y="69918"/>
                </a:cubicBezTo>
                <a:cubicBezTo>
                  <a:pt x="0" y="72399"/>
                  <a:pt x="2015" y="74445"/>
                  <a:pt x="4527" y="74445"/>
                </a:cubicBezTo>
                <a:lnTo>
                  <a:pt x="15348" y="74445"/>
                </a:lnTo>
                <a:cubicBezTo>
                  <a:pt x="17828" y="74445"/>
                  <a:pt x="19875" y="72430"/>
                  <a:pt x="19875" y="69918"/>
                </a:cubicBezTo>
                <a:cubicBezTo>
                  <a:pt x="19875" y="69608"/>
                  <a:pt x="19844" y="69329"/>
                  <a:pt x="19782" y="69019"/>
                </a:cubicBezTo>
                <a:lnTo>
                  <a:pt x="14883" y="44648"/>
                </a:lnTo>
                <a:lnTo>
                  <a:pt x="14883" y="23968"/>
                </a:lnTo>
                <a:lnTo>
                  <a:pt x="29766" y="26944"/>
                </a:lnTo>
                <a:lnTo>
                  <a:pt x="29766" y="44648"/>
                </a:lnTo>
                <a:cubicBezTo>
                  <a:pt x="29766" y="66570"/>
                  <a:pt x="47532" y="84336"/>
                  <a:pt x="69453" y="84336"/>
                </a:cubicBezTo>
                <a:cubicBezTo>
                  <a:pt x="91374" y="84336"/>
                  <a:pt x="109141" y="66570"/>
                  <a:pt x="109141" y="44648"/>
                </a:cubicBezTo>
                <a:lnTo>
                  <a:pt x="109141" y="26944"/>
                </a:lnTo>
                <a:lnTo>
                  <a:pt x="132922" y="22200"/>
                </a:lnTo>
                <a:cubicBezTo>
                  <a:pt x="136395" y="21487"/>
                  <a:pt x="138906" y="18417"/>
                  <a:pt x="138906" y="14883"/>
                </a:cubicBezTo>
                <a:cubicBezTo>
                  <a:pt x="138906" y="11348"/>
                  <a:pt x="136395" y="8279"/>
                  <a:pt x="132922" y="7596"/>
                </a:cubicBezTo>
                <a:lnTo>
                  <a:pt x="74817" y="-4031"/>
                </a:lnTo>
                <a:close/>
                <a:moveTo>
                  <a:pt x="69453" y="69453"/>
                </a:moveTo>
                <a:cubicBezTo>
                  <a:pt x="55749" y="69453"/>
                  <a:pt x="44648" y="58353"/>
                  <a:pt x="44648" y="44648"/>
                </a:cubicBezTo>
                <a:lnTo>
                  <a:pt x="94258" y="44648"/>
                </a:lnTo>
                <a:cubicBezTo>
                  <a:pt x="94258" y="58353"/>
                  <a:pt x="83158" y="69453"/>
                  <a:pt x="69453" y="69453"/>
                </a:cubicBezTo>
                <a:close/>
                <a:moveTo>
                  <a:pt x="37238" y="99250"/>
                </a:moveTo>
                <a:cubicBezTo>
                  <a:pt x="18200" y="107993"/>
                  <a:pt x="4961" y="127217"/>
                  <a:pt x="4961" y="149541"/>
                </a:cubicBezTo>
                <a:cubicBezTo>
                  <a:pt x="4961" y="154626"/>
                  <a:pt x="9085" y="158750"/>
                  <a:pt x="14170" y="158750"/>
                </a:cubicBezTo>
                <a:lnTo>
                  <a:pt x="62012" y="158750"/>
                </a:lnTo>
                <a:lnTo>
                  <a:pt x="62012" y="113481"/>
                </a:lnTo>
                <a:lnTo>
                  <a:pt x="44214" y="100149"/>
                </a:lnTo>
                <a:cubicBezTo>
                  <a:pt x="42199" y="98630"/>
                  <a:pt x="39501" y="98227"/>
                  <a:pt x="37207" y="99281"/>
                </a:cubicBezTo>
                <a:close/>
                <a:moveTo>
                  <a:pt x="76895" y="158750"/>
                </a:moveTo>
                <a:lnTo>
                  <a:pt x="124737" y="158750"/>
                </a:lnTo>
                <a:cubicBezTo>
                  <a:pt x="129822" y="158750"/>
                  <a:pt x="133945" y="154626"/>
                  <a:pt x="133945" y="149541"/>
                </a:cubicBezTo>
                <a:cubicBezTo>
                  <a:pt x="133945" y="127217"/>
                  <a:pt x="120706" y="107993"/>
                  <a:pt x="101668" y="99281"/>
                </a:cubicBezTo>
                <a:cubicBezTo>
                  <a:pt x="99374" y="98227"/>
                  <a:pt x="96676" y="98630"/>
                  <a:pt x="94661" y="100149"/>
                </a:cubicBezTo>
                <a:lnTo>
                  <a:pt x="76864" y="113481"/>
                </a:lnTo>
                <a:lnTo>
                  <a:pt x="76864" y="158750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992188" y="1452563"/>
            <a:ext cx="754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2188" y="1674813"/>
            <a:ext cx="730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Primary Actor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1813" y="19605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31813" y="19605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42938" y="20558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UC-01: Start Study Session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2938" y="22463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Subject selection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1813" y="25638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531813" y="25638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7" name="Text 15"/>
          <p:cNvSpPr/>
          <p:nvPr/>
        </p:nvSpPr>
        <p:spPr>
          <a:xfrm>
            <a:off x="642938" y="26590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UC-02: End Study Session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2938" y="28495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XP/streak calculation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31813" y="31670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31813" y="31670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42938" y="32623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UC-03: View Statistics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2938" y="34528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&amp; achievements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31813" y="37703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31813" y="37703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5" name="Text 23"/>
          <p:cNvSpPr/>
          <p:nvPr/>
        </p:nvSpPr>
        <p:spPr>
          <a:xfrm>
            <a:off x="642938" y="38655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UC-04: Manage Tasks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2938" y="40560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CRUD operations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31813" y="43735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31813" y="43735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642938" y="44688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UC-05: View Achievements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2938" y="46593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Badge collection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1813" y="49768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31813" y="49768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3" name="Text 31"/>
          <p:cNvSpPr/>
          <p:nvPr/>
        </p:nvSpPr>
        <p:spPr>
          <a:xfrm>
            <a:off x="642938" y="50720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UC-06: View Leaderboard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2938" y="52625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Global ranking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31813" y="55800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31813" y="55800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7" name="Text 35"/>
          <p:cNvSpPr/>
          <p:nvPr/>
        </p:nvSpPr>
        <p:spPr>
          <a:xfrm>
            <a:off x="642938" y="56753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UC-07: Use AI Tutor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42938" y="58658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24/7 assistance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31813" y="61833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31813" y="61833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1" name="Text 39"/>
          <p:cNvSpPr/>
          <p:nvPr/>
        </p:nvSpPr>
        <p:spPr>
          <a:xfrm>
            <a:off x="642938" y="62785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UC-08: Generate Invite Code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42938" y="64690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linking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299479" y="1452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44" name="Shape 42"/>
          <p:cNvSpPr/>
          <p:nvPr/>
        </p:nvSpPr>
        <p:spPr>
          <a:xfrm>
            <a:off x="4390761" y="156368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99219" y="4961"/>
                </a:moveTo>
                <a:cubicBezTo>
                  <a:pt x="117016" y="4961"/>
                  <a:pt x="131465" y="19410"/>
                  <a:pt x="131465" y="37207"/>
                </a:cubicBezTo>
                <a:cubicBezTo>
                  <a:pt x="131465" y="55004"/>
                  <a:pt x="117016" y="69453"/>
                  <a:pt x="99219" y="69453"/>
                </a:cubicBezTo>
                <a:cubicBezTo>
                  <a:pt x="81422" y="69453"/>
                  <a:pt x="66973" y="55004"/>
                  <a:pt x="66973" y="37207"/>
                </a:cubicBezTo>
                <a:cubicBezTo>
                  <a:pt x="66973" y="19410"/>
                  <a:pt x="81422" y="4961"/>
                  <a:pt x="99219" y="4961"/>
                </a:cubicBezTo>
                <a:close/>
                <a:moveTo>
                  <a:pt x="29766" y="27285"/>
                </a:moveTo>
                <a:cubicBezTo>
                  <a:pt x="42087" y="27285"/>
                  <a:pt x="52090" y="37288"/>
                  <a:pt x="52090" y="49609"/>
                </a:cubicBezTo>
                <a:cubicBezTo>
                  <a:pt x="52090" y="61930"/>
                  <a:pt x="42087" y="71934"/>
                  <a:pt x="29766" y="71934"/>
                </a:cubicBezTo>
                <a:cubicBezTo>
                  <a:pt x="17445" y="71934"/>
                  <a:pt x="7441" y="61930"/>
                  <a:pt x="7441" y="49609"/>
                </a:cubicBezTo>
                <a:cubicBezTo>
                  <a:pt x="7441" y="37288"/>
                  <a:pt x="17445" y="27285"/>
                  <a:pt x="29766" y="27285"/>
                </a:cubicBezTo>
                <a:close/>
                <a:moveTo>
                  <a:pt x="0" y="128984"/>
                </a:moveTo>
                <a:cubicBezTo>
                  <a:pt x="0" y="107063"/>
                  <a:pt x="17766" y="89297"/>
                  <a:pt x="39688" y="89297"/>
                </a:cubicBezTo>
                <a:cubicBezTo>
                  <a:pt x="43656" y="89297"/>
                  <a:pt x="47501" y="89886"/>
                  <a:pt x="51129" y="90971"/>
                </a:cubicBezTo>
                <a:cubicBezTo>
                  <a:pt x="40928" y="102381"/>
                  <a:pt x="34727" y="117450"/>
                  <a:pt x="34727" y="133945"/>
                </a:cubicBezTo>
                <a:lnTo>
                  <a:pt x="34727" y="138906"/>
                </a:lnTo>
                <a:cubicBezTo>
                  <a:pt x="34727" y="142441"/>
                  <a:pt x="35471" y="145790"/>
                  <a:pt x="36804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28984"/>
                </a:lnTo>
                <a:close/>
                <a:moveTo>
                  <a:pt x="161634" y="148828"/>
                </a:moveTo>
                <a:cubicBezTo>
                  <a:pt x="162967" y="145790"/>
                  <a:pt x="163711" y="142441"/>
                  <a:pt x="163711" y="138906"/>
                </a:cubicBezTo>
                <a:lnTo>
                  <a:pt x="163711" y="133945"/>
                </a:lnTo>
                <a:cubicBezTo>
                  <a:pt x="163711" y="117450"/>
                  <a:pt x="157510" y="102381"/>
                  <a:pt x="147309" y="90971"/>
                </a:cubicBezTo>
                <a:cubicBezTo>
                  <a:pt x="150937" y="89886"/>
                  <a:pt x="154781" y="89297"/>
                  <a:pt x="158750" y="89297"/>
                </a:cubicBezTo>
                <a:cubicBezTo>
                  <a:pt x="180671" y="89297"/>
                  <a:pt x="198438" y="107063"/>
                  <a:pt x="198438" y="128984"/>
                </a:cubicBezTo>
                <a:lnTo>
                  <a:pt x="198438" y="138906"/>
                </a:lnTo>
                <a:cubicBezTo>
                  <a:pt x="198438" y="144394"/>
                  <a:pt x="194004" y="148828"/>
                  <a:pt x="188516" y="148828"/>
                </a:cubicBezTo>
                <a:lnTo>
                  <a:pt x="161634" y="148828"/>
                </a:lnTo>
                <a:close/>
                <a:moveTo>
                  <a:pt x="146348" y="49609"/>
                </a:moveTo>
                <a:cubicBezTo>
                  <a:pt x="146348" y="37288"/>
                  <a:pt x="156351" y="27285"/>
                  <a:pt x="168672" y="27285"/>
                </a:cubicBezTo>
                <a:cubicBezTo>
                  <a:pt x="180993" y="27285"/>
                  <a:pt x="190996" y="37288"/>
                  <a:pt x="190996" y="49609"/>
                </a:cubicBezTo>
                <a:cubicBezTo>
                  <a:pt x="190996" y="61930"/>
                  <a:pt x="180993" y="71934"/>
                  <a:pt x="168672" y="71934"/>
                </a:cubicBezTo>
                <a:cubicBezTo>
                  <a:pt x="156351" y="71934"/>
                  <a:pt x="146348" y="61930"/>
                  <a:pt x="146348" y="49609"/>
                </a:cubicBezTo>
                <a:close/>
                <a:moveTo>
                  <a:pt x="49609" y="133945"/>
                </a:moveTo>
                <a:cubicBezTo>
                  <a:pt x="49609" y="106536"/>
                  <a:pt x="71810" y="84336"/>
                  <a:pt x="99219" y="84336"/>
                </a:cubicBezTo>
                <a:cubicBezTo>
                  <a:pt x="126628" y="84336"/>
                  <a:pt x="148828" y="106536"/>
                  <a:pt x="148828" y="133945"/>
                </a:cubicBezTo>
                <a:lnTo>
                  <a:pt x="148828" y="138906"/>
                </a:lnTo>
                <a:cubicBezTo>
                  <a:pt x="148828" y="144394"/>
                  <a:pt x="144394" y="148828"/>
                  <a:pt x="138906" y="148828"/>
                </a:cubicBezTo>
                <a:lnTo>
                  <a:pt x="59531" y="148828"/>
                </a:lnTo>
                <a:cubicBezTo>
                  <a:pt x="54043" y="148828"/>
                  <a:pt x="49609" y="144394"/>
                  <a:pt x="49609" y="138906"/>
                </a:cubicBezTo>
                <a:lnTo>
                  <a:pt x="49609" y="133945"/>
                </a:lnTo>
                <a:close/>
              </a:path>
            </a:pathLst>
          </a:custGeom>
          <a:solidFill>
            <a:srgbClr val="E0E2E6"/>
          </a:solidFill>
          <a:ln/>
        </p:spPr>
      </p:sp>
      <p:sp>
        <p:nvSpPr>
          <p:cNvPr id="45" name="Text 43"/>
          <p:cNvSpPr/>
          <p:nvPr/>
        </p:nvSpPr>
        <p:spPr>
          <a:xfrm>
            <a:off x="4775729" y="1452563"/>
            <a:ext cx="754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4775729" y="1674813"/>
            <a:ext cx="730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Primary Actor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15354" y="19605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315354" y="19605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49" name="Text 47"/>
          <p:cNvSpPr/>
          <p:nvPr/>
        </p:nvSpPr>
        <p:spPr>
          <a:xfrm>
            <a:off x="4426479" y="20558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UC-09: Link to Child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4426479" y="22463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Via invite code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4315354" y="25638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315354" y="25638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53" name="Text 51"/>
          <p:cNvSpPr/>
          <p:nvPr/>
        </p:nvSpPr>
        <p:spPr>
          <a:xfrm>
            <a:off x="4426479" y="26590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UC-10: View Child Stats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4426479" y="28495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monitoring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4315354" y="31670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4315354" y="31670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57" name="Text 55"/>
          <p:cNvSpPr/>
          <p:nvPr/>
        </p:nvSpPr>
        <p:spPr>
          <a:xfrm>
            <a:off x="4426479" y="32623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UC-11: Set Goals/Rewards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4426479" y="34528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Collaborative targets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4315354" y="37703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4315354" y="37703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61" name="Text 59"/>
          <p:cNvSpPr/>
          <p:nvPr/>
        </p:nvSpPr>
        <p:spPr>
          <a:xfrm>
            <a:off x="4426479" y="38655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UC-12: Review AI Conversations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4426479" y="40560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Transparency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083021" y="145256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64" name="Shape 62"/>
          <p:cNvSpPr/>
          <p:nvPr/>
        </p:nvSpPr>
        <p:spPr>
          <a:xfrm>
            <a:off x="8194146" y="156368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60492" y="2946"/>
                </a:moveTo>
                <a:cubicBezTo>
                  <a:pt x="61423" y="-1643"/>
                  <a:pt x="65484" y="-4961"/>
                  <a:pt x="70197" y="-4961"/>
                </a:cubicBezTo>
                <a:lnTo>
                  <a:pt x="88739" y="-4961"/>
                </a:lnTo>
                <a:cubicBezTo>
                  <a:pt x="93452" y="-4961"/>
                  <a:pt x="97513" y="-1643"/>
                  <a:pt x="98444" y="2946"/>
                </a:cubicBezTo>
                <a:lnTo>
                  <a:pt x="102939" y="24650"/>
                </a:lnTo>
                <a:cubicBezTo>
                  <a:pt x="107311" y="26510"/>
                  <a:pt x="111404" y="28897"/>
                  <a:pt x="115125" y="31719"/>
                </a:cubicBezTo>
                <a:lnTo>
                  <a:pt x="136147" y="24743"/>
                </a:lnTo>
                <a:cubicBezTo>
                  <a:pt x="140612" y="23254"/>
                  <a:pt x="145510" y="25115"/>
                  <a:pt x="147867" y="29208"/>
                </a:cubicBezTo>
                <a:lnTo>
                  <a:pt x="157138" y="45269"/>
                </a:lnTo>
                <a:cubicBezTo>
                  <a:pt x="159494" y="49361"/>
                  <a:pt x="158657" y="54508"/>
                  <a:pt x="155122" y="57640"/>
                </a:cubicBezTo>
                <a:lnTo>
                  <a:pt x="138596" y="72337"/>
                </a:lnTo>
                <a:cubicBezTo>
                  <a:pt x="138875" y="74631"/>
                  <a:pt x="138999" y="76988"/>
                  <a:pt x="138999" y="79375"/>
                </a:cubicBezTo>
                <a:cubicBezTo>
                  <a:pt x="138999" y="81762"/>
                  <a:pt x="138844" y="84119"/>
                  <a:pt x="138596" y="86413"/>
                </a:cubicBezTo>
                <a:lnTo>
                  <a:pt x="155153" y="101141"/>
                </a:lnTo>
                <a:cubicBezTo>
                  <a:pt x="158688" y="104273"/>
                  <a:pt x="159494" y="109451"/>
                  <a:pt x="157169" y="113512"/>
                </a:cubicBezTo>
                <a:lnTo>
                  <a:pt x="147898" y="129573"/>
                </a:lnTo>
                <a:cubicBezTo>
                  <a:pt x="145542" y="133635"/>
                  <a:pt x="140643" y="135527"/>
                  <a:pt x="136178" y="134038"/>
                </a:cubicBezTo>
                <a:lnTo>
                  <a:pt x="115156" y="127062"/>
                </a:lnTo>
                <a:cubicBezTo>
                  <a:pt x="111404" y="129884"/>
                  <a:pt x="107311" y="132240"/>
                  <a:pt x="102970" y="134131"/>
                </a:cubicBezTo>
                <a:lnTo>
                  <a:pt x="98506" y="155804"/>
                </a:lnTo>
                <a:cubicBezTo>
                  <a:pt x="97544" y="160424"/>
                  <a:pt x="93483" y="163711"/>
                  <a:pt x="88801" y="163711"/>
                </a:cubicBezTo>
                <a:lnTo>
                  <a:pt x="70259" y="163711"/>
                </a:lnTo>
                <a:cubicBezTo>
                  <a:pt x="65546" y="163711"/>
                  <a:pt x="61485" y="160393"/>
                  <a:pt x="60554" y="155804"/>
                </a:cubicBezTo>
                <a:lnTo>
                  <a:pt x="56090" y="134131"/>
                </a:lnTo>
                <a:cubicBezTo>
                  <a:pt x="51718" y="132271"/>
                  <a:pt x="47656" y="129884"/>
                  <a:pt x="43904" y="127062"/>
                </a:cubicBezTo>
                <a:lnTo>
                  <a:pt x="22789" y="134038"/>
                </a:lnTo>
                <a:cubicBezTo>
                  <a:pt x="18324" y="135527"/>
                  <a:pt x="13426" y="133666"/>
                  <a:pt x="11069" y="129573"/>
                </a:cubicBezTo>
                <a:lnTo>
                  <a:pt x="1798" y="113512"/>
                </a:lnTo>
                <a:cubicBezTo>
                  <a:pt x="-558" y="109420"/>
                  <a:pt x="279" y="104273"/>
                  <a:pt x="3814" y="101141"/>
                </a:cubicBezTo>
                <a:lnTo>
                  <a:pt x="20371" y="86413"/>
                </a:lnTo>
                <a:cubicBezTo>
                  <a:pt x="20092" y="84119"/>
                  <a:pt x="19968" y="81762"/>
                  <a:pt x="19968" y="79375"/>
                </a:cubicBezTo>
                <a:cubicBezTo>
                  <a:pt x="19968" y="76988"/>
                  <a:pt x="20123" y="74631"/>
                  <a:pt x="20371" y="72337"/>
                </a:cubicBezTo>
                <a:lnTo>
                  <a:pt x="3814" y="57609"/>
                </a:lnTo>
                <a:cubicBezTo>
                  <a:pt x="279" y="54477"/>
                  <a:pt x="-527" y="49299"/>
                  <a:pt x="1798" y="45238"/>
                </a:cubicBezTo>
                <a:lnTo>
                  <a:pt x="11069" y="29177"/>
                </a:lnTo>
                <a:cubicBezTo>
                  <a:pt x="13426" y="25084"/>
                  <a:pt x="18324" y="23223"/>
                  <a:pt x="22789" y="24712"/>
                </a:cubicBezTo>
                <a:lnTo>
                  <a:pt x="43811" y="31688"/>
                </a:lnTo>
                <a:cubicBezTo>
                  <a:pt x="47563" y="28866"/>
                  <a:pt x="51656" y="26510"/>
                  <a:pt x="55997" y="24619"/>
                </a:cubicBezTo>
                <a:lnTo>
                  <a:pt x="60492" y="2946"/>
                </a:lnTo>
                <a:close/>
                <a:moveTo>
                  <a:pt x="79468" y="104180"/>
                </a:moveTo>
                <a:cubicBezTo>
                  <a:pt x="88330" y="104146"/>
                  <a:pt x="96501" y="99388"/>
                  <a:pt x="100903" y="91697"/>
                </a:cubicBezTo>
                <a:cubicBezTo>
                  <a:pt x="105305" y="84006"/>
                  <a:pt x="105270" y="74550"/>
                  <a:pt x="100810" y="66892"/>
                </a:cubicBezTo>
                <a:cubicBezTo>
                  <a:pt x="96350" y="59234"/>
                  <a:pt x="88144" y="54537"/>
                  <a:pt x="79282" y="54570"/>
                </a:cubicBezTo>
                <a:cubicBezTo>
                  <a:pt x="70420" y="54604"/>
                  <a:pt x="62249" y="59362"/>
                  <a:pt x="57847" y="67053"/>
                </a:cubicBezTo>
                <a:cubicBezTo>
                  <a:pt x="53445" y="74744"/>
                  <a:pt x="53480" y="84200"/>
                  <a:pt x="57940" y="91858"/>
                </a:cubicBezTo>
                <a:cubicBezTo>
                  <a:pt x="62400" y="99516"/>
                  <a:pt x="70606" y="104213"/>
                  <a:pt x="79468" y="104180"/>
                </a:cubicBezTo>
                <a:close/>
              </a:path>
            </a:pathLst>
          </a:custGeom>
          <a:solidFill>
            <a:srgbClr val="E0E2E6"/>
          </a:solidFill>
          <a:ln/>
        </p:spPr>
      </p:sp>
      <p:sp>
        <p:nvSpPr>
          <p:cNvPr id="65" name="Text 63"/>
          <p:cNvSpPr/>
          <p:nvPr/>
        </p:nvSpPr>
        <p:spPr>
          <a:xfrm>
            <a:off x="8559271" y="1452563"/>
            <a:ext cx="1158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8559271" y="1674813"/>
            <a:ext cx="1135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Automated Processes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098896" y="19605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098896" y="19605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69" name="Text 67"/>
          <p:cNvSpPr/>
          <p:nvPr/>
        </p:nvSpPr>
        <p:spPr>
          <a:xfrm>
            <a:off x="8210021" y="20558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UC-13: Calculate XP &amp; Level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8210021" y="22463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Automatic progression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8098896" y="25638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098896" y="25638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73" name="Text 71"/>
          <p:cNvSpPr/>
          <p:nvPr/>
        </p:nvSpPr>
        <p:spPr>
          <a:xfrm>
            <a:off x="8210021" y="26590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UC-14: Check Achievements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8210021" y="28495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Criteria evaluation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8098896" y="316706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098896" y="31670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77" name="Text 75"/>
          <p:cNvSpPr/>
          <p:nvPr/>
        </p:nvSpPr>
        <p:spPr>
          <a:xfrm>
            <a:off x="8210021" y="326231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UC-15: Update Leaderboards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8210021" y="345281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Ranking refresh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8098896" y="3770313"/>
            <a:ext cx="3579813" cy="539750"/>
          </a:xfrm>
          <a:custGeom>
            <a:avLst/>
            <a:gdLst/>
            <a:ahLst/>
            <a:cxnLst/>
            <a:rect l="l" t="t" r="r" b="b"/>
            <a:pathLst>
              <a:path w="3579813" h="539750">
                <a:moveTo>
                  <a:pt x="31750" y="0"/>
                </a:moveTo>
                <a:lnTo>
                  <a:pt x="3516311" y="0"/>
                </a:lnTo>
                <a:cubicBezTo>
                  <a:pt x="3551382" y="0"/>
                  <a:pt x="3579813" y="28431"/>
                  <a:pt x="3579813" y="63502"/>
                </a:cubicBezTo>
                <a:lnTo>
                  <a:pt x="3579813" y="476248"/>
                </a:lnTo>
                <a:cubicBezTo>
                  <a:pt x="3579812" y="511319"/>
                  <a:pt x="3551382" y="539750"/>
                  <a:pt x="3516311" y="539750"/>
                </a:cubicBez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8098896" y="37703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3175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31750" y="539750"/>
                </a:lnTo>
                <a:cubicBezTo>
                  <a:pt x="14227" y="539750"/>
                  <a:pt x="0" y="525523"/>
                  <a:pt x="0" y="508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81" name="Text 79"/>
          <p:cNvSpPr/>
          <p:nvPr/>
        </p:nvSpPr>
        <p:spPr>
          <a:xfrm>
            <a:off x="8210021" y="3865563"/>
            <a:ext cx="3436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UC-16: Send Notifications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8210021" y="4056063"/>
            <a:ext cx="3429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Alerts &amp; reminders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515938" y="8036719"/>
            <a:ext cx="11160125" cy="7938"/>
          </a:xfrm>
          <a:custGeom>
            <a:avLst/>
            <a:gdLst/>
            <a:ahLst/>
            <a:cxnLst/>
            <a:rect l="l" t="t" r="r" b="b"/>
            <a:pathLst>
              <a:path w="11160125" h="7938">
                <a:moveTo>
                  <a:pt x="0" y="0"/>
                </a:moveTo>
                <a:lnTo>
                  <a:pt x="11160125" y="0"/>
                </a:lnTo>
                <a:lnTo>
                  <a:pt x="1116012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526852" y="8207375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17063" y="26789"/>
                </a:moveTo>
                <a:cubicBezTo>
                  <a:pt x="112430" y="26789"/>
                  <a:pt x="107938" y="28045"/>
                  <a:pt x="104003" y="30333"/>
                </a:cubicBezTo>
                <a:cubicBezTo>
                  <a:pt x="99594" y="25868"/>
                  <a:pt x="94459" y="22129"/>
                  <a:pt x="88795" y="19310"/>
                </a:cubicBezTo>
                <a:cubicBezTo>
                  <a:pt x="96664" y="12613"/>
                  <a:pt x="106682" y="8930"/>
                  <a:pt x="117063" y="8930"/>
                </a:cubicBezTo>
                <a:cubicBezTo>
                  <a:pt x="141173" y="8930"/>
                  <a:pt x="160734" y="28463"/>
                  <a:pt x="160734" y="52601"/>
                </a:cubicBezTo>
                <a:cubicBezTo>
                  <a:pt x="160734" y="64182"/>
                  <a:pt x="156130" y="75288"/>
                  <a:pt x="147954" y="83465"/>
                </a:cubicBezTo>
                <a:lnTo>
                  <a:pt x="128113" y="103305"/>
                </a:lnTo>
                <a:cubicBezTo>
                  <a:pt x="119937" y="111482"/>
                  <a:pt x="108831" y="116086"/>
                  <a:pt x="97250" y="116086"/>
                </a:cubicBezTo>
                <a:cubicBezTo>
                  <a:pt x="73140" y="116086"/>
                  <a:pt x="53578" y="96552"/>
                  <a:pt x="53578" y="72414"/>
                </a:cubicBezTo>
                <a:cubicBezTo>
                  <a:pt x="53578" y="71996"/>
                  <a:pt x="53578" y="71577"/>
                  <a:pt x="53606" y="71158"/>
                </a:cubicBezTo>
                <a:cubicBezTo>
                  <a:pt x="53746" y="66219"/>
                  <a:pt x="57848" y="62340"/>
                  <a:pt x="62787" y="62480"/>
                </a:cubicBezTo>
                <a:cubicBezTo>
                  <a:pt x="67726" y="62619"/>
                  <a:pt x="71605" y="66722"/>
                  <a:pt x="71465" y="71661"/>
                </a:cubicBezTo>
                <a:cubicBezTo>
                  <a:pt x="71465" y="71912"/>
                  <a:pt x="71465" y="72163"/>
                  <a:pt x="71465" y="72386"/>
                </a:cubicBezTo>
                <a:cubicBezTo>
                  <a:pt x="71465" y="86646"/>
                  <a:pt x="83018" y="98199"/>
                  <a:pt x="97278" y="98199"/>
                </a:cubicBezTo>
                <a:cubicBezTo>
                  <a:pt x="104115" y="98199"/>
                  <a:pt x="110672" y="95492"/>
                  <a:pt x="115528" y="90636"/>
                </a:cubicBezTo>
                <a:lnTo>
                  <a:pt x="135368" y="70796"/>
                </a:lnTo>
                <a:cubicBezTo>
                  <a:pt x="140196" y="65968"/>
                  <a:pt x="142931" y="59382"/>
                  <a:pt x="142931" y="52546"/>
                </a:cubicBezTo>
                <a:cubicBezTo>
                  <a:pt x="142931" y="38286"/>
                  <a:pt x="131378" y="26733"/>
                  <a:pt x="117118" y="26733"/>
                </a:cubicBezTo>
                <a:close/>
                <a:moveTo>
                  <a:pt x="76795" y="48360"/>
                </a:moveTo>
                <a:cubicBezTo>
                  <a:pt x="76265" y="48137"/>
                  <a:pt x="75735" y="47830"/>
                  <a:pt x="75261" y="47495"/>
                </a:cubicBezTo>
                <a:cubicBezTo>
                  <a:pt x="71744" y="45681"/>
                  <a:pt x="67726" y="44648"/>
                  <a:pt x="63512" y="44648"/>
                </a:cubicBezTo>
                <a:cubicBezTo>
                  <a:pt x="56676" y="44648"/>
                  <a:pt x="50118" y="47355"/>
                  <a:pt x="45262" y="52211"/>
                </a:cubicBezTo>
                <a:lnTo>
                  <a:pt x="25422" y="72051"/>
                </a:lnTo>
                <a:cubicBezTo>
                  <a:pt x="20594" y="76879"/>
                  <a:pt x="17859" y="83465"/>
                  <a:pt x="17859" y="90301"/>
                </a:cubicBezTo>
                <a:cubicBezTo>
                  <a:pt x="17859" y="104561"/>
                  <a:pt x="29412" y="116114"/>
                  <a:pt x="43672" y="116114"/>
                </a:cubicBezTo>
                <a:cubicBezTo>
                  <a:pt x="48276" y="116114"/>
                  <a:pt x="52769" y="114886"/>
                  <a:pt x="56704" y="112598"/>
                </a:cubicBezTo>
                <a:cubicBezTo>
                  <a:pt x="61113" y="117063"/>
                  <a:pt x="66247" y="120802"/>
                  <a:pt x="71940" y="123620"/>
                </a:cubicBezTo>
                <a:cubicBezTo>
                  <a:pt x="64071" y="130290"/>
                  <a:pt x="54080" y="134001"/>
                  <a:pt x="43672" y="134001"/>
                </a:cubicBezTo>
                <a:cubicBezTo>
                  <a:pt x="19562" y="134001"/>
                  <a:pt x="0" y="114467"/>
                  <a:pt x="0" y="90329"/>
                </a:cubicBezTo>
                <a:cubicBezTo>
                  <a:pt x="0" y="78749"/>
                  <a:pt x="4604" y="67642"/>
                  <a:pt x="12781" y="59466"/>
                </a:cubicBezTo>
                <a:lnTo>
                  <a:pt x="32621" y="39625"/>
                </a:lnTo>
                <a:cubicBezTo>
                  <a:pt x="40798" y="31449"/>
                  <a:pt x="51904" y="26845"/>
                  <a:pt x="63484" y="26845"/>
                </a:cubicBezTo>
                <a:cubicBezTo>
                  <a:pt x="87650" y="26845"/>
                  <a:pt x="107156" y="46546"/>
                  <a:pt x="107156" y="70628"/>
                </a:cubicBezTo>
                <a:cubicBezTo>
                  <a:pt x="107156" y="70991"/>
                  <a:pt x="107156" y="71354"/>
                  <a:pt x="107156" y="71717"/>
                </a:cubicBezTo>
                <a:cubicBezTo>
                  <a:pt x="107045" y="76656"/>
                  <a:pt x="102943" y="80535"/>
                  <a:pt x="98003" y="80423"/>
                </a:cubicBezTo>
                <a:cubicBezTo>
                  <a:pt x="93064" y="80311"/>
                  <a:pt x="89185" y="76209"/>
                  <a:pt x="89297" y="71270"/>
                </a:cubicBezTo>
                <a:cubicBezTo>
                  <a:pt x="89297" y="71047"/>
                  <a:pt x="89297" y="70851"/>
                  <a:pt x="89297" y="70628"/>
                </a:cubicBezTo>
                <a:cubicBezTo>
                  <a:pt x="89297" y="61224"/>
                  <a:pt x="84274" y="52964"/>
                  <a:pt x="76795" y="4841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5" name="Text 83"/>
          <p:cNvSpPr/>
          <p:nvPr/>
        </p:nvSpPr>
        <p:spPr>
          <a:xfrm>
            <a:off x="698500" y="8167687"/>
            <a:ext cx="11049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Relationships</a:t>
            </a:r>
            <a:endParaRPr lang="en-US" sz="1600" dirty="0"/>
          </a:p>
        </p:txBody>
      </p:sp>
      <p:sp>
        <p:nvSpPr>
          <p:cNvPr id="86" name="Shape 84"/>
          <p:cNvSpPr/>
          <p:nvPr/>
        </p:nvSpPr>
        <p:spPr>
          <a:xfrm>
            <a:off x="515938" y="8485188"/>
            <a:ext cx="3635375" cy="539750"/>
          </a:xfrm>
          <a:custGeom>
            <a:avLst/>
            <a:gdLst/>
            <a:ahLst/>
            <a:cxnLst/>
            <a:rect l="l" t="t" r="r" b="b"/>
            <a:pathLst>
              <a:path w="3635375" h="539750">
                <a:moveTo>
                  <a:pt x="63502" y="0"/>
                </a:moveTo>
                <a:lnTo>
                  <a:pt x="3571873" y="0"/>
                </a:lnTo>
                <a:cubicBezTo>
                  <a:pt x="3606944" y="0"/>
                  <a:pt x="3635375" y="28431"/>
                  <a:pt x="3635375" y="63502"/>
                </a:cubicBezTo>
                <a:lnTo>
                  <a:pt x="3635375" y="476248"/>
                </a:lnTo>
                <a:cubicBezTo>
                  <a:pt x="3635375" y="511319"/>
                  <a:pt x="3606944" y="539750"/>
                  <a:pt x="3571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87" name="Text 85"/>
          <p:cNvSpPr/>
          <p:nvPr/>
        </p:nvSpPr>
        <p:spPr>
          <a:xfrm>
            <a:off x="611188" y="85804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UC-01 includes UC-13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611188" y="87709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Starting session triggers XP tracking setup</a:t>
            </a:r>
            <a:endParaRPr lang="en-US" sz="1600" dirty="0"/>
          </a:p>
        </p:txBody>
      </p:sp>
      <p:sp>
        <p:nvSpPr>
          <p:cNvPr id="89" name="Shape 87"/>
          <p:cNvSpPr/>
          <p:nvPr/>
        </p:nvSpPr>
        <p:spPr>
          <a:xfrm>
            <a:off x="4278313" y="8485188"/>
            <a:ext cx="3635375" cy="539750"/>
          </a:xfrm>
          <a:custGeom>
            <a:avLst/>
            <a:gdLst/>
            <a:ahLst/>
            <a:cxnLst/>
            <a:rect l="l" t="t" r="r" b="b"/>
            <a:pathLst>
              <a:path w="3635375" h="539750">
                <a:moveTo>
                  <a:pt x="63502" y="0"/>
                </a:moveTo>
                <a:lnTo>
                  <a:pt x="3571873" y="0"/>
                </a:lnTo>
                <a:cubicBezTo>
                  <a:pt x="3606944" y="0"/>
                  <a:pt x="3635375" y="28431"/>
                  <a:pt x="3635375" y="63502"/>
                </a:cubicBezTo>
                <a:lnTo>
                  <a:pt x="3635375" y="476248"/>
                </a:lnTo>
                <a:cubicBezTo>
                  <a:pt x="3635375" y="511319"/>
                  <a:pt x="3606944" y="539750"/>
                  <a:pt x="3571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90" name="Text 88"/>
          <p:cNvSpPr/>
          <p:nvPr/>
        </p:nvSpPr>
        <p:spPr>
          <a:xfrm>
            <a:off x="4373563" y="85804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UC-02 extends UC-14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4373563" y="87709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Ending session may trigger achievements</a:t>
            </a:r>
            <a:endParaRPr lang="en-US" sz="1600" dirty="0"/>
          </a:p>
        </p:txBody>
      </p:sp>
      <p:sp>
        <p:nvSpPr>
          <p:cNvPr id="92" name="Shape 90"/>
          <p:cNvSpPr/>
          <p:nvPr/>
        </p:nvSpPr>
        <p:spPr>
          <a:xfrm>
            <a:off x="8040688" y="8485188"/>
            <a:ext cx="3635375" cy="539750"/>
          </a:xfrm>
          <a:custGeom>
            <a:avLst/>
            <a:gdLst/>
            <a:ahLst/>
            <a:cxnLst/>
            <a:rect l="l" t="t" r="r" b="b"/>
            <a:pathLst>
              <a:path w="3635375" h="539750">
                <a:moveTo>
                  <a:pt x="63502" y="0"/>
                </a:moveTo>
                <a:lnTo>
                  <a:pt x="3571873" y="0"/>
                </a:lnTo>
                <a:cubicBezTo>
                  <a:pt x="3606944" y="0"/>
                  <a:pt x="3635375" y="28431"/>
                  <a:pt x="3635375" y="63502"/>
                </a:cubicBezTo>
                <a:lnTo>
                  <a:pt x="3635375" y="476248"/>
                </a:lnTo>
                <a:cubicBezTo>
                  <a:pt x="3635375" y="511319"/>
                  <a:pt x="3606944" y="539750"/>
                  <a:pt x="3571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93" name="Text 91"/>
          <p:cNvSpPr/>
          <p:nvPr/>
        </p:nvSpPr>
        <p:spPr>
          <a:xfrm>
            <a:off x="8135938" y="85804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UC-09 requires UC-08</a:t>
            </a:r>
            <a:endParaRPr lang="en-US" sz="1600" dirty="0"/>
          </a:p>
        </p:txBody>
      </p:sp>
      <p:sp>
        <p:nvSpPr>
          <p:cNvPr id="94" name="Text 92"/>
          <p:cNvSpPr/>
          <p:nvPr/>
        </p:nvSpPr>
        <p:spPr>
          <a:xfrm>
            <a:off x="8135938" y="8770938"/>
            <a:ext cx="350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linking requires student-generated code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5161" y="385161"/>
            <a:ext cx="1255339" cy="275794"/>
          </a:xfrm>
          <a:custGeom>
            <a:avLst/>
            <a:gdLst/>
            <a:ahLst/>
            <a:cxnLst/>
            <a:rect l="l" t="t" r="r" b="b"/>
            <a:pathLst>
              <a:path w="1255339" h="275794">
                <a:moveTo>
                  <a:pt x="137897" y="0"/>
                </a:moveTo>
                <a:lnTo>
                  <a:pt x="1117441" y="0"/>
                </a:lnTo>
                <a:cubicBezTo>
                  <a:pt x="1193549" y="0"/>
                  <a:pt x="1255339" y="61790"/>
                  <a:pt x="1255339" y="137897"/>
                </a:cubicBezTo>
                <a:lnTo>
                  <a:pt x="1255339" y="137897"/>
                </a:lnTo>
                <a:cubicBezTo>
                  <a:pt x="1255339" y="214004"/>
                  <a:pt x="1193549" y="275794"/>
                  <a:pt x="1117441" y="275794"/>
                </a:cubicBezTo>
                <a:lnTo>
                  <a:pt x="137897" y="275794"/>
                </a:lnTo>
                <a:cubicBezTo>
                  <a:pt x="61790" y="275794"/>
                  <a:pt x="0" y="214004"/>
                  <a:pt x="0" y="137897"/>
                </a:cubicBezTo>
                <a:lnTo>
                  <a:pt x="0" y="137897"/>
                </a:lnTo>
                <a:cubicBezTo>
                  <a:pt x="0" y="61790"/>
                  <a:pt x="61790" y="0"/>
                  <a:pt x="137897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4037" y="446977"/>
            <a:ext cx="1074646" cy="152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99" b="1" kern="0" spc="4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FEATURES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0406" y="779832"/>
            <a:ext cx="11602371" cy="380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696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Student Mobile App: Implemented Features (MVP)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0406" y="1274359"/>
            <a:ext cx="760811" cy="38041"/>
          </a:xfrm>
          <a:custGeom>
            <a:avLst/>
            <a:gdLst/>
            <a:ahLst/>
            <a:cxnLst/>
            <a:rect l="l" t="t" r="r" b="b"/>
            <a:pathLst>
              <a:path w="760811" h="38041">
                <a:moveTo>
                  <a:pt x="0" y="0"/>
                </a:moveTo>
                <a:lnTo>
                  <a:pt x="760811" y="0"/>
                </a:lnTo>
                <a:lnTo>
                  <a:pt x="760811" y="38041"/>
                </a:lnTo>
                <a:lnTo>
                  <a:pt x="0" y="38041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85161" y="1469317"/>
            <a:ext cx="11421679" cy="3594833"/>
          </a:xfrm>
          <a:custGeom>
            <a:avLst/>
            <a:gdLst/>
            <a:ahLst/>
            <a:cxnLst/>
            <a:rect l="l" t="t" r="r" b="b"/>
            <a:pathLst>
              <a:path w="11421679" h="3594833">
                <a:moveTo>
                  <a:pt x="114136" y="0"/>
                </a:moveTo>
                <a:lnTo>
                  <a:pt x="11307543" y="0"/>
                </a:lnTo>
                <a:cubicBezTo>
                  <a:pt x="11370578" y="0"/>
                  <a:pt x="11421679" y="51100"/>
                  <a:pt x="11421679" y="114136"/>
                </a:cubicBezTo>
                <a:lnTo>
                  <a:pt x="11421679" y="3480697"/>
                </a:lnTo>
                <a:cubicBezTo>
                  <a:pt x="11421679" y="3543733"/>
                  <a:pt x="11370578" y="3594833"/>
                  <a:pt x="11307543" y="3594833"/>
                </a:cubicBezTo>
                <a:lnTo>
                  <a:pt x="114136" y="3594833"/>
                </a:lnTo>
                <a:cubicBezTo>
                  <a:pt x="51100" y="3594833"/>
                  <a:pt x="0" y="3543733"/>
                  <a:pt x="0" y="3480697"/>
                </a:cubicBezTo>
                <a:lnTo>
                  <a:pt x="0" y="114136"/>
                </a:lnTo>
                <a:cubicBezTo>
                  <a:pt x="0" y="51143"/>
                  <a:pt x="51143" y="0"/>
                  <a:pt x="114136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9916" y="1474072"/>
          <a:ext cx="11412168" cy="3689598"/>
        </p:xfrm>
        <a:graphic>
          <a:graphicData uri="http://schemas.openxmlformats.org/drawingml/2006/table">
            <a:tbl>
              <a:tblPr/>
              <a:tblGrid>
                <a:gridCol w="2853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64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4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189">
                <a:tc>
                  <a:txBody>
                    <a:bodyPr/>
                    <a:lstStyle/>
                    <a:p>
                      <a:pPr algn="l"/>
                      <a:r>
                        <a:rPr lang="en-US" sz="10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Description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API Evidence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Study Timer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One-tap start/stop, background tracking, subject selection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/api/sessions/start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/api/sessions/end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Points &amp; Levels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XP per minute, progressive level system (22 levels)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Automatic on session end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 /api/student/stats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Achievements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 badge types across 4 categories: milestone, streak, subject, challenge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 /api/student/achievements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/api/achievements/check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Task Management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Full CRUD operations, priority, due dates, status toggle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GET/POST/PUT/DELETE /api/tasks/:id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Leaderboards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Global ranking by period: weekly/monthly/all-time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 /api/leaderboard/global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GET /api/leaderboard/my-rank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189"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Tutor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24/7 chatbot with conversation history, 4 modes: learn, quiz, hint, explain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/api/tutor/session/start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10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POST /api/tutor/session/message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52162" marR="152162" marT="114122" marB="11412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5161" y="5225822"/>
            <a:ext cx="3699445" cy="884443"/>
          </a:xfrm>
          <a:custGeom>
            <a:avLst/>
            <a:gdLst/>
            <a:ahLst/>
            <a:cxnLst/>
            <a:rect l="l" t="t" r="r" b="b"/>
            <a:pathLst>
              <a:path w="3699445" h="884443">
                <a:moveTo>
                  <a:pt x="114120" y="0"/>
                </a:moveTo>
                <a:lnTo>
                  <a:pt x="3585325" y="0"/>
                </a:lnTo>
                <a:cubicBezTo>
                  <a:pt x="3648351" y="0"/>
                  <a:pt x="3699445" y="51093"/>
                  <a:pt x="3699445" y="114120"/>
                </a:cubicBezTo>
                <a:lnTo>
                  <a:pt x="3699445" y="770323"/>
                </a:lnTo>
                <a:cubicBezTo>
                  <a:pt x="3699445" y="833350"/>
                  <a:pt x="3648351" y="884443"/>
                  <a:pt x="3585325" y="884443"/>
                </a:cubicBezTo>
                <a:lnTo>
                  <a:pt x="114120" y="884443"/>
                </a:lnTo>
                <a:cubicBezTo>
                  <a:pt x="51135" y="884443"/>
                  <a:pt x="0" y="833308"/>
                  <a:pt x="0" y="770323"/>
                </a:cubicBezTo>
                <a:lnTo>
                  <a:pt x="0" y="114120"/>
                </a:lnTo>
                <a:cubicBezTo>
                  <a:pt x="0" y="51135"/>
                  <a:pt x="51135" y="0"/>
                  <a:pt x="114120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752" y="5382739"/>
            <a:ext cx="3528262" cy="342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46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15+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8793" y="5763145"/>
            <a:ext cx="3452181" cy="190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48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Endpoints</a:t>
            </a:r>
            <a:endParaRPr lang="en-US" sz="1600" dirty="0"/>
          </a:p>
        </p:txBody>
      </p:sp>
      <p:sp>
        <p:nvSpPr>
          <p:cNvPr id="7" name="Shape 8"/>
          <p:cNvSpPr/>
          <p:nvPr/>
        </p:nvSpPr>
        <p:spPr>
          <a:xfrm>
            <a:off x="4245644" y="5225822"/>
            <a:ext cx="3699445" cy="884443"/>
          </a:xfrm>
          <a:custGeom>
            <a:avLst/>
            <a:gdLst/>
            <a:ahLst/>
            <a:cxnLst/>
            <a:rect l="l" t="t" r="r" b="b"/>
            <a:pathLst>
              <a:path w="3699445" h="884443">
                <a:moveTo>
                  <a:pt x="114120" y="0"/>
                </a:moveTo>
                <a:lnTo>
                  <a:pt x="3585325" y="0"/>
                </a:lnTo>
                <a:cubicBezTo>
                  <a:pt x="3648351" y="0"/>
                  <a:pt x="3699445" y="51093"/>
                  <a:pt x="3699445" y="114120"/>
                </a:cubicBezTo>
                <a:lnTo>
                  <a:pt x="3699445" y="770323"/>
                </a:lnTo>
                <a:cubicBezTo>
                  <a:pt x="3699445" y="833350"/>
                  <a:pt x="3648351" y="884443"/>
                  <a:pt x="3585325" y="884443"/>
                </a:cubicBezTo>
                <a:lnTo>
                  <a:pt x="114120" y="884443"/>
                </a:lnTo>
                <a:cubicBezTo>
                  <a:pt x="51135" y="884443"/>
                  <a:pt x="0" y="833308"/>
                  <a:pt x="0" y="770323"/>
                </a:cubicBezTo>
                <a:lnTo>
                  <a:pt x="0" y="114120"/>
                </a:lnTo>
                <a:cubicBezTo>
                  <a:pt x="0" y="51135"/>
                  <a:pt x="51135" y="0"/>
                  <a:pt x="114120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31235" y="5382739"/>
            <a:ext cx="3528262" cy="342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46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369276" y="5763145"/>
            <a:ext cx="3452181" cy="190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48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Achievement Types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106127" y="5225822"/>
            <a:ext cx="3699445" cy="884443"/>
          </a:xfrm>
          <a:custGeom>
            <a:avLst/>
            <a:gdLst/>
            <a:ahLst/>
            <a:cxnLst/>
            <a:rect l="l" t="t" r="r" b="b"/>
            <a:pathLst>
              <a:path w="3699445" h="884443">
                <a:moveTo>
                  <a:pt x="114120" y="0"/>
                </a:moveTo>
                <a:lnTo>
                  <a:pt x="3585325" y="0"/>
                </a:lnTo>
                <a:cubicBezTo>
                  <a:pt x="3648351" y="0"/>
                  <a:pt x="3699445" y="51093"/>
                  <a:pt x="3699445" y="114120"/>
                </a:cubicBezTo>
                <a:lnTo>
                  <a:pt x="3699445" y="770323"/>
                </a:lnTo>
                <a:cubicBezTo>
                  <a:pt x="3699445" y="833350"/>
                  <a:pt x="3648351" y="884443"/>
                  <a:pt x="3585325" y="884443"/>
                </a:cubicBezTo>
                <a:lnTo>
                  <a:pt x="114120" y="884443"/>
                </a:lnTo>
                <a:cubicBezTo>
                  <a:pt x="51135" y="884443"/>
                  <a:pt x="0" y="833308"/>
                  <a:pt x="0" y="770323"/>
                </a:cubicBezTo>
                <a:lnTo>
                  <a:pt x="0" y="114120"/>
                </a:lnTo>
                <a:cubicBezTo>
                  <a:pt x="0" y="51135"/>
                  <a:pt x="51135" y="0"/>
                  <a:pt x="114120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91718" y="5382739"/>
            <a:ext cx="3528262" cy="342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46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759" y="5763145"/>
            <a:ext cx="3452181" cy="190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48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Level System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85161" y="6271938"/>
            <a:ext cx="11421679" cy="580119"/>
          </a:xfrm>
          <a:custGeom>
            <a:avLst/>
            <a:gdLst/>
            <a:ahLst/>
            <a:cxnLst/>
            <a:rect l="l" t="t" r="r" b="b"/>
            <a:pathLst>
              <a:path w="11421679" h="580119">
                <a:moveTo>
                  <a:pt x="114121" y="0"/>
                </a:moveTo>
                <a:lnTo>
                  <a:pt x="11307558" y="0"/>
                </a:lnTo>
                <a:cubicBezTo>
                  <a:pt x="11370585" y="0"/>
                  <a:pt x="11421679" y="51094"/>
                  <a:pt x="11421679" y="114121"/>
                </a:cubicBezTo>
                <a:lnTo>
                  <a:pt x="11421679" y="465998"/>
                </a:lnTo>
                <a:cubicBezTo>
                  <a:pt x="11421679" y="529025"/>
                  <a:pt x="11370585" y="580119"/>
                  <a:pt x="11307558" y="580119"/>
                </a:cubicBezTo>
                <a:lnTo>
                  <a:pt x="114121" y="580119"/>
                </a:lnTo>
                <a:cubicBezTo>
                  <a:pt x="51094" y="580119"/>
                  <a:pt x="0" y="529025"/>
                  <a:pt x="0" y="465998"/>
                </a:cubicBezTo>
                <a:lnTo>
                  <a:pt x="0" y="114121"/>
                </a:lnTo>
                <a:cubicBezTo>
                  <a:pt x="0" y="51094"/>
                  <a:pt x="51094" y="0"/>
                  <a:pt x="114121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70608" y="6447875"/>
            <a:ext cx="228243" cy="228243"/>
          </a:xfrm>
          <a:custGeom>
            <a:avLst/>
            <a:gdLst/>
            <a:ahLst/>
            <a:cxnLst/>
            <a:rect l="l" t="t" r="r" b="b"/>
            <a:pathLst>
              <a:path w="228243" h="228243">
                <a:moveTo>
                  <a:pt x="114122" y="228243"/>
                </a:moveTo>
                <a:cubicBezTo>
                  <a:pt x="177107" y="228243"/>
                  <a:pt x="228243" y="177107"/>
                  <a:pt x="228243" y="114122"/>
                </a:cubicBezTo>
                <a:cubicBezTo>
                  <a:pt x="228243" y="51136"/>
                  <a:pt x="177107" y="0"/>
                  <a:pt x="114122" y="0"/>
                </a:cubicBezTo>
                <a:cubicBezTo>
                  <a:pt x="51136" y="0"/>
                  <a:pt x="0" y="51136"/>
                  <a:pt x="0" y="114122"/>
                </a:cubicBezTo>
                <a:cubicBezTo>
                  <a:pt x="0" y="177107"/>
                  <a:pt x="51136" y="228243"/>
                  <a:pt x="114122" y="228243"/>
                </a:cubicBezTo>
                <a:close/>
                <a:moveTo>
                  <a:pt x="151746" y="94819"/>
                </a:moveTo>
                <a:lnTo>
                  <a:pt x="116083" y="151880"/>
                </a:lnTo>
                <a:cubicBezTo>
                  <a:pt x="114211" y="154867"/>
                  <a:pt x="111001" y="156739"/>
                  <a:pt x="107479" y="156917"/>
                </a:cubicBezTo>
                <a:cubicBezTo>
                  <a:pt x="103958" y="157096"/>
                  <a:pt x="100570" y="155491"/>
                  <a:pt x="98475" y="152638"/>
                </a:cubicBezTo>
                <a:lnTo>
                  <a:pt x="77077" y="124107"/>
                </a:lnTo>
                <a:cubicBezTo>
                  <a:pt x="73510" y="119382"/>
                  <a:pt x="74491" y="112695"/>
                  <a:pt x="79216" y="109129"/>
                </a:cubicBezTo>
                <a:cubicBezTo>
                  <a:pt x="83942" y="105563"/>
                  <a:pt x="90629" y="106543"/>
                  <a:pt x="94195" y="111269"/>
                </a:cubicBezTo>
                <a:lnTo>
                  <a:pt x="106231" y="127317"/>
                </a:lnTo>
                <a:lnTo>
                  <a:pt x="133603" y="83496"/>
                </a:lnTo>
                <a:cubicBezTo>
                  <a:pt x="136723" y="78503"/>
                  <a:pt x="143321" y="76943"/>
                  <a:pt x="148358" y="80108"/>
                </a:cubicBezTo>
                <a:cubicBezTo>
                  <a:pt x="153396" y="83273"/>
                  <a:pt x="154911" y="89826"/>
                  <a:pt x="151746" y="9486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9" name="Text 16"/>
          <p:cNvSpPr/>
          <p:nvPr/>
        </p:nvSpPr>
        <p:spPr>
          <a:xfrm>
            <a:off x="941504" y="6428855"/>
            <a:ext cx="5630003" cy="266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8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ALL FEATURES FULLY FUNCTIONAL</a:t>
            </a:r>
            <a:r>
              <a:rPr lang="en-US" sz="1348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 current prototype with real data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047750" cy="230188"/>
          </a:xfrm>
          <a:custGeom>
            <a:avLst/>
            <a:gdLst/>
            <a:ahLst/>
            <a:cxnLst/>
            <a:rect l="l" t="t" r="r" b="b"/>
            <a:pathLst>
              <a:path w="1047750" h="230188">
                <a:moveTo>
                  <a:pt x="115094" y="0"/>
                </a:moveTo>
                <a:lnTo>
                  <a:pt x="932656" y="0"/>
                </a:lnTo>
                <a:cubicBezTo>
                  <a:pt x="996178" y="0"/>
                  <a:pt x="1047750" y="51572"/>
                  <a:pt x="1047750" y="115094"/>
                </a:cubicBezTo>
                <a:lnTo>
                  <a:pt x="1047750" y="115094"/>
                </a:lnTo>
                <a:cubicBezTo>
                  <a:pt x="1047750" y="178616"/>
                  <a:pt x="996178" y="230188"/>
                  <a:pt x="932656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8969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FEATURES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Parent Dashboard: From Interrogation to Collaboration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3738563"/>
          </a:xfrm>
          <a:custGeom>
            <a:avLst/>
            <a:gdLst/>
            <a:ahLst/>
            <a:cxnLst/>
            <a:rect l="l" t="t" r="r" b="b"/>
            <a:pathLst>
              <a:path w="5691188" h="3738563">
                <a:moveTo>
                  <a:pt x="95259" y="0"/>
                </a:moveTo>
                <a:lnTo>
                  <a:pt x="5595929" y="0"/>
                </a:lnTo>
                <a:cubicBezTo>
                  <a:pt x="5648539" y="0"/>
                  <a:pt x="5691188" y="42649"/>
                  <a:pt x="5691188" y="95259"/>
                </a:cubicBezTo>
                <a:lnTo>
                  <a:pt x="5691188" y="3643304"/>
                </a:lnTo>
                <a:cubicBezTo>
                  <a:pt x="5691188" y="3695914"/>
                  <a:pt x="5648539" y="3738562"/>
                  <a:pt x="5595929" y="3738563"/>
                </a:cubicBezTo>
                <a:lnTo>
                  <a:pt x="95259" y="3738563"/>
                </a:lnTo>
                <a:cubicBezTo>
                  <a:pt x="42649" y="3738563"/>
                  <a:pt x="0" y="3695914"/>
                  <a:pt x="0" y="3643304"/>
                </a:cubicBezTo>
                <a:lnTo>
                  <a:pt x="0" y="95259"/>
                </a:lnTo>
                <a:cubicBezTo>
                  <a:pt x="0" y="42684"/>
                  <a:pt x="42684" y="0"/>
                  <a:pt x="95259" y="0"/>
                </a:cubicBezTo>
                <a:close/>
              </a:path>
            </a:pathLst>
          </a:custGeom>
          <a:solidFill>
            <a:srgbClr val="FB2C36">
              <a:alpha val="10196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4031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51780" y="51780"/>
                </a:moveTo>
                <a:cubicBezTo>
                  <a:pt x="54694" y="48865"/>
                  <a:pt x="59407" y="48865"/>
                  <a:pt x="62291" y="51780"/>
                </a:cubicBezTo>
                <a:lnTo>
                  <a:pt x="79344" y="68833"/>
                </a:lnTo>
                <a:lnTo>
                  <a:pt x="96397" y="51780"/>
                </a:lnTo>
                <a:cubicBezTo>
                  <a:pt x="99312" y="48865"/>
                  <a:pt x="104025" y="48865"/>
                  <a:pt x="106908" y="51780"/>
                </a:cubicBezTo>
                <a:cubicBezTo>
                  <a:pt x="109792" y="54694"/>
                  <a:pt x="109823" y="59407"/>
                  <a:pt x="106908" y="62291"/>
                </a:cubicBezTo>
                <a:lnTo>
                  <a:pt x="89855" y="79344"/>
                </a:lnTo>
                <a:lnTo>
                  <a:pt x="106908" y="96397"/>
                </a:lnTo>
                <a:cubicBezTo>
                  <a:pt x="109823" y="99312"/>
                  <a:pt x="109823" y="104025"/>
                  <a:pt x="106908" y="106908"/>
                </a:cubicBezTo>
                <a:cubicBezTo>
                  <a:pt x="103994" y="109792"/>
                  <a:pt x="99281" y="109823"/>
                  <a:pt x="96397" y="106908"/>
                </a:cubicBezTo>
                <a:lnTo>
                  <a:pt x="79344" y="89855"/>
                </a:lnTo>
                <a:lnTo>
                  <a:pt x="62291" y="106908"/>
                </a:lnTo>
                <a:cubicBezTo>
                  <a:pt x="59376" y="109823"/>
                  <a:pt x="54663" y="109823"/>
                  <a:pt x="51780" y="106908"/>
                </a:cubicBezTo>
                <a:cubicBezTo>
                  <a:pt x="48896" y="103994"/>
                  <a:pt x="48865" y="99281"/>
                  <a:pt x="51780" y="96397"/>
                </a:cubicBezTo>
                <a:lnTo>
                  <a:pt x="68833" y="79344"/>
                </a:lnTo>
                <a:lnTo>
                  <a:pt x="51780" y="62291"/>
                </a:lnTo>
                <a:cubicBezTo>
                  <a:pt x="48865" y="59376"/>
                  <a:pt x="48865" y="54663"/>
                  <a:pt x="51780" y="51780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8" name="Text 6"/>
          <p:cNvSpPr/>
          <p:nvPr/>
        </p:nvSpPr>
        <p:spPr>
          <a:xfrm>
            <a:off x="682625" y="1420813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Before StudyQuest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77006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79438" y="1865312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11" name="Text 9"/>
          <p:cNvSpPr/>
          <p:nvPr/>
        </p:nvSpPr>
        <p:spPr>
          <a:xfrm>
            <a:off x="551656" y="1865312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28688" y="1865312"/>
            <a:ext cx="488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28688" y="2055813"/>
            <a:ext cx="488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"Did you study today?"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4187" y="24368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500688" y="253206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6" name="Text 14"/>
          <p:cNvSpPr/>
          <p:nvPr/>
        </p:nvSpPr>
        <p:spPr>
          <a:xfrm>
            <a:off x="5472906" y="2532063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3875" y="2532063"/>
            <a:ext cx="488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Child: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5938" y="2722563"/>
            <a:ext cx="488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"Yes" </a:t>
            </a:r>
            <a:r>
              <a:rPr lang="en-US" sz="100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(maybe)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4187" y="310356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9438" y="319881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21" name="Text 19"/>
          <p:cNvSpPr/>
          <p:nvPr/>
        </p:nvSpPr>
        <p:spPr>
          <a:xfrm>
            <a:off x="551656" y="3198813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8688" y="3198813"/>
            <a:ext cx="488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8688" y="3389313"/>
            <a:ext cx="488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"For how long?"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4187" y="37703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500688" y="3865563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0"/>
                </a:lnTo>
                <a:cubicBezTo>
                  <a:pt x="197093" y="0"/>
                  <a:pt x="254000" y="56907"/>
                  <a:pt x="254000" y="127000"/>
                </a:cubicBezTo>
                <a:lnTo>
                  <a:pt x="254000" y="127000"/>
                </a:lnTo>
                <a:cubicBezTo>
                  <a:pt x="254000" y="197093"/>
                  <a:pt x="197093" y="254000"/>
                  <a:pt x="127000" y="254000"/>
                </a:cubicBezTo>
                <a:lnTo>
                  <a:pt x="127000" y="254000"/>
                </a:lnTo>
                <a:cubicBezTo>
                  <a:pt x="56907" y="254000"/>
                  <a:pt x="0" y="197093"/>
                  <a:pt x="0" y="127000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6" name="Text 24"/>
          <p:cNvSpPr/>
          <p:nvPr/>
        </p:nvSpPr>
        <p:spPr>
          <a:xfrm>
            <a:off x="5472906" y="3865563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3875" y="3865563"/>
            <a:ext cx="488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Child: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5938" y="4056063"/>
            <a:ext cx="488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"Two hours" </a:t>
            </a:r>
            <a:r>
              <a:rPr lang="en-US" sz="1000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(actually: 20 min)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88156" y="4441031"/>
            <a:ext cx="5357813" cy="388938"/>
          </a:xfrm>
          <a:custGeom>
            <a:avLst/>
            <a:gdLst/>
            <a:ahLst/>
            <a:cxnLst/>
            <a:rect l="l" t="t" r="r" b="b"/>
            <a:pathLst>
              <a:path w="5357813" h="388938">
                <a:moveTo>
                  <a:pt x="63502" y="0"/>
                </a:moveTo>
                <a:lnTo>
                  <a:pt x="5294311" y="0"/>
                </a:lnTo>
                <a:cubicBezTo>
                  <a:pt x="5329382" y="0"/>
                  <a:pt x="5357813" y="28431"/>
                  <a:pt x="5357813" y="63502"/>
                </a:cubicBezTo>
                <a:lnTo>
                  <a:pt x="5357813" y="325436"/>
                </a:lnTo>
                <a:cubicBezTo>
                  <a:pt x="5357813" y="360507"/>
                  <a:pt x="5329382" y="388938"/>
                  <a:pt x="5294311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FB2C36">
              <a:alpha val="10196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5625" y="4540250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 Conflict, dishonesty, damaged relationship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179344" y="1258094"/>
            <a:ext cx="5691188" cy="3738563"/>
          </a:xfrm>
          <a:custGeom>
            <a:avLst/>
            <a:gdLst/>
            <a:ahLst/>
            <a:cxnLst/>
            <a:rect l="l" t="t" r="r" b="b"/>
            <a:pathLst>
              <a:path w="5691188" h="3738563">
                <a:moveTo>
                  <a:pt x="95259" y="0"/>
                </a:moveTo>
                <a:lnTo>
                  <a:pt x="5595929" y="0"/>
                </a:lnTo>
                <a:cubicBezTo>
                  <a:pt x="5648539" y="0"/>
                  <a:pt x="5691188" y="42649"/>
                  <a:pt x="5691188" y="95259"/>
                </a:cubicBezTo>
                <a:lnTo>
                  <a:pt x="5691188" y="3643304"/>
                </a:lnTo>
                <a:cubicBezTo>
                  <a:pt x="5691188" y="3695914"/>
                  <a:pt x="5648539" y="3738562"/>
                  <a:pt x="5595929" y="3738563"/>
                </a:cubicBezTo>
                <a:lnTo>
                  <a:pt x="95259" y="3738563"/>
                </a:lnTo>
                <a:cubicBezTo>
                  <a:pt x="42649" y="3738563"/>
                  <a:pt x="0" y="3695914"/>
                  <a:pt x="0" y="3643304"/>
                </a:cubicBezTo>
                <a:lnTo>
                  <a:pt x="0" y="95259"/>
                </a:lnTo>
                <a:cubicBezTo>
                  <a:pt x="0" y="42684"/>
                  <a:pt x="42684" y="0"/>
                  <a:pt x="95259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61906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105544" y="65949"/>
                </a:moveTo>
                <a:lnTo>
                  <a:pt x="80739" y="105637"/>
                </a:lnTo>
                <a:cubicBezTo>
                  <a:pt x="79437" y="107714"/>
                  <a:pt x="77205" y="109017"/>
                  <a:pt x="74755" y="109141"/>
                </a:cubicBezTo>
                <a:cubicBezTo>
                  <a:pt x="72306" y="109265"/>
                  <a:pt x="69949" y="108148"/>
                  <a:pt x="68492" y="106164"/>
                </a:cubicBezTo>
                <a:lnTo>
                  <a:pt x="53609" y="86320"/>
                </a:lnTo>
                <a:cubicBezTo>
                  <a:pt x="51129" y="83034"/>
                  <a:pt x="51811" y="78383"/>
                  <a:pt x="55097" y="75902"/>
                </a:cubicBezTo>
                <a:cubicBezTo>
                  <a:pt x="58384" y="73422"/>
                  <a:pt x="63035" y="74104"/>
                  <a:pt x="65515" y="77391"/>
                </a:cubicBezTo>
                <a:lnTo>
                  <a:pt x="73887" y="88553"/>
                </a:lnTo>
                <a:lnTo>
                  <a:pt x="92925" y="58074"/>
                </a:lnTo>
                <a:cubicBezTo>
                  <a:pt x="95095" y="54601"/>
                  <a:pt x="99684" y="53516"/>
                  <a:pt x="103188" y="55718"/>
                </a:cubicBezTo>
                <a:cubicBezTo>
                  <a:pt x="106691" y="57919"/>
                  <a:pt x="107745" y="62477"/>
                  <a:pt x="105544" y="6598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3" name="Text 31"/>
          <p:cNvSpPr/>
          <p:nvPr/>
        </p:nvSpPr>
        <p:spPr>
          <a:xfrm>
            <a:off x="6540500" y="1420813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With StudyQuest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42063" y="1770063"/>
            <a:ext cx="5365750" cy="952500"/>
          </a:xfrm>
          <a:custGeom>
            <a:avLst/>
            <a:gdLst/>
            <a:ahLst/>
            <a:cxnLst/>
            <a:rect l="l" t="t" r="r" b="b"/>
            <a:pathLst>
              <a:path w="5365750" h="952500">
                <a:moveTo>
                  <a:pt x="63503" y="0"/>
                </a:moveTo>
                <a:lnTo>
                  <a:pt x="5302247" y="0"/>
                </a:lnTo>
                <a:cubicBezTo>
                  <a:pt x="5337319" y="0"/>
                  <a:pt x="5365750" y="28431"/>
                  <a:pt x="5365750" y="63503"/>
                </a:cubicBezTo>
                <a:lnTo>
                  <a:pt x="5365750" y="888997"/>
                </a:lnTo>
                <a:cubicBezTo>
                  <a:pt x="5365750" y="924069"/>
                  <a:pt x="5337319" y="952500"/>
                  <a:pt x="5302247" y="952500"/>
                </a:cubicBezTo>
                <a:lnTo>
                  <a:pt x="63503" y="952500"/>
                </a:lnTo>
                <a:cubicBezTo>
                  <a:pt x="28431" y="952500"/>
                  <a:pt x="0" y="924069"/>
                  <a:pt x="0" y="888997"/>
                </a:cubicBezTo>
                <a:lnTo>
                  <a:pt x="0" y="63503"/>
                </a:lnTo>
                <a:cubicBezTo>
                  <a:pt x="0" y="28431"/>
                  <a:pt x="28431" y="0"/>
                  <a:pt x="6350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437313" y="1865312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opens dashboard → Sees objective data: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60133" y="211137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7" name="Text 35"/>
          <p:cNvSpPr/>
          <p:nvPr/>
        </p:nvSpPr>
        <p:spPr>
          <a:xfrm>
            <a:off x="6639719" y="2087563"/>
            <a:ext cx="2214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Today: 45 minutes Math, 30 minutes English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60133" y="230187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9" name="Text 37"/>
          <p:cNvSpPr/>
          <p:nvPr/>
        </p:nvSpPr>
        <p:spPr>
          <a:xfrm>
            <a:off x="6639719" y="2278063"/>
            <a:ext cx="1119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Current streak: 5 days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60133" y="2492375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1" name="Text 39"/>
          <p:cNvSpPr/>
          <p:nvPr/>
        </p:nvSpPr>
        <p:spPr>
          <a:xfrm>
            <a:off x="6639719" y="2468563"/>
            <a:ext cx="166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Weekly goal: 5/7 days completed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42063" y="2817813"/>
            <a:ext cx="5365750" cy="571500"/>
          </a:xfrm>
          <a:custGeom>
            <a:avLst/>
            <a:gdLst/>
            <a:ahLst/>
            <a:cxnLst/>
            <a:rect l="l" t="t" r="r" b="b"/>
            <a:pathLst>
              <a:path w="5365750" h="571500">
                <a:moveTo>
                  <a:pt x="63499" y="0"/>
                </a:moveTo>
                <a:lnTo>
                  <a:pt x="5302251" y="0"/>
                </a:lnTo>
                <a:cubicBezTo>
                  <a:pt x="5337320" y="0"/>
                  <a:pt x="5365750" y="28430"/>
                  <a:pt x="5365750" y="63499"/>
                </a:cubicBezTo>
                <a:lnTo>
                  <a:pt x="5365750" y="508001"/>
                </a:lnTo>
                <a:cubicBezTo>
                  <a:pt x="5365750" y="543070"/>
                  <a:pt x="5337320" y="571500"/>
                  <a:pt x="5302251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6437313" y="2913063"/>
            <a:ext cx="523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Parent: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37313" y="3103563"/>
            <a:ext cx="523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"I see you studied 45 minutes on math today and maintained your 5-day streak. Great focus!"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46031" y="3488531"/>
            <a:ext cx="5357813" cy="388938"/>
          </a:xfrm>
          <a:custGeom>
            <a:avLst/>
            <a:gdLst/>
            <a:ahLst/>
            <a:cxnLst/>
            <a:rect l="l" t="t" r="r" b="b"/>
            <a:pathLst>
              <a:path w="5357813" h="388938">
                <a:moveTo>
                  <a:pt x="63502" y="0"/>
                </a:moveTo>
                <a:lnTo>
                  <a:pt x="5294311" y="0"/>
                </a:lnTo>
                <a:cubicBezTo>
                  <a:pt x="5329382" y="0"/>
                  <a:pt x="5357813" y="28431"/>
                  <a:pt x="5357813" y="63502"/>
                </a:cubicBezTo>
                <a:lnTo>
                  <a:pt x="5357813" y="325436"/>
                </a:lnTo>
                <a:cubicBezTo>
                  <a:pt x="5357813" y="360507"/>
                  <a:pt x="5329382" y="388938"/>
                  <a:pt x="5294311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E8A95E">
              <a:alpha val="20000"/>
            </a:srgbClr>
          </a:solidFill>
          <a:ln w="12700">
            <a:solidFill>
              <a:srgbClr val="E8A95E">
                <a:alpha val="4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13500" y="3587750"/>
            <a:ext cx="522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 Positive reinforcement based on facts, not interrogation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321469" y="5163344"/>
            <a:ext cx="11549063" cy="2397125"/>
          </a:xfrm>
          <a:custGeom>
            <a:avLst/>
            <a:gdLst/>
            <a:ahLst/>
            <a:cxnLst/>
            <a:rect l="l" t="t" r="r" b="b"/>
            <a:pathLst>
              <a:path w="11549063" h="2397125">
                <a:moveTo>
                  <a:pt x="95262" y="0"/>
                </a:moveTo>
                <a:lnTo>
                  <a:pt x="11453801" y="0"/>
                </a:lnTo>
                <a:cubicBezTo>
                  <a:pt x="11506412" y="0"/>
                  <a:pt x="11549063" y="42650"/>
                  <a:pt x="11549063" y="95262"/>
                </a:cubicBezTo>
                <a:lnTo>
                  <a:pt x="11549063" y="2301863"/>
                </a:lnTo>
                <a:cubicBezTo>
                  <a:pt x="11549063" y="2354475"/>
                  <a:pt x="11506412" y="2397125"/>
                  <a:pt x="11453801" y="2397125"/>
                </a:cubicBezTo>
                <a:lnTo>
                  <a:pt x="95262" y="2397125"/>
                </a:lnTo>
                <a:cubicBezTo>
                  <a:pt x="42650" y="2397125"/>
                  <a:pt x="0" y="2354475"/>
                  <a:pt x="0" y="2301863"/>
                </a:cubicBezTo>
                <a:lnTo>
                  <a:pt x="0" y="95262"/>
                </a:lnTo>
                <a:cubicBezTo>
                  <a:pt x="0" y="42685"/>
                  <a:pt x="42685" y="0"/>
                  <a:pt x="95262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3953" y="5357813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119062" y="29766"/>
                </a:moveTo>
                <a:lnTo>
                  <a:pt x="79375" y="29766"/>
                </a:lnTo>
                <a:lnTo>
                  <a:pt x="79375" y="69453"/>
                </a:lnTo>
                <a:lnTo>
                  <a:pt x="119062" y="69453"/>
                </a:lnTo>
                <a:lnTo>
                  <a:pt x="119062" y="29766"/>
                </a:lnTo>
                <a:close/>
                <a:moveTo>
                  <a:pt x="138906" y="69453"/>
                </a:moveTo>
                <a:lnTo>
                  <a:pt x="138906" y="128984"/>
                </a:lnTo>
                <a:cubicBezTo>
                  <a:pt x="138906" y="139929"/>
                  <a:pt x="130008" y="148828"/>
                  <a:pt x="119062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29766"/>
                </a:lnTo>
                <a:cubicBezTo>
                  <a:pt x="0" y="18821"/>
                  <a:pt x="8899" y="9922"/>
                  <a:pt x="19844" y="9922"/>
                </a:cubicBezTo>
                <a:lnTo>
                  <a:pt x="119062" y="9922"/>
                </a:lnTo>
                <a:cubicBezTo>
                  <a:pt x="130008" y="9922"/>
                  <a:pt x="138906" y="18821"/>
                  <a:pt x="138906" y="29766"/>
                </a:cubicBezTo>
                <a:lnTo>
                  <a:pt x="138906" y="69453"/>
                </a:lnTo>
                <a:close/>
                <a:moveTo>
                  <a:pt x="19844" y="89297"/>
                </a:moveTo>
                <a:lnTo>
                  <a:pt x="19844" y="128984"/>
                </a:lnTo>
                <a:lnTo>
                  <a:pt x="59531" y="128984"/>
                </a:lnTo>
                <a:lnTo>
                  <a:pt x="59531" y="89297"/>
                </a:lnTo>
                <a:lnTo>
                  <a:pt x="19844" y="89297"/>
                </a:lnTo>
                <a:close/>
                <a:moveTo>
                  <a:pt x="59531" y="69453"/>
                </a:moveTo>
                <a:lnTo>
                  <a:pt x="59531" y="29766"/>
                </a:lnTo>
                <a:lnTo>
                  <a:pt x="19844" y="29766"/>
                </a:lnTo>
                <a:lnTo>
                  <a:pt x="19844" y="69453"/>
                </a:lnTo>
                <a:lnTo>
                  <a:pt x="59531" y="69453"/>
                </a:lnTo>
                <a:close/>
                <a:moveTo>
                  <a:pt x="79375" y="89297"/>
                </a:moveTo>
                <a:lnTo>
                  <a:pt x="79375" y="128984"/>
                </a:lnTo>
                <a:lnTo>
                  <a:pt x="119062" y="128984"/>
                </a:lnTo>
                <a:lnTo>
                  <a:pt x="119062" y="89297"/>
                </a:lnTo>
                <a:lnTo>
                  <a:pt x="79375" y="89297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9" name="Text 47"/>
          <p:cNvSpPr/>
          <p:nvPr/>
        </p:nvSpPr>
        <p:spPr>
          <a:xfrm>
            <a:off x="682625" y="5326063"/>
            <a:ext cx="1110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Dashboard Capabilities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84187" y="5675313"/>
            <a:ext cx="3659187" cy="1270000"/>
          </a:xfrm>
          <a:custGeom>
            <a:avLst/>
            <a:gdLst/>
            <a:ahLst/>
            <a:cxnLst/>
            <a:rect l="l" t="t" r="r" b="b"/>
            <a:pathLst>
              <a:path w="3659187" h="1270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1206500"/>
                </a:lnTo>
                <a:cubicBezTo>
                  <a:pt x="3659187" y="1241547"/>
                  <a:pt x="3630734" y="1270000"/>
                  <a:pt x="3595688" y="1270000"/>
                </a:cubicBezTo>
                <a:lnTo>
                  <a:pt x="63500" y="1270000"/>
                </a:lnTo>
                <a:cubicBezTo>
                  <a:pt x="28453" y="1270000"/>
                  <a:pt x="0" y="1241547"/>
                  <a:pt x="0" y="1206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1031" y="582612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7859" y="17859"/>
                </a:moveTo>
                <a:cubicBezTo>
                  <a:pt x="17859" y="12920"/>
                  <a:pt x="13869" y="8930"/>
                  <a:pt x="8930" y="8930"/>
                </a:cubicBezTo>
                <a:cubicBezTo>
                  <a:pt x="3990" y="8930"/>
                  <a:pt x="0" y="12920"/>
                  <a:pt x="0" y="17859"/>
                </a:cubicBezTo>
                <a:lnTo>
                  <a:pt x="0" y="111621"/>
                </a:lnTo>
                <a:cubicBezTo>
                  <a:pt x="0" y="123955"/>
                  <a:pt x="9990" y="133945"/>
                  <a:pt x="22324" y="133945"/>
                </a:cubicBezTo>
                <a:lnTo>
                  <a:pt x="133945" y="133945"/>
                </a:lnTo>
                <a:cubicBezTo>
                  <a:pt x="138885" y="133945"/>
                  <a:pt x="142875" y="129955"/>
                  <a:pt x="142875" y="125016"/>
                </a:cubicBezTo>
                <a:cubicBezTo>
                  <a:pt x="142875" y="120076"/>
                  <a:pt x="138885" y="116086"/>
                  <a:pt x="133945" y="116086"/>
                </a:cubicBezTo>
                <a:lnTo>
                  <a:pt x="22324" y="116086"/>
                </a:lnTo>
                <a:cubicBezTo>
                  <a:pt x="19869" y="116086"/>
                  <a:pt x="17859" y="114077"/>
                  <a:pt x="17859" y="111621"/>
                </a:cubicBezTo>
                <a:lnTo>
                  <a:pt x="17859" y="17859"/>
                </a:lnTo>
                <a:close/>
                <a:moveTo>
                  <a:pt x="131322" y="42025"/>
                </a:moveTo>
                <a:cubicBezTo>
                  <a:pt x="134810" y="38537"/>
                  <a:pt x="134810" y="32872"/>
                  <a:pt x="131322" y="29384"/>
                </a:cubicBezTo>
                <a:cubicBezTo>
                  <a:pt x="127834" y="25896"/>
                  <a:pt x="122169" y="25896"/>
                  <a:pt x="118681" y="29384"/>
                </a:cubicBezTo>
                <a:lnTo>
                  <a:pt x="89297" y="58796"/>
                </a:lnTo>
                <a:lnTo>
                  <a:pt x="73279" y="42807"/>
                </a:lnTo>
                <a:cubicBezTo>
                  <a:pt x="69791" y="39319"/>
                  <a:pt x="64126" y="39319"/>
                  <a:pt x="60638" y="42807"/>
                </a:cubicBezTo>
                <a:lnTo>
                  <a:pt x="33849" y="69596"/>
                </a:lnTo>
                <a:cubicBezTo>
                  <a:pt x="30361" y="73084"/>
                  <a:pt x="30361" y="78749"/>
                  <a:pt x="33849" y="82237"/>
                </a:cubicBezTo>
                <a:cubicBezTo>
                  <a:pt x="37337" y="85725"/>
                  <a:pt x="43002" y="85725"/>
                  <a:pt x="46490" y="82237"/>
                </a:cubicBezTo>
                <a:lnTo>
                  <a:pt x="66973" y="61754"/>
                </a:lnTo>
                <a:lnTo>
                  <a:pt x="82990" y="77772"/>
                </a:lnTo>
                <a:cubicBezTo>
                  <a:pt x="86478" y="81260"/>
                  <a:pt x="92143" y="81260"/>
                  <a:pt x="95631" y="77772"/>
                </a:cubicBezTo>
                <a:lnTo>
                  <a:pt x="131350" y="42053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2" name="Text 50"/>
          <p:cNvSpPr/>
          <p:nvPr/>
        </p:nvSpPr>
        <p:spPr>
          <a:xfrm>
            <a:off x="853281" y="5802313"/>
            <a:ext cx="1182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Overview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11188" y="6088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Total study time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11188" y="62785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Subject breakdown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11188" y="6469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Streak status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11188" y="66595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Activity feed (timestamped)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267729" y="5675313"/>
            <a:ext cx="3659187" cy="1270000"/>
          </a:xfrm>
          <a:custGeom>
            <a:avLst/>
            <a:gdLst/>
            <a:ahLst/>
            <a:cxnLst/>
            <a:rect l="l" t="t" r="r" b="b"/>
            <a:pathLst>
              <a:path w="3659187" h="1270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1206500"/>
                </a:lnTo>
                <a:cubicBezTo>
                  <a:pt x="3659187" y="1241547"/>
                  <a:pt x="3630734" y="1270000"/>
                  <a:pt x="3595688" y="1270000"/>
                </a:cubicBezTo>
                <a:lnTo>
                  <a:pt x="63500" y="1270000"/>
                </a:lnTo>
                <a:cubicBezTo>
                  <a:pt x="28453" y="1270000"/>
                  <a:pt x="0" y="1241547"/>
                  <a:pt x="0" y="1206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4405643" y="5826125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75037" y="23775"/>
                </a:moveTo>
                <a:lnTo>
                  <a:pt x="42500" y="59941"/>
                </a:lnTo>
                <a:cubicBezTo>
                  <a:pt x="41216" y="61364"/>
                  <a:pt x="41272" y="63568"/>
                  <a:pt x="42639" y="64936"/>
                </a:cubicBezTo>
                <a:cubicBezTo>
                  <a:pt x="51150" y="73447"/>
                  <a:pt x="64963" y="73447"/>
                  <a:pt x="73475" y="64936"/>
                </a:cubicBezTo>
                <a:lnTo>
                  <a:pt x="82348" y="56062"/>
                </a:lnTo>
                <a:cubicBezTo>
                  <a:pt x="83520" y="54890"/>
                  <a:pt x="84999" y="54248"/>
                  <a:pt x="86506" y="54136"/>
                </a:cubicBezTo>
                <a:cubicBezTo>
                  <a:pt x="88404" y="53969"/>
                  <a:pt x="90357" y="54611"/>
                  <a:pt x="91808" y="56062"/>
                </a:cubicBezTo>
                <a:lnTo>
                  <a:pt x="141089" y="104924"/>
                </a:lnTo>
                <a:lnTo>
                  <a:pt x="160734" y="89297"/>
                </a:lnTo>
                <a:lnTo>
                  <a:pt x="160734" y="8930"/>
                </a:lnTo>
                <a:lnTo>
                  <a:pt x="129480" y="26789"/>
                </a:lnTo>
                <a:lnTo>
                  <a:pt x="122839" y="22352"/>
                </a:lnTo>
                <a:cubicBezTo>
                  <a:pt x="118430" y="19422"/>
                  <a:pt x="113268" y="17859"/>
                  <a:pt x="107966" y="17859"/>
                </a:cubicBezTo>
                <a:lnTo>
                  <a:pt x="88320" y="17859"/>
                </a:lnTo>
                <a:cubicBezTo>
                  <a:pt x="88013" y="17859"/>
                  <a:pt x="87678" y="17859"/>
                  <a:pt x="87371" y="17887"/>
                </a:cubicBezTo>
                <a:cubicBezTo>
                  <a:pt x="82655" y="18138"/>
                  <a:pt x="78218" y="20259"/>
                  <a:pt x="75037" y="23775"/>
                </a:cubicBezTo>
                <a:close/>
                <a:moveTo>
                  <a:pt x="32538" y="50983"/>
                </a:moveTo>
                <a:lnTo>
                  <a:pt x="62340" y="17859"/>
                </a:lnTo>
                <a:lnTo>
                  <a:pt x="51290" y="17859"/>
                </a:lnTo>
                <a:cubicBezTo>
                  <a:pt x="44174" y="17859"/>
                  <a:pt x="37365" y="20678"/>
                  <a:pt x="32342" y="25701"/>
                </a:cubicBezTo>
                <a:lnTo>
                  <a:pt x="31254" y="26789"/>
                </a:lnTo>
                <a:lnTo>
                  <a:pt x="0" y="8930"/>
                </a:lnTo>
                <a:lnTo>
                  <a:pt x="0" y="89297"/>
                </a:lnTo>
                <a:lnTo>
                  <a:pt x="43644" y="125657"/>
                </a:lnTo>
                <a:cubicBezTo>
                  <a:pt x="50062" y="131015"/>
                  <a:pt x="58155" y="133945"/>
                  <a:pt x="66498" y="133945"/>
                </a:cubicBezTo>
                <a:lnTo>
                  <a:pt x="70879" y="133945"/>
                </a:lnTo>
                <a:lnTo>
                  <a:pt x="68926" y="131992"/>
                </a:lnTo>
                <a:cubicBezTo>
                  <a:pt x="66303" y="129369"/>
                  <a:pt x="66303" y="125127"/>
                  <a:pt x="68926" y="122532"/>
                </a:cubicBezTo>
                <a:cubicBezTo>
                  <a:pt x="71549" y="119937"/>
                  <a:pt x="75791" y="119909"/>
                  <a:pt x="78386" y="122532"/>
                </a:cubicBezTo>
                <a:lnTo>
                  <a:pt x="89827" y="133973"/>
                </a:lnTo>
                <a:lnTo>
                  <a:pt x="92339" y="133973"/>
                </a:lnTo>
                <a:cubicBezTo>
                  <a:pt x="97668" y="133973"/>
                  <a:pt x="102887" y="132773"/>
                  <a:pt x="107631" y="130541"/>
                </a:cubicBezTo>
                <a:lnTo>
                  <a:pt x="100180" y="123062"/>
                </a:lnTo>
                <a:cubicBezTo>
                  <a:pt x="97557" y="120439"/>
                  <a:pt x="97557" y="116198"/>
                  <a:pt x="100180" y="113602"/>
                </a:cubicBezTo>
                <a:cubicBezTo>
                  <a:pt x="102803" y="111007"/>
                  <a:pt x="107045" y="110979"/>
                  <a:pt x="109640" y="113602"/>
                </a:cubicBezTo>
                <a:lnTo>
                  <a:pt x="118570" y="122532"/>
                </a:lnTo>
                <a:lnTo>
                  <a:pt x="123453" y="117649"/>
                </a:lnTo>
                <a:cubicBezTo>
                  <a:pt x="125936" y="115165"/>
                  <a:pt x="126662" y="111565"/>
                  <a:pt x="125574" y="108412"/>
                </a:cubicBezTo>
                <a:lnTo>
                  <a:pt x="87092" y="70238"/>
                </a:lnTo>
                <a:lnTo>
                  <a:pt x="82934" y="74395"/>
                </a:lnTo>
                <a:cubicBezTo>
                  <a:pt x="69177" y="88153"/>
                  <a:pt x="46909" y="88153"/>
                  <a:pt x="33151" y="74395"/>
                </a:cubicBezTo>
                <a:cubicBezTo>
                  <a:pt x="26733" y="67977"/>
                  <a:pt x="26482" y="57680"/>
                  <a:pt x="32538" y="50955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4636823" y="5802313"/>
            <a:ext cx="1214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Collaborative Tools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4394729" y="6088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Joint goal-setting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394729" y="62785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Reward creation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4394729" y="6469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Progress notifications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051271" y="5675313"/>
            <a:ext cx="3659187" cy="1270000"/>
          </a:xfrm>
          <a:custGeom>
            <a:avLst/>
            <a:gdLst/>
            <a:ahLst/>
            <a:cxnLst/>
            <a:rect l="l" t="t" r="r" b="b"/>
            <a:pathLst>
              <a:path w="3659187" h="1270000">
                <a:moveTo>
                  <a:pt x="63500" y="0"/>
                </a:moveTo>
                <a:lnTo>
                  <a:pt x="3595688" y="0"/>
                </a:lnTo>
                <a:cubicBezTo>
                  <a:pt x="3630734" y="0"/>
                  <a:pt x="3659187" y="28453"/>
                  <a:pt x="3659187" y="63500"/>
                </a:cubicBezTo>
                <a:lnTo>
                  <a:pt x="3659187" y="1206500"/>
                </a:lnTo>
                <a:cubicBezTo>
                  <a:pt x="3659187" y="1241547"/>
                  <a:pt x="3630734" y="1270000"/>
                  <a:pt x="3595688" y="1270000"/>
                </a:cubicBezTo>
                <a:lnTo>
                  <a:pt x="63500" y="1270000"/>
                </a:lnTo>
                <a:cubicBezTo>
                  <a:pt x="28453" y="1270000"/>
                  <a:pt x="0" y="1241547"/>
                  <a:pt x="0" y="12065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189185" y="5826125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80367" y="8930"/>
                </a:moveTo>
                <a:cubicBezTo>
                  <a:pt x="57820" y="8930"/>
                  <a:pt x="39765" y="19199"/>
                  <a:pt x="26622" y="31421"/>
                </a:cubicBezTo>
                <a:cubicBezTo>
                  <a:pt x="13562" y="43560"/>
                  <a:pt x="4828" y="58043"/>
                  <a:pt x="670" y="68005"/>
                </a:cubicBezTo>
                <a:cubicBezTo>
                  <a:pt x="-251" y="70210"/>
                  <a:pt x="-251" y="72665"/>
                  <a:pt x="670" y="74870"/>
                </a:cubicBezTo>
                <a:cubicBezTo>
                  <a:pt x="4828" y="84832"/>
                  <a:pt x="13562" y="99343"/>
                  <a:pt x="26622" y="111454"/>
                </a:cubicBezTo>
                <a:cubicBezTo>
                  <a:pt x="39765" y="123648"/>
                  <a:pt x="57820" y="133945"/>
                  <a:pt x="80367" y="133945"/>
                </a:cubicBezTo>
                <a:cubicBezTo>
                  <a:pt x="102915" y="133945"/>
                  <a:pt x="120969" y="123676"/>
                  <a:pt x="134113" y="111454"/>
                </a:cubicBezTo>
                <a:cubicBezTo>
                  <a:pt x="147172" y="99315"/>
                  <a:pt x="155907" y="84832"/>
                  <a:pt x="160065" y="74870"/>
                </a:cubicBezTo>
                <a:cubicBezTo>
                  <a:pt x="160986" y="72665"/>
                  <a:pt x="160986" y="70210"/>
                  <a:pt x="160065" y="68005"/>
                </a:cubicBezTo>
                <a:cubicBezTo>
                  <a:pt x="155907" y="58043"/>
                  <a:pt x="147172" y="43532"/>
                  <a:pt x="134113" y="31421"/>
                </a:cubicBezTo>
                <a:cubicBezTo>
                  <a:pt x="120969" y="19227"/>
                  <a:pt x="102915" y="8930"/>
                  <a:pt x="80367" y="8930"/>
                </a:cubicBezTo>
                <a:close/>
                <a:moveTo>
                  <a:pt x="40184" y="71438"/>
                </a:moveTo>
                <a:cubicBezTo>
                  <a:pt x="40184" y="49260"/>
                  <a:pt x="58189" y="31254"/>
                  <a:pt x="80367" y="31254"/>
                </a:cubicBezTo>
                <a:cubicBezTo>
                  <a:pt x="102545" y="31254"/>
                  <a:pt x="120551" y="49260"/>
                  <a:pt x="120551" y="71438"/>
                </a:cubicBezTo>
                <a:cubicBezTo>
                  <a:pt x="120551" y="93615"/>
                  <a:pt x="102545" y="111621"/>
                  <a:pt x="80367" y="111621"/>
                </a:cubicBezTo>
                <a:cubicBezTo>
                  <a:pt x="58189" y="111621"/>
                  <a:pt x="40184" y="93615"/>
                  <a:pt x="40184" y="71438"/>
                </a:cubicBezTo>
                <a:close/>
                <a:moveTo>
                  <a:pt x="80367" y="53578"/>
                </a:moveTo>
                <a:cubicBezTo>
                  <a:pt x="80367" y="63429"/>
                  <a:pt x="72358" y="71438"/>
                  <a:pt x="62508" y="71438"/>
                </a:cubicBezTo>
                <a:cubicBezTo>
                  <a:pt x="59299" y="71438"/>
                  <a:pt x="56285" y="70600"/>
                  <a:pt x="53662" y="69093"/>
                </a:cubicBezTo>
                <a:cubicBezTo>
                  <a:pt x="53383" y="72135"/>
                  <a:pt x="53634" y="75261"/>
                  <a:pt x="54471" y="78358"/>
                </a:cubicBezTo>
                <a:cubicBezTo>
                  <a:pt x="58294" y="92646"/>
                  <a:pt x="73000" y="101129"/>
                  <a:pt x="87288" y="97306"/>
                </a:cubicBezTo>
                <a:cubicBezTo>
                  <a:pt x="101575" y="93483"/>
                  <a:pt x="110058" y="78777"/>
                  <a:pt x="106235" y="64489"/>
                </a:cubicBezTo>
                <a:cubicBezTo>
                  <a:pt x="102831" y="51736"/>
                  <a:pt x="90748" y="43616"/>
                  <a:pt x="78023" y="44732"/>
                </a:cubicBezTo>
                <a:cubicBezTo>
                  <a:pt x="79502" y="47327"/>
                  <a:pt x="80367" y="50341"/>
                  <a:pt x="80367" y="53578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5" name="Text 63"/>
          <p:cNvSpPr/>
          <p:nvPr/>
        </p:nvSpPr>
        <p:spPr>
          <a:xfrm>
            <a:off x="8420365" y="5802313"/>
            <a:ext cx="881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Transparency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8178271" y="6088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AI conversation review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8178271" y="62785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Data export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178271" y="6469063"/>
            <a:ext cx="3460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Privacy controls (student-managed)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484187" y="7076281"/>
            <a:ext cx="11223625" cy="7938"/>
          </a:xfrm>
          <a:custGeom>
            <a:avLst/>
            <a:gdLst/>
            <a:ahLst/>
            <a:cxnLst/>
            <a:rect l="l" t="t" r="r" b="b"/>
            <a:pathLst>
              <a:path w="11223625" h="7938">
                <a:moveTo>
                  <a:pt x="0" y="0"/>
                </a:moveTo>
                <a:lnTo>
                  <a:pt x="11223625" y="0"/>
                </a:lnTo>
                <a:lnTo>
                  <a:pt x="1122362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5F6B7A">
              <a:alpha val="30196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23875" y="7223125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0816" y="119062"/>
                </a:moveTo>
                <a:cubicBezTo>
                  <a:pt x="93080" y="112148"/>
                  <a:pt x="97606" y="105885"/>
                  <a:pt x="102722" y="100490"/>
                </a:cubicBezTo>
                <a:cubicBezTo>
                  <a:pt x="112861" y="89824"/>
                  <a:pt x="119062" y="75406"/>
                  <a:pt x="119062" y="59531"/>
                </a:cubicBezTo>
                <a:cubicBezTo>
                  <a:pt x="119062" y="26665"/>
                  <a:pt x="92397" y="0"/>
                  <a:pt x="59531" y="0"/>
                </a:cubicBezTo>
                <a:cubicBezTo>
                  <a:pt x="26665" y="0"/>
                  <a:pt x="0" y="26665"/>
                  <a:pt x="0" y="59531"/>
                </a:cubicBezTo>
                <a:cubicBezTo>
                  <a:pt x="0" y="75406"/>
                  <a:pt x="6201" y="89824"/>
                  <a:pt x="16340" y="100490"/>
                </a:cubicBezTo>
                <a:cubicBezTo>
                  <a:pt x="21456" y="105885"/>
                  <a:pt x="26014" y="112148"/>
                  <a:pt x="28246" y="119062"/>
                </a:cubicBezTo>
                <a:lnTo>
                  <a:pt x="90785" y="119062"/>
                </a:lnTo>
                <a:close/>
                <a:moveTo>
                  <a:pt x="89297" y="133945"/>
                </a:moveTo>
                <a:lnTo>
                  <a:pt x="29766" y="133945"/>
                </a:lnTo>
                <a:lnTo>
                  <a:pt x="29766" y="138906"/>
                </a:lnTo>
                <a:cubicBezTo>
                  <a:pt x="29766" y="152611"/>
                  <a:pt x="40866" y="163711"/>
                  <a:pt x="54570" y="163711"/>
                </a:cubicBezTo>
                <a:lnTo>
                  <a:pt x="64492" y="163711"/>
                </a:lnTo>
                <a:cubicBezTo>
                  <a:pt x="78197" y="163711"/>
                  <a:pt x="89297" y="152611"/>
                  <a:pt x="89297" y="138906"/>
                </a:cubicBezTo>
                <a:lnTo>
                  <a:pt x="89297" y="133945"/>
                </a:lnTo>
                <a:close/>
                <a:moveTo>
                  <a:pt x="57051" y="34727"/>
                </a:moveTo>
                <a:cubicBezTo>
                  <a:pt x="44710" y="34727"/>
                  <a:pt x="34727" y="44710"/>
                  <a:pt x="34727" y="57051"/>
                </a:cubicBezTo>
                <a:cubicBezTo>
                  <a:pt x="34727" y="61175"/>
                  <a:pt x="31409" y="64492"/>
                  <a:pt x="27285" y="64492"/>
                </a:cubicBezTo>
                <a:cubicBezTo>
                  <a:pt x="23161" y="64492"/>
                  <a:pt x="19844" y="61175"/>
                  <a:pt x="19844" y="57051"/>
                </a:cubicBezTo>
                <a:cubicBezTo>
                  <a:pt x="19844" y="36494"/>
                  <a:pt x="36494" y="19844"/>
                  <a:pt x="57051" y="19844"/>
                </a:cubicBezTo>
                <a:cubicBezTo>
                  <a:pt x="61175" y="19844"/>
                  <a:pt x="64492" y="23161"/>
                  <a:pt x="64492" y="27285"/>
                </a:cubicBezTo>
                <a:cubicBezTo>
                  <a:pt x="64492" y="31409"/>
                  <a:pt x="61175" y="34727"/>
                  <a:pt x="57051" y="3472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1" name="Text 69"/>
          <p:cNvSpPr/>
          <p:nvPr/>
        </p:nvSpPr>
        <p:spPr>
          <a:xfrm>
            <a:off x="777875" y="7207250"/>
            <a:ext cx="9882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Design Principle:</a:t>
            </a: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Supportive involvement, not surveillance. Parents see </a:t>
            </a: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EFFORT and CONSISTENCY</a:t>
            </a: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not just grades. Students retain </a:t>
            </a: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AUTONOMY</a:t>
            </a: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over what content is visible.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4537" y="334537"/>
            <a:ext cx="1263805" cy="239545"/>
          </a:xfrm>
          <a:custGeom>
            <a:avLst/>
            <a:gdLst/>
            <a:ahLst/>
            <a:cxnLst/>
            <a:rect l="l" t="t" r="r" b="b"/>
            <a:pathLst>
              <a:path w="1263805" h="239545">
                <a:moveTo>
                  <a:pt x="119772" y="0"/>
                </a:moveTo>
                <a:lnTo>
                  <a:pt x="1144033" y="0"/>
                </a:lnTo>
                <a:cubicBezTo>
                  <a:pt x="1210181" y="0"/>
                  <a:pt x="1263805" y="53624"/>
                  <a:pt x="1263805" y="119772"/>
                </a:cubicBezTo>
                <a:lnTo>
                  <a:pt x="1263805" y="119772"/>
                </a:lnTo>
                <a:cubicBezTo>
                  <a:pt x="1263805" y="185921"/>
                  <a:pt x="1210181" y="239545"/>
                  <a:pt x="1144033" y="239545"/>
                </a:cubicBezTo>
                <a:lnTo>
                  <a:pt x="119772" y="239545"/>
                </a:lnTo>
                <a:cubicBezTo>
                  <a:pt x="53668" y="239545"/>
                  <a:pt x="0" y="185877"/>
                  <a:pt x="0" y="119772"/>
                </a:cubicBezTo>
                <a:lnTo>
                  <a:pt x="0" y="119772"/>
                </a:lnTo>
                <a:cubicBezTo>
                  <a:pt x="0" y="53668"/>
                  <a:pt x="53668" y="0"/>
                  <a:pt x="11977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7789" y="388228"/>
            <a:ext cx="1106862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b="1" kern="0" spc="39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DESIGN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30407" y="677333"/>
            <a:ext cx="11679870" cy="330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41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Database Schema: PostgreSQL Relational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0407" y="1106862"/>
            <a:ext cx="660813" cy="33041"/>
          </a:xfrm>
          <a:custGeom>
            <a:avLst/>
            <a:gdLst/>
            <a:ahLst/>
            <a:cxnLst/>
            <a:rect l="l" t="t" r="r" b="b"/>
            <a:pathLst>
              <a:path w="660813" h="33041">
                <a:moveTo>
                  <a:pt x="0" y="0"/>
                </a:moveTo>
                <a:lnTo>
                  <a:pt x="660813" y="0"/>
                </a:lnTo>
                <a:lnTo>
                  <a:pt x="660813" y="33041"/>
                </a:lnTo>
                <a:lnTo>
                  <a:pt x="0" y="33041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34537" y="1309236"/>
            <a:ext cx="5674732" cy="2321106"/>
          </a:xfrm>
          <a:custGeom>
            <a:avLst/>
            <a:gdLst/>
            <a:ahLst/>
            <a:cxnLst/>
            <a:rect l="l" t="t" r="r" b="b"/>
            <a:pathLst>
              <a:path w="5674732" h="2321106">
                <a:moveTo>
                  <a:pt x="99111" y="0"/>
                </a:moveTo>
                <a:lnTo>
                  <a:pt x="5575620" y="0"/>
                </a:lnTo>
                <a:cubicBezTo>
                  <a:pt x="5630358" y="0"/>
                  <a:pt x="5674732" y="44374"/>
                  <a:pt x="5674732" y="99111"/>
                </a:cubicBezTo>
                <a:lnTo>
                  <a:pt x="5674732" y="2221994"/>
                </a:lnTo>
                <a:cubicBezTo>
                  <a:pt x="5674732" y="2276732"/>
                  <a:pt x="5630358" y="2321106"/>
                  <a:pt x="5575620" y="2321106"/>
                </a:cubicBezTo>
                <a:lnTo>
                  <a:pt x="99111" y="2321106"/>
                </a:lnTo>
                <a:cubicBezTo>
                  <a:pt x="44374" y="2321106"/>
                  <a:pt x="0" y="2276732"/>
                  <a:pt x="0" y="2221994"/>
                </a:cubicBezTo>
                <a:lnTo>
                  <a:pt x="0" y="99111"/>
                </a:lnTo>
                <a:cubicBezTo>
                  <a:pt x="0" y="44410"/>
                  <a:pt x="44410" y="0"/>
                  <a:pt x="99111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2894" y="1486829"/>
            <a:ext cx="185854" cy="148683"/>
          </a:xfrm>
          <a:custGeom>
            <a:avLst/>
            <a:gdLst/>
            <a:ahLst/>
            <a:cxnLst/>
            <a:rect l="l" t="t" r="r" b="b"/>
            <a:pathLst>
              <a:path w="185854" h="148683">
                <a:moveTo>
                  <a:pt x="92927" y="4646"/>
                </a:moveTo>
                <a:cubicBezTo>
                  <a:pt x="109595" y="4646"/>
                  <a:pt x="123128" y="18179"/>
                  <a:pt x="123128" y="34848"/>
                </a:cubicBezTo>
                <a:cubicBezTo>
                  <a:pt x="123128" y="51516"/>
                  <a:pt x="109595" y="65049"/>
                  <a:pt x="92927" y="65049"/>
                </a:cubicBezTo>
                <a:cubicBezTo>
                  <a:pt x="76258" y="65049"/>
                  <a:pt x="62726" y="51516"/>
                  <a:pt x="62726" y="34848"/>
                </a:cubicBezTo>
                <a:cubicBezTo>
                  <a:pt x="62726" y="18179"/>
                  <a:pt x="76258" y="4646"/>
                  <a:pt x="92927" y="4646"/>
                </a:cubicBezTo>
                <a:close/>
                <a:moveTo>
                  <a:pt x="27878" y="25555"/>
                </a:moveTo>
                <a:cubicBezTo>
                  <a:pt x="39418" y="25555"/>
                  <a:pt x="48787" y="34924"/>
                  <a:pt x="48787" y="46463"/>
                </a:cubicBezTo>
                <a:cubicBezTo>
                  <a:pt x="48787" y="58003"/>
                  <a:pt x="39418" y="67372"/>
                  <a:pt x="27878" y="67372"/>
                </a:cubicBezTo>
                <a:cubicBezTo>
                  <a:pt x="16338" y="67372"/>
                  <a:pt x="6970" y="58003"/>
                  <a:pt x="6970" y="46463"/>
                </a:cubicBezTo>
                <a:cubicBezTo>
                  <a:pt x="6970" y="34924"/>
                  <a:pt x="16338" y="25555"/>
                  <a:pt x="27878" y="25555"/>
                </a:cubicBezTo>
                <a:close/>
                <a:moveTo>
                  <a:pt x="0" y="120805"/>
                </a:moveTo>
                <a:cubicBezTo>
                  <a:pt x="0" y="100274"/>
                  <a:pt x="16640" y="83634"/>
                  <a:pt x="37171" y="83634"/>
                </a:cubicBezTo>
                <a:cubicBezTo>
                  <a:pt x="40888" y="83634"/>
                  <a:pt x="44489" y="84186"/>
                  <a:pt x="47886" y="85202"/>
                </a:cubicBezTo>
                <a:cubicBezTo>
                  <a:pt x="38332" y="95889"/>
                  <a:pt x="32524" y="110002"/>
                  <a:pt x="32524" y="125451"/>
                </a:cubicBezTo>
                <a:lnTo>
                  <a:pt x="32524" y="130098"/>
                </a:lnTo>
                <a:cubicBezTo>
                  <a:pt x="32524" y="133408"/>
                  <a:pt x="33221" y="136544"/>
                  <a:pt x="34470" y="139390"/>
                </a:cubicBezTo>
                <a:lnTo>
                  <a:pt x="9293" y="139390"/>
                </a:lnTo>
                <a:cubicBezTo>
                  <a:pt x="4153" y="139390"/>
                  <a:pt x="0" y="135238"/>
                  <a:pt x="0" y="130098"/>
                </a:cubicBezTo>
                <a:lnTo>
                  <a:pt x="0" y="120805"/>
                </a:lnTo>
                <a:close/>
                <a:moveTo>
                  <a:pt x="151384" y="139390"/>
                </a:moveTo>
                <a:cubicBezTo>
                  <a:pt x="152632" y="136544"/>
                  <a:pt x="153329" y="133408"/>
                  <a:pt x="153329" y="130098"/>
                </a:cubicBezTo>
                <a:lnTo>
                  <a:pt x="153329" y="125451"/>
                </a:lnTo>
                <a:cubicBezTo>
                  <a:pt x="153329" y="110002"/>
                  <a:pt x="147521" y="95889"/>
                  <a:pt x="137967" y="85202"/>
                </a:cubicBezTo>
                <a:cubicBezTo>
                  <a:pt x="141365" y="84186"/>
                  <a:pt x="144966" y="83634"/>
                  <a:pt x="148683" y="83634"/>
                </a:cubicBezTo>
                <a:cubicBezTo>
                  <a:pt x="169214" y="83634"/>
                  <a:pt x="185854" y="100274"/>
                  <a:pt x="185854" y="120805"/>
                </a:cubicBezTo>
                <a:lnTo>
                  <a:pt x="185854" y="130098"/>
                </a:lnTo>
                <a:cubicBezTo>
                  <a:pt x="185854" y="135238"/>
                  <a:pt x="181701" y="139390"/>
                  <a:pt x="176561" y="139390"/>
                </a:cubicBezTo>
                <a:lnTo>
                  <a:pt x="151384" y="139390"/>
                </a:lnTo>
                <a:close/>
                <a:moveTo>
                  <a:pt x="137067" y="46463"/>
                </a:moveTo>
                <a:cubicBezTo>
                  <a:pt x="137067" y="34924"/>
                  <a:pt x="146436" y="25555"/>
                  <a:pt x="157976" y="25555"/>
                </a:cubicBezTo>
                <a:cubicBezTo>
                  <a:pt x="169515" y="25555"/>
                  <a:pt x="178884" y="34924"/>
                  <a:pt x="178884" y="46463"/>
                </a:cubicBezTo>
                <a:cubicBezTo>
                  <a:pt x="178884" y="58003"/>
                  <a:pt x="169515" y="67372"/>
                  <a:pt x="157976" y="67372"/>
                </a:cubicBezTo>
                <a:cubicBezTo>
                  <a:pt x="146436" y="67372"/>
                  <a:pt x="137067" y="58003"/>
                  <a:pt x="137067" y="46463"/>
                </a:cubicBezTo>
                <a:close/>
                <a:moveTo>
                  <a:pt x="46463" y="125451"/>
                </a:moveTo>
                <a:cubicBezTo>
                  <a:pt x="46463" y="99780"/>
                  <a:pt x="67256" y="78988"/>
                  <a:pt x="92927" y="78988"/>
                </a:cubicBezTo>
                <a:cubicBezTo>
                  <a:pt x="118598" y="78988"/>
                  <a:pt x="139390" y="99780"/>
                  <a:pt x="139390" y="125451"/>
                </a:cubicBezTo>
                <a:lnTo>
                  <a:pt x="139390" y="130098"/>
                </a:lnTo>
                <a:cubicBezTo>
                  <a:pt x="139390" y="135238"/>
                  <a:pt x="135238" y="139390"/>
                  <a:pt x="130098" y="139390"/>
                </a:cubicBezTo>
                <a:lnTo>
                  <a:pt x="55756" y="139390"/>
                </a:lnTo>
                <a:cubicBezTo>
                  <a:pt x="50616" y="139390"/>
                  <a:pt x="46463" y="135238"/>
                  <a:pt x="46463" y="130098"/>
                </a:cubicBezTo>
                <a:lnTo>
                  <a:pt x="46463" y="12545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Text 6"/>
          <p:cNvSpPr/>
          <p:nvPr/>
        </p:nvSpPr>
        <p:spPr>
          <a:xfrm>
            <a:off x="660813" y="1445528"/>
            <a:ext cx="5286504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Tables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0829" y="1775935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69951" y="1875057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9951" y="2073301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username, email, password_hash, role, level, xp, current_streak, total_study_time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0829" y="2370667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69951" y="2469789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study_sessions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69951" y="2668033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FK student_id, subject, topic, started_at, ended_at, duration, xp_earned, status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0829" y="2965398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69951" y="3064520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tasks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9951" y="3262764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(SERIAL), FK user_id, title, description, subject, priority, status, due_date, completed_at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34537" y="3770764"/>
            <a:ext cx="5674732" cy="1726374"/>
          </a:xfrm>
          <a:custGeom>
            <a:avLst/>
            <a:gdLst/>
            <a:ahLst/>
            <a:cxnLst/>
            <a:rect l="l" t="t" r="r" b="b"/>
            <a:pathLst>
              <a:path w="5674732" h="1726374">
                <a:moveTo>
                  <a:pt x="99128" y="0"/>
                </a:moveTo>
                <a:lnTo>
                  <a:pt x="5575603" y="0"/>
                </a:lnTo>
                <a:cubicBezTo>
                  <a:pt x="5630350" y="0"/>
                  <a:pt x="5674732" y="44381"/>
                  <a:pt x="5674732" y="99128"/>
                </a:cubicBezTo>
                <a:lnTo>
                  <a:pt x="5674732" y="1627246"/>
                </a:lnTo>
                <a:cubicBezTo>
                  <a:pt x="5674732" y="1681993"/>
                  <a:pt x="5630350" y="1726374"/>
                  <a:pt x="5575603" y="1726374"/>
                </a:cubicBezTo>
                <a:lnTo>
                  <a:pt x="99128" y="1726374"/>
                </a:lnTo>
                <a:cubicBezTo>
                  <a:pt x="44381" y="1726374"/>
                  <a:pt x="0" y="1681993"/>
                  <a:pt x="0" y="1627246"/>
                </a:cubicBezTo>
                <a:lnTo>
                  <a:pt x="0" y="99128"/>
                </a:lnTo>
                <a:cubicBezTo>
                  <a:pt x="0" y="44418"/>
                  <a:pt x="44418" y="0"/>
                  <a:pt x="9912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1480" y="3948358"/>
            <a:ext cx="148683" cy="148683"/>
          </a:xfrm>
          <a:custGeom>
            <a:avLst/>
            <a:gdLst/>
            <a:ahLst/>
            <a:cxnLst/>
            <a:rect l="l" t="t" r="r" b="b"/>
            <a:pathLst>
              <a:path w="148683" h="148683">
                <a:moveTo>
                  <a:pt x="41904" y="0"/>
                </a:moveTo>
                <a:lnTo>
                  <a:pt x="106953" y="0"/>
                </a:lnTo>
                <a:cubicBezTo>
                  <a:pt x="114648" y="0"/>
                  <a:pt x="120921" y="6331"/>
                  <a:pt x="120631" y="13997"/>
                </a:cubicBezTo>
                <a:cubicBezTo>
                  <a:pt x="120573" y="15536"/>
                  <a:pt x="120514" y="17075"/>
                  <a:pt x="120427" y="18585"/>
                </a:cubicBezTo>
                <a:lnTo>
                  <a:pt x="134831" y="18585"/>
                </a:lnTo>
                <a:cubicBezTo>
                  <a:pt x="142410" y="18585"/>
                  <a:pt x="149089" y="24858"/>
                  <a:pt x="148509" y="33047"/>
                </a:cubicBezTo>
                <a:cubicBezTo>
                  <a:pt x="146331" y="63161"/>
                  <a:pt x="130940" y="79714"/>
                  <a:pt x="114242" y="88368"/>
                </a:cubicBezTo>
                <a:cubicBezTo>
                  <a:pt x="109654" y="90749"/>
                  <a:pt x="104978" y="92520"/>
                  <a:pt x="100535" y="93827"/>
                </a:cubicBezTo>
                <a:cubicBezTo>
                  <a:pt x="94669" y="102132"/>
                  <a:pt x="88571" y="106517"/>
                  <a:pt x="83721" y="108870"/>
                </a:cubicBezTo>
                <a:lnTo>
                  <a:pt x="83721" y="130098"/>
                </a:lnTo>
                <a:lnTo>
                  <a:pt x="102307" y="130098"/>
                </a:lnTo>
                <a:cubicBezTo>
                  <a:pt x="107447" y="130098"/>
                  <a:pt x="111599" y="134250"/>
                  <a:pt x="111599" y="139390"/>
                </a:cubicBezTo>
                <a:cubicBezTo>
                  <a:pt x="111599" y="144530"/>
                  <a:pt x="107447" y="148683"/>
                  <a:pt x="102307" y="148683"/>
                </a:cubicBezTo>
                <a:lnTo>
                  <a:pt x="46551" y="148683"/>
                </a:lnTo>
                <a:cubicBezTo>
                  <a:pt x="41411" y="148683"/>
                  <a:pt x="37258" y="144530"/>
                  <a:pt x="37258" y="139390"/>
                </a:cubicBezTo>
                <a:cubicBezTo>
                  <a:pt x="37258" y="134250"/>
                  <a:pt x="41411" y="130098"/>
                  <a:pt x="46551" y="130098"/>
                </a:cubicBezTo>
                <a:lnTo>
                  <a:pt x="65136" y="130098"/>
                </a:lnTo>
                <a:lnTo>
                  <a:pt x="65136" y="108870"/>
                </a:lnTo>
                <a:cubicBezTo>
                  <a:pt x="60490" y="106634"/>
                  <a:pt x="54711" y="102481"/>
                  <a:pt x="49077" y="94843"/>
                </a:cubicBezTo>
                <a:cubicBezTo>
                  <a:pt x="43734" y="93450"/>
                  <a:pt x="37926" y="91330"/>
                  <a:pt x="32263" y="88135"/>
                </a:cubicBezTo>
                <a:cubicBezTo>
                  <a:pt x="16553" y="79336"/>
                  <a:pt x="2381" y="62755"/>
                  <a:pt x="348" y="32989"/>
                </a:cubicBezTo>
                <a:cubicBezTo>
                  <a:pt x="-203" y="24829"/>
                  <a:pt x="6447" y="18556"/>
                  <a:pt x="14026" y="18556"/>
                </a:cubicBezTo>
                <a:lnTo>
                  <a:pt x="28430" y="18556"/>
                </a:lnTo>
                <a:cubicBezTo>
                  <a:pt x="28343" y="17046"/>
                  <a:pt x="28285" y="15536"/>
                  <a:pt x="28227" y="13968"/>
                </a:cubicBezTo>
                <a:cubicBezTo>
                  <a:pt x="27936" y="6273"/>
                  <a:pt x="34209" y="-29"/>
                  <a:pt x="41904" y="-29"/>
                </a:cubicBezTo>
                <a:close/>
                <a:moveTo>
                  <a:pt x="29475" y="32524"/>
                </a:moveTo>
                <a:lnTo>
                  <a:pt x="14258" y="32524"/>
                </a:lnTo>
                <a:cubicBezTo>
                  <a:pt x="16059" y="57121"/>
                  <a:pt x="27355" y="69434"/>
                  <a:pt x="39000" y="75968"/>
                </a:cubicBezTo>
                <a:cubicBezTo>
                  <a:pt x="34819" y="65136"/>
                  <a:pt x="31363" y="50994"/>
                  <a:pt x="29475" y="32524"/>
                </a:cubicBezTo>
                <a:close/>
                <a:moveTo>
                  <a:pt x="110351" y="74574"/>
                </a:moveTo>
                <a:cubicBezTo>
                  <a:pt x="122112" y="67662"/>
                  <a:pt x="132740" y="55379"/>
                  <a:pt x="134541" y="32524"/>
                </a:cubicBezTo>
                <a:lnTo>
                  <a:pt x="119353" y="32524"/>
                </a:lnTo>
                <a:cubicBezTo>
                  <a:pt x="117552" y="50210"/>
                  <a:pt x="114300" y="63945"/>
                  <a:pt x="110351" y="7457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0" name="Text 18"/>
          <p:cNvSpPr/>
          <p:nvPr/>
        </p:nvSpPr>
        <p:spPr>
          <a:xfrm>
            <a:off x="660813" y="3907057"/>
            <a:ext cx="5286504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Gamification Tables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70829" y="4237463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69951" y="4336585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achievements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69951" y="4534829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name, description, icon, category, requirement_type, points_reward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70829" y="4832195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69951" y="4931317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student_achievements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9951" y="5129561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(SERIAL), FK student_id, FK achievement_id, unlocked_at, progress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180942" y="1309236"/>
            <a:ext cx="5674732" cy="1726374"/>
          </a:xfrm>
          <a:custGeom>
            <a:avLst/>
            <a:gdLst/>
            <a:ahLst/>
            <a:cxnLst/>
            <a:rect l="l" t="t" r="r" b="b"/>
            <a:pathLst>
              <a:path w="5674732" h="1726374">
                <a:moveTo>
                  <a:pt x="99128" y="0"/>
                </a:moveTo>
                <a:lnTo>
                  <a:pt x="5575603" y="0"/>
                </a:lnTo>
                <a:cubicBezTo>
                  <a:pt x="5630350" y="0"/>
                  <a:pt x="5674732" y="44381"/>
                  <a:pt x="5674732" y="99128"/>
                </a:cubicBezTo>
                <a:lnTo>
                  <a:pt x="5674732" y="1627246"/>
                </a:lnTo>
                <a:cubicBezTo>
                  <a:pt x="5674732" y="1681993"/>
                  <a:pt x="5630350" y="1726374"/>
                  <a:pt x="5575603" y="1726374"/>
                </a:cubicBezTo>
                <a:lnTo>
                  <a:pt x="99128" y="1726374"/>
                </a:lnTo>
                <a:cubicBezTo>
                  <a:pt x="44381" y="1726374"/>
                  <a:pt x="0" y="1681993"/>
                  <a:pt x="0" y="1627246"/>
                </a:cubicBezTo>
                <a:lnTo>
                  <a:pt x="0" y="99128"/>
                </a:lnTo>
                <a:cubicBezTo>
                  <a:pt x="0" y="44418"/>
                  <a:pt x="44418" y="0"/>
                  <a:pt x="9912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8592" y="1486829"/>
            <a:ext cx="167268" cy="148683"/>
          </a:xfrm>
          <a:custGeom>
            <a:avLst/>
            <a:gdLst/>
            <a:ahLst/>
            <a:cxnLst/>
            <a:rect l="l" t="t" r="r" b="b"/>
            <a:pathLst>
              <a:path w="167268" h="148683">
                <a:moveTo>
                  <a:pt x="121821" y="27878"/>
                </a:moveTo>
                <a:cubicBezTo>
                  <a:pt x="117001" y="27878"/>
                  <a:pt x="112325" y="29185"/>
                  <a:pt x="108231" y="31566"/>
                </a:cubicBezTo>
                <a:cubicBezTo>
                  <a:pt x="103642" y="26920"/>
                  <a:pt x="98299" y="23028"/>
                  <a:pt x="92404" y="20095"/>
                </a:cubicBezTo>
                <a:cubicBezTo>
                  <a:pt x="100593" y="13126"/>
                  <a:pt x="111019" y="9293"/>
                  <a:pt x="121821" y="9293"/>
                </a:cubicBezTo>
                <a:cubicBezTo>
                  <a:pt x="146912" y="9293"/>
                  <a:pt x="167268" y="29620"/>
                  <a:pt x="167268" y="54740"/>
                </a:cubicBezTo>
                <a:cubicBezTo>
                  <a:pt x="167268" y="66791"/>
                  <a:pt x="162477" y="78349"/>
                  <a:pt x="153968" y="86858"/>
                </a:cubicBezTo>
                <a:lnTo>
                  <a:pt x="133321" y="107505"/>
                </a:lnTo>
                <a:cubicBezTo>
                  <a:pt x="124812" y="116013"/>
                  <a:pt x="113255" y="120805"/>
                  <a:pt x="101203" y="120805"/>
                </a:cubicBezTo>
                <a:cubicBezTo>
                  <a:pt x="76113" y="120805"/>
                  <a:pt x="55756" y="100477"/>
                  <a:pt x="55756" y="75358"/>
                </a:cubicBezTo>
                <a:cubicBezTo>
                  <a:pt x="55756" y="74922"/>
                  <a:pt x="55756" y="74487"/>
                  <a:pt x="55785" y="74051"/>
                </a:cubicBezTo>
                <a:cubicBezTo>
                  <a:pt x="55930" y="68911"/>
                  <a:pt x="60199" y="64875"/>
                  <a:pt x="65339" y="65020"/>
                </a:cubicBezTo>
                <a:cubicBezTo>
                  <a:pt x="70479" y="65165"/>
                  <a:pt x="74516" y="69434"/>
                  <a:pt x="74371" y="74574"/>
                </a:cubicBezTo>
                <a:cubicBezTo>
                  <a:pt x="74371" y="74835"/>
                  <a:pt x="74371" y="75096"/>
                  <a:pt x="74371" y="75329"/>
                </a:cubicBezTo>
                <a:cubicBezTo>
                  <a:pt x="74371" y="90168"/>
                  <a:pt x="86393" y="102190"/>
                  <a:pt x="101232" y="102190"/>
                </a:cubicBezTo>
                <a:cubicBezTo>
                  <a:pt x="108347" y="102190"/>
                  <a:pt x="115171" y="99374"/>
                  <a:pt x="120224" y="94321"/>
                </a:cubicBezTo>
                <a:lnTo>
                  <a:pt x="140871" y="73674"/>
                </a:lnTo>
                <a:cubicBezTo>
                  <a:pt x="145895" y="68650"/>
                  <a:pt x="148741" y="61796"/>
                  <a:pt x="148741" y="54682"/>
                </a:cubicBezTo>
                <a:cubicBezTo>
                  <a:pt x="148741" y="39842"/>
                  <a:pt x="136719" y="27820"/>
                  <a:pt x="121879" y="27820"/>
                </a:cubicBezTo>
                <a:close/>
                <a:moveTo>
                  <a:pt x="79917" y="50326"/>
                </a:moveTo>
                <a:cubicBezTo>
                  <a:pt x="79365" y="50093"/>
                  <a:pt x="78814" y="49774"/>
                  <a:pt x="78320" y="49425"/>
                </a:cubicBezTo>
                <a:cubicBezTo>
                  <a:pt x="74661" y="47538"/>
                  <a:pt x="70479" y="46463"/>
                  <a:pt x="66094" y="46463"/>
                </a:cubicBezTo>
                <a:cubicBezTo>
                  <a:pt x="58979" y="46463"/>
                  <a:pt x="52155" y="49280"/>
                  <a:pt x="47102" y="54333"/>
                </a:cubicBezTo>
                <a:lnTo>
                  <a:pt x="26455" y="74980"/>
                </a:lnTo>
                <a:cubicBezTo>
                  <a:pt x="21431" y="80004"/>
                  <a:pt x="18585" y="86858"/>
                  <a:pt x="18585" y="93972"/>
                </a:cubicBezTo>
                <a:cubicBezTo>
                  <a:pt x="18585" y="108812"/>
                  <a:pt x="30608" y="120834"/>
                  <a:pt x="45447" y="120834"/>
                </a:cubicBezTo>
                <a:cubicBezTo>
                  <a:pt x="50239" y="120834"/>
                  <a:pt x="54914" y="119556"/>
                  <a:pt x="59009" y="117175"/>
                </a:cubicBezTo>
                <a:cubicBezTo>
                  <a:pt x="63597" y="121821"/>
                  <a:pt x="68940" y="125713"/>
                  <a:pt x="74864" y="128646"/>
                </a:cubicBezTo>
                <a:cubicBezTo>
                  <a:pt x="66675" y="135586"/>
                  <a:pt x="56279" y="139448"/>
                  <a:pt x="45447" y="139448"/>
                </a:cubicBezTo>
                <a:cubicBezTo>
                  <a:pt x="20357" y="139448"/>
                  <a:pt x="0" y="119121"/>
                  <a:pt x="0" y="94001"/>
                </a:cubicBezTo>
                <a:cubicBezTo>
                  <a:pt x="0" y="81950"/>
                  <a:pt x="4792" y="70392"/>
                  <a:pt x="13300" y="61883"/>
                </a:cubicBezTo>
                <a:lnTo>
                  <a:pt x="33947" y="41236"/>
                </a:lnTo>
                <a:cubicBezTo>
                  <a:pt x="42456" y="32728"/>
                  <a:pt x="54014" y="27936"/>
                  <a:pt x="66065" y="27936"/>
                </a:cubicBezTo>
                <a:cubicBezTo>
                  <a:pt x="91213" y="27936"/>
                  <a:pt x="111512" y="48438"/>
                  <a:pt x="111512" y="73499"/>
                </a:cubicBezTo>
                <a:cubicBezTo>
                  <a:pt x="111512" y="73877"/>
                  <a:pt x="111512" y="74254"/>
                  <a:pt x="111512" y="74632"/>
                </a:cubicBezTo>
                <a:cubicBezTo>
                  <a:pt x="111396" y="79772"/>
                  <a:pt x="107127" y="83808"/>
                  <a:pt x="101987" y="83692"/>
                </a:cubicBezTo>
                <a:cubicBezTo>
                  <a:pt x="96847" y="83576"/>
                  <a:pt x="92811" y="79307"/>
                  <a:pt x="92927" y="74167"/>
                </a:cubicBezTo>
                <a:cubicBezTo>
                  <a:pt x="92927" y="73935"/>
                  <a:pt x="92927" y="73732"/>
                  <a:pt x="92927" y="73499"/>
                </a:cubicBezTo>
                <a:cubicBezTo>
                  <a:pt x="92927" y="63713"/>
                  <a:pt x="87700" y="55117"/>
                  <a:pt x="79917" y="5038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6507218" y="1445528"/>
            <a:ext cx="5286504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Family Tables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17235" y="1775935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6416357" y="1875057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family_links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16357" y="2073301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(SERIAL), FK student_id, FK guardian_id, relationship, connected_at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17235" y="2370667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6416357" y="2469789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connection_codes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416357" y="2668033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(SERIAL), FK student_id, code (6-char), expires_at, used_at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80942" y="3176033"/>
            <a:ext cx="5674732" cy="2321106"/>
          </a:xfrm>
          <a:custGeom>
            <a:avLst/>
            <a:gdLst/>
            <a:ahLst/>
            <a:cxnLst/>
            <a:rect l="l" t="t" r="r" b="b"/>
            <a:pathLst>
              <a:path w="5674732" h="2321106">
                <a:moveTo>
                  <a:pt x="99111" y="0"/>
                </a:moveTo>
                <a:lnTo>
                  <a:pt x="5575620" y="0"/>
                </a:lnTo>
                <a:cubicBezTo>
                  <a:pt x="5630358" y="0"/>
                  <a:pt x="5674732" y="44374"/>
                  <a:pt x="5674732" y="99111"/>
                </a:cubicBezTo>
                <a:lnTo>
                  <a:pt x="5674732" y="2221994"/>
                </a:lnTo>
                <a:cubicBezTo>
                  <a:pt x="5674732" y="2276732"/>
                  <a:pt x="5630358" y="2321106"/>
                  <a:pt x="5575620" y="2321106"/>
                </a:cubicBezTo>
                <a:lnTo>
                  <a:pt x="99111" y="2321106"/>
                </a:lnTo>
                <a:cubicBezTo>
                  <a:pt x="44374" y="2321106"/>
                  <a:pt x="0" y="2276732"/>
                  <a:pt x="0" y="2221994"/>
                </a:cubicBezTo>
                <a:lnTo>
                  <a:pt x="0" y="99111"/>
                </a:lnTo>
                <a:cubicBezTo>
                  <a:pt x="0" y="44410"/>
                  <a:pt x="44410" y="0"/>
                  <a:pt x="99111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19300" y="3353626"/>
            <a:ext cx="185854" cy="148683"/>
          </a:xfrm>
          <a:custGeom>
            <a:avLst/>
            <a:gdLst/>
            <a:ahLst/>
            <a:cxnLst/>
            <a:rect l="l" t="t" r="r" b="b"/>
            <a:pathLst>
              <a:path w="185854" h="148683">
                <a:moveTo>
                  <a:pt x="102220" y="0"/>
                </a:moveTo>
                <a:cubicBezTo>
                  <a:pt x="102220" y="-5140"/>
                  <a:pt x="98067" y="-9293"/>
                  <a:pt x="92927" y="-9293"/>
                </a:cubicBezTo>
                <a:cubicBezTo>
                  <a:pt x="87787" y="-9293"/>
                  <a:pt x="83634" y="-5140"/>
                  <a:pt x="83634" y="0"/>
                </a:cubicBezTo>
                <a:lnTo>
                  <a:pt x="83634" y="18585"/>
                </a:lnTo>
                <a:lnTo>
                  <a:pt x="55756" y="18585"/>
                </a:lnTo>
                <a:cubicBezTo>
                  <a:pt x="40365" y="18585"/>
                  <a:pt x="27878" y="31072"/>
                  <a:pt x="27878" y="46463"/>
                </a:cubicBezTo>
                <a:lnTo>
                  <a:pt x="27878" y="111512"/>
                </a:lnTo>
                <a:cubicBezTo>
                  <a:pt x="27878" y="126903"/>
                  <a:pt x="40365" y="139390"/>
                  <a:pt x="55756" y="139390"/>
                </a:cubicBezTo>
                <a:lnTo>
                  <a:pt x="130098" y="139390"/>
                </a:lnTo>
                <a:cubicBezTo>
                  <a:pt x="145489" y="139390"/>
                  <a:pt x="157976" y="126903"/>
                  <a:pt x="157976" y="111512"/>
                </a:cubicBezTo>
                <a:lnTo>
                  <a:pt x="157976" y="46463"/>
                </a:lnTo>
                <a:cubicBezTo>
                  <a:pt x="157976" y="31072"/>
                  <a:pt x="145489" y="18585"/>
                  <a:pt x="130098" y="18585"/>
                </a:cubicBezTo>
                <a:lnTo>
                  <a:pt x="102220" y="18585"/>
                </a:lnTo>
                <a:lnTo>
                  <a:pt x="102220" y="0"/>
                </a:lnTo>
                <a:close/>
                <a:moveTo>
                  <a:pt x="46463" y="106866"/>
                </a:moveTo>
                <a:cubicBezTo>
                  <a:pt x="46463" y="103004"/>
                  <a:pt x="49571" y="99896"/>
                  <a:pt x="53433" y="99896"/>
                </a:cubicBezTo>
                <a:lnTo>
                  <a:pt x="62726" y="99896"/>
                </a:lnTo>
                <a:cubicBezTo>
                  <a:pt x="66588" y="99896"/>
                  <a:pt x="69695" y="103004"/>
                  <a:pt x="69695" y="106866"/>
                </a:cubicBezTo>
                <a:cubicBezTo>
                  <a:pt x="69695" y="110728"/>
                  <a:pt x="66588" y="113835"/>
                  <a:pt x="62726" y="113835"/>
                </a:cubicBezTo>
                <a:lnTo>
                  <a:pt x="53433" y="113835"/>
                </a:lnTo>
                <a:cubicBezTo>
                  <a:pt x="49571" y="113835"/>
                  <a:pt x="46463" y="110728"/>
                  <a:pt x="46463" y="106866"/>
                </a:cubicBezTo>
                <a:close/>
                <a:moveTo>
                  <a:pt x="81311" y="106866"/>
                </a:moveTo>
                <a:cubicBezTo>
                  <a:pt x="81311" y="103004"/>
                  <a:pt x="84418" y="99896"/>
                  <a:pt x="88280" y="99896"/>
                </a:cubicBezTo>
                <a:lnTo>
                  <a:pt x="97573" y="99896"/>
                </a:lnTo>
                <a:cubicBezTo>
                  <a:pt x="101435" y="99896"/>
                  <a:pt x="104543" y="103004"/>
                  <a:pt x="104543" y="106866"/>
                </a:cubicBezTo>
                <a:cubicBezTo>
                  <a:pt x="104543" y="110728"/>
                  <a:pt x="101435" y="113835"/>
                  <a:pt x="97573" y="113835"/>
                </a:cubicBezTo>
                <a:lnTo>
                  <a:pt x="88280" y="113835"/>
                </a:lnTo>
                <a:cubicBezTo>
                  <a:pt x="84418" y="113835"/>
                  <a:pt x="81311" y="110728"/>
                  <a:pt x="81311" y="106866"/>
                </a:cubicBezTo>
                <a:close/>
                <a:moveTo>
                  <a:pt x="116159" y="106866"/>
                </a:moveTo>
                <a:cubicBezTo>
                  <a:pt x="116159" y="103004"/>
                  <a:pt x="119266" y="99896"/>
                  <a:pt x="123128" y="99896"/>
                </a:cubicBezTo>
                <a:lnTo>
                  <a:pt x="132421" y="99896"/>
                </a:lnTo>
                <a:cubicBezTo>
                  <a:pt x="136283" y="99896"/>
                  <a:pt x="139390" y="103004"/>
                  <a:pt x="139390" y="106866"/>
                </a:cubicBezTo>
                <a:cubicBezTo>
                  <a:pt x="139390" y="110728"/>
                  <a:pt x="136283" y="113835"/>
                  <a:pt x="132421" y="113835"/>
                </a:cubicBezTo>
                <a:lnTo>
                  <a:pt x="123128" y="113835"/>
                </a:lnTo>
                <a:cubicBezTo>
                  <a:pt x="119266" y="113835"/>
                  <a:pt x="116159" y="110728"/>
                  <a:pt x="116159" y="106866"/>
                </a:cubicBezTo>
                <a:close/>
                <a:moveTo>
                  <a:pt x="65049" y="51110"/>
                </a:moveTo>
                <a:cubicBezTo>
                  <a:pt x="72742" y="51110"/>
                  <a:pt x="78988" y="57356"/>
                  <a:pt x="78988" y="65049"/>
                </a:cubicBezTo>
                <a:cubicBezTo>
                  <a:pt x="78988" y="72742"/>
                  <a:pt x="72742" y="78988"/>
                  <a:pt x="65049" y="78988"/>
                </a:cubicBezTo>
                <a:cubicBezTo>
                  <a:pt x="57356" y="78988"/>
                  <a:pt x="51110" y="72742"/>
                  <a:pt x="51110" y="65049"/>
                </a:cubicBezTo>
                <a:cubicBezTo>
                  <a:pt x="51110" y="57356"/>
                  <a:pt x="57356" y="51110"/>
                  <a:pt x="65049" y="51110"/>
                </a:cubicBezTo>
                <a:close/>
                <a:moveTo>
                  <a:pt x="106866" y="65049"/>
                </a:moveTo>
                <a:cubicBezTo>
                  <a:pt x="106866" y="57356"/>
                  <a:pt x="113112" y="51110"/>
                  <a:pt x="120805" y="51110"/>
                </a:cubicBezTo>
                <a:cubicBezTo>
                  <a:pt x="128498" y="51110"/>
                  <a:pt x="134744" y="57356"/>
                  <a:pt x="134744" y="65049"/>
                </a:cubicBezTo>
                <a:cubicBezTo>
                  <a:pt x="134744" y="72742"/>
                  <a:pt x="128498" y="78988"/>
                  <a:pt x="120805" y="78988"/>
                </a:cubicBezTo>
                <a:cubicBezTo>
                  <a:pt x="113112" y="78988"/>
                  <a:pt x="106866" y="72742"/>
                  <a:pt x="106866" y="65049"/>
                </a:cubicBezTo>
                <a:close/>
                <a:moveTo>
                  <a:pt x="18585" y="65049"/>
                </a:moveTo>
                <a:cubicBezTo>
                  <a:pt x="18585" y="59909"/>
                  <a:pt x="14433" y="55756"/>
                  <a:pt x="9293" y="55756"/>
                </a:cubicBezTo>
                <a:cubicBezTo>
                  <a:pt x="4153" y="55756"/>
                  <a:pt x="0" y="59909"/>
                  <a:pt x="0" y="65049"/>
                </a:cubicBezTo>
                <a:lnTo>
                  <a:pt x="0" y="92927"/>
                </a:lnTo>
                <a:cubicBezTo>
                  <a:pt x="0" y="98067"/>
                  <a:pt x="4153" y="102220"/>
                  <a:pt x="9293" y="102220"/>
                </a:cubicBezTo>
                <a:cubicBezTo>
                  <a:pt x="14433" y="102220"/>
                  <a:pt x="18585" y="98067"/>
                  <a:pt x="18585" y="92927"/>
                </a:cubicBezTo>
                <a:lnTo>
                  <a:pt x="18585" y="65049"/>
                </a:lnTo>
                <a:close/>
                <a:moveTo>
                  <a:pt x="176561" y="55756"/>
                </a:moveTo>
                <a:cubicBezTo>
                  <a:pt x="171421" y="55756"/>
                  <a:pt x="167268" y="59909"/>
                  <a:pt x="167268" y="65049"/>
                </a:cubicBezTo>
                <a:lnTo>
                  <a:pt x="167268" y="92927"/>
                </a:lnTo>
                <a:cubicBezTo>
                  <a:pt x="167268" y="98067"/>
                  <a:pt x="171421" y="102220"/>
                  <a:pt x="176561" y="102220"/>
                </a:cubicBezTo>
                <a:cubicBezTo>
                  <a:pt x="181701" y="102220"/>
                  <a:pt x="185854" y="98067"/>
                  <a:pt x="185854" y="92927"/>
                </a:cubicBezTo>
                <a:lnTo>
                  <a:pt x="185854" y="65049"/>
                </a:lnTo>
                <a:cubicBezTo>
                  <a:pt x="185854" y="59909"/>
                  <a:pt x="181701" y="55756"/>
                  <a:pt x="176561" y="5575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8" name="Text 36"/>
          <p:cNvSpPr/>
          <p:nvPr/>
        </p:nvSpPr>
        <p:spPr>
          <a:xfrm>
            <a:off x="6507218" y="3312325"/>
            <a:ext cx="5286504" cy="23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Tables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17235" y="3642732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6416357" y="3741854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tutor_sessions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416357" y="3940098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FK student_id, subject, topic, mode, start_time, end_time, xp_earned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17235" y="4237463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6416357" y="4336585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tutor_messages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16357" y="4534829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FK session_id, role (user/ai), content, timestamp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17235" y="4832195"/>
            <a:ext cx="5402146" cy="528650"/>
          </a:xfrm>
          <a:custGeom>
            <a:avLst/>
            <a:gdLst/>
            <a:ahLst/>
            <a:cxnLst/>
            <a:rect l="l" t="t" r="r" b="b"/>
            <a:pathLst>
              <a:path w="5402146" h="528650">
                <a:moveTo>
                  <a:pt x="66081" y="0"/>
                </a:moveTo>
                <a:lnTo>
                  <a:pt x="5336065" y="0"/>
                </a:lnTo>
                <a:cubicBezTo>
                  <a:pt x="5372561" y="0"/>
                  <a:pt x="5402146" y="29586"/>
                  <a:pt x="5402146" y="66081"/>
                </a:cubicBezTo>
                <a:lnTo>
                  <a:pt x="5402146" y="462569"/>
                </a:lnTo>
                <a:cubicBezTo>
                  <a:pt x="5402146" y="499065"/>
                  <a:pt x="5372561" y="528650"/>
                  <a:pt x="5336065" y="528650"/>
                </a:cubicBezTo>
                <a:lnTo>
                  <a:pt x="66081" y="528650"/>
                </a:lnTo>
                <a:cubicBezTo>
                  <a:pt x="29610" y="528650"/>
                  <a:pt x="0" y="499040"/>
                  <a:pt x="0" y="462569"/>
                </a:cubicBezTo>
                <a:lnTo>
                  <a:pt x="0" y="66081"/>
                </a:lnTo>
                <a:cubicBezTo>
                  <a:pt x="0" y="29610"/>
                  <a:pt x="29610" y="0"/>
                  <a:pt x="6608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6416357" y="4931317"/>
            <a:ext cx="5261724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ai_conversations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416357" y="5129561"/>
            <a:ext cx="5253463" cy="132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80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PK id (UUID), FK student_id, prompt, response, model_used, created_at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334537" y="5637561"/>
            <a:ext cx="2775415" cy="602992"/>
          </a:xfrm>
          <a:custGeom>
            <a:avLst/>
            <a:gdLst/>
            <a:ahLst/>
            <a:cxnLst/>
            <a:rect l="l" t="t" r="r" b="b"/>
            <a:pathLst>
              <a:path w="2775415" h="602992">
                <a:moveTo>
                  <a:pt x="66082" y="0"/>
                </a:moveTo>
                <a:lnTo>
                  <a:pt x="2709333" y="0"/>
                </a:lnTo>
                <a:cubicBezTo>
                  <a:pt x="2745829" y="0"/>
                  <a:pt x="2775415" y="29586"/>
                  <a:pt x="2775415" y="66082"/>
                </a:cubicBezTo>
                <a:lnTo>
                  <a:pt x="2775415" y="536910"/>
                </a:lnTo>
                <a:cubicBezTo>
                  <a:pt x="2775415" y="573406"/>
                  <a:pt x="2745829" y="602992"/>
                  <a:pt x="2709333" y="602992"/>
                </a:cubicBezTo>
                <a:lnTo>
                  <a:pt x="66082" y="602992"/>
                </a:lnTo>
                <a:cubicBezTo>
                  <a:pt x="29586" y="602992"/>
                  <a:pt x="0" y="573406"/>
                  <a:pt x="0" y="536910"/>
                </a:cubicBezTo>
                <a:lnTo>
                  <a:pt x="0" y="66082"/>
                </a:lnTo>
                <a:cubicBezTo>
                  <a:pt x="0" y="29586"/>
                  <a:pt x="29586" y="0"/>
                  <a:pt x="6608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639092" y="5740813"/>
            <a:ext cx="165203" cy="165203"/>
          </a:xfrm>
          <a:custGeom>
            <a:avLst/>
            <a:gdLst/>
            <a:ahLst/>
            <a:cxnLst/>
            <a:rect l="l" t="t" r="r" b="b"/>
            <a:pathLst>
              <a:path w="165203" h="165203">
                <a:moveTo>
                  <a:pt x="82602" y="0"/>
                </a:moveTo>
                <a:cubicBezTo>
                  <a:pt x="84086" y="0"/>
                  <a:pt x="85570" y="323"/>
                  <a:pt x="86925" y="936"/>
                </a:cubicBezTo>
                <a:lnTo>
                  <a:pt x="147715" y="26716"/>
                </a:lnTo>
                <a:cubicBezTo>
                  <a:pt x="154814" y="29717"/>
                  <a:pt x="160105" y="36719"/>
                  <a:pt x="160073" y="45173"/>
                </a:cubicBezTo>
                <a:cubicBezTo>
                  <a:pt x="159912" y="77181"/>
                  <a:pt x="146747" y="135744"/>
                  <a:pt x="91152" y="162364"/>
                </a:cubicBezTo>
                <a:cubicBezTo>
                  <a:pt x="85764" y="164945"/>
                  <a:pt x="79504" y="164945"/>
                  <a:pt x="74116" y="162364"/>
                </a:cubicBezTo>
                <a:cubicBezTo>
                  <a:pt x="18489" y="135744"/>
                  <a:pt x="5356" y="77181"/>
                  <a:pt x="5195" y="45173"/>
                </a:cubicBezTo>
                <a:cubicBezTo>
                  <a:pt x="5163" y="36719"/>
                  <a:pt x="10454" y="29717"/>
                  <a:pt x="17553" y="26716"/>
                </a:cubicBezTo>
                <a:lnTo>
                  <a:pt x="78310" y="936"/>
                </a:lnTo>
                <a:cubicBezTo>
                  <a:pt x="79665" y="323"/>
                  <a:pt x="81117" y="0"/>
                  <a:pt x="82602" y="0"/>
                </a:cubicBezTo>
                <a:close/>
                <a:moveTo>
                  <a:pt x="82602" y="21554"/>
                </a:moveTo>
                <a:lnTo>
                  <a:pt x="82602" y="143553"/>
                </a:lnTo>
                <a:cubicBezTo>
                  <a:pt x="127129" y="121999"/>
                  <a:pt x="139100" y="74245"/>
                  <a:pt x="139390" y="45657"/>
                </a:cubicBezTo>
                <a:lnTo>
                  <a:pt x="82602" y="21586"/>
                </a:lnTo>
                <a:lnTo>
                  <a:pt x="82602" y="2158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0" name="Text 48"/>
          <p:cNvSpPr/>
          <p:nvPr/>
        </p:nvSpPr>
        <p:spPr>
          <a:xfrm>
            <a:off x="408878" y="5972098"/>
            <a:ext cx="2626732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Row-Level Security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3249410" y="5637561"/>
            <a:ext cx="2775415" cy="602992"/>
          </a:xfrm>
          <a:custGeom>
            <a:avLst/>
            <a:gdLst/>
            <a:ahLst/>
            <a:cxnLst/>
            <a:rect l="l" t="t" r="r" b="b"/>
            <a:pathLst>
              <a:path w="2775415" h="602992">
                <a:moveTo>
                  <a:pt x="66082" y="0"/>
                </a:moveTo>
                <a:lnTo>
                  <a:pt x="2709333" y="0"/>
                </a:lnTo>
                <a:cubicBezTo>
                  <a:pt x="2745829" y="0"/>
                  <a:pt x="2775415" y="29586"/>
                  <a:pt x="2775415" y="66082"/>
                </a:cubicBezTo>
                <a:lnTo>
                  <a:pt x="2775415" y="536910"/>
                </a:lnTo>
                <a:cubicBezTo>
                  <a:pt x="2775415" y="573406"/>
                  <a:pt x="2745829" y="602992"/>
                  <a:pt x="2709333" y="602992"/>
                </a:cubicBezTo>
                <a:lnTo>
                  <a:pt x="66082" y="602992"/>
                </a:lnTo>
                <a:cubicBezTo>
                  <a:pt x="29586" y="602992"/>
                  <a:pt x="0" y="573406"/>
                  <a:pt x="0" y="536910"/>
                </a:cubicBezTo>
                <a:lnTo>
                  <a:pt x="0" y="66082"/>
                </a:lnTo>
                <a:cubicBezTo>
                  <a:pt x="0" y="29586"/>
                  <a:pt x="29586" y="0"/>
                  <a:pt x="6608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64290" y="5740813"/>
            <a:ext cx="144553" cy="165203"/>
          </a:xfrm>
          <a:custGeom>
            <a:avLst/>
            <a:gdLst/>
            <a:ahLst/>
            <a:cxnLst/>
            <a:rect l="l" t="t" r="r" b="b"/>
            <a:pathLst>
              <a:path w="144553" h="165203">
                <a:moveTo>
                  <a:pt x="20650" y="10325"/>
                </a:moveTo>
                <a:cubicBezTo>
                  <a:pt x="9260" y="10325"/>
                  <a:pt x="0" y="19586"/>
                  <a:pt x="0" y="30976"/>
                </a:cubicBezTo>
                <a:lnTo>
                  <a:pt x="0" y="134228"/>
                </a:lnTo>
                <a:cubicBezTo>
                  <a:pt x="0" y="145618"/>
                  <a:pt x="9260" y="154878"/>
                  <a:pt x="20650" y="154878"/>
                </a:cubicBezTo>
                <a:lnTo>
                  <a:pt x="123902" y="154878"/>
                </a:lnTo>
                <a:cubicBezTo>
                  <a:pt x="135292" y="154878"/>
                  <a:pt x="144553" y="145618"/>
                  <a:pt x="144553" y="134228"/>
                </a:cubicBezTo>
                <a:lnTo>
                  <a:pt x="144553" y="55917"/>
                </a:lnTo>
                <a:cubicBezTo>
                  <a:pt x="144553" y="50432"/>
                  <a:pt x="142391" y="45173"/>
                  <a:pt x="138519" y="41301"/>
                </a:cubicBezTo>
                <a:lnTo>
                  <a:pt x="113577" y="16359"/>
                </a:lnTo>
                <a:cubicBezTo>
                  <a:pt x="109705" y="12487"/>
                  <a:pt x="104446" y="10325"/>
                  <a:pt x="98961" y="10325"/>
                </a:cubicBezTo>
                <a:lnTo>
                  <a:pt x="20650" y="10325"/>
                </a:lnTo>
                <a:close/>
                <a:moveTo>
                  <a:pt x="30976" y="41301"/>
                </a:moveTo>
                <a:cubicBezTo>
                  <a:pt x="30976" y="35590"/>
                  <a:pt x="35590" y="30976"/>
                  <a:pt x="41301" y="30976"/>
                </a:cubicBezTo>
                <a:lnTo>
                  <a:pt x="92927" y="30976"/>
                </a:lnTo>
                <a:cubicBezTo>
                  <a:pt x="98638" y="30976"/>
                  <a:pt x="103252" y="35590"/>
                  <a:pt x="103252" y="41301"/>
                </a:cubicBezTo>
                <a:lnTo>
                  <a:pt x="103252" y="61951"/>
                </a:lnTo>
                <a:cubicBezTo>
                  <a:pt x="103252" y="67662"/>
                  <a:pt x="98638" y="72276"/>
                  <a:pt x="92927" y="72276"/>
                </a:cubicBezTo>
                <a:lnTo>
                  <a:pt x="41301" y="72276"/>
                </a:lnTo>
                <a:cubicBezTo>
                  <a:pt x="35590" y="72276"/>
                  <a:pt x="30976" y="67662"/>
                  <a:pt x="30976" y="61951"/>
                </a:cubicBezTo>
                <a:lnTo>
                  <a:pt x="30976" y="41301"/>
                </a:lnTo>
                <a:close/>
                <a:moveTo>
                  <a:pt x="72276" y="92927"/>
                </a:moveTo>
                <a:cubicBezTo>
                  <a:pt x="83674" y="92927"/>
                  <a:pt x="92927" y="102180"/>
                  <a:pt x="92927" y="113577"/>
                </a:cubicBezTo>
                <a:cubicBezTo>
                  <a:pt x="92927" y="124975"/>
                  <a:pt x="83674" y="134228"/>
                  <a:pt x="72276" y="134228"/>
                </a:cubicBezTo>
                <a:cubicBezTo>
                  <a:pt x="60879" y="134228"/>
                  <a:pt x="51626" y="124975"/>
                  <a:pt x="51626" y="113577"/>
                </a:cubicBezTo>
                <a:cubicBezTo>
                  <a:pt x="51626" y="102180"/>
                  <a:pt x="60879" y="92927"/>
                  <a:pt x="72276" y="92927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3" name="Text 51"/>
          <p:cNvSpPr/>
          <p:nvPr/>
        </p:nvSpPr>
        <p:spPr>
          <a:xfrm>
            <a:off x="3323752" y="5972098"/>
            <a:ext cx="2626732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Automated Backups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164284" y="5637561"/>
            <a:ext cx="2775415" cy="602992"/>
          </a:xfrm>
          <a:custGeom>
            <a:avLst/>
            <a:gdLst/>
            <a:ahLst/>
            <a:cxnLst/>
            <a:rect l="l" t="t" r="r" b="b"/>
            <a:pathLst>
              <a:path w="2775415" h="602992">
                <a:moveTo>
                  <a:pt x="66082" y="0"/>
                </a:moveTo>
                <a:lnTo>
                  <a:pt x="2709333" y="0"/>
                </a:lnTo>
                <a:cubicBezTo>
                  <a:pt x="2745829" y="0"/>
                  <a:pt x="2775415" y="29586"/>
                  <a:pt x="2775415" y="66082"/>
                </a:cubicBezTo>
                <a:lnTo>
                  <a:pt x="2775415" y="536910"/>
                </a:lnTo>
                <a:cubicBezTo>
                  <a:pt x="2775415" y="573406"/>
                  <a:pt x="2745829" y="602992"/>
                  <a:pt x="2709333" y="602992"/>
                </a:cubicBezTo>
                <a:lnTo>
                  <a:pt x="66082" y="602992"/>
                </a:lnTo>
                <a:cubicBezTo>
                  <a:pt x="29586" y="602992"/>
                  <a:pt x="0" y="573406"/>
                  <a:pt x="0" y="536910"/>
                </a:cubicBezTo>
                <a:lnTo>
                  <a:pt x="0" y="66082"/>
                </a:lnTo>
                <a:cubicBezTo>
                  <a:pt x="0" y="29586"/>
                  <a:pt x="29586" y="0"/>
                  <a:pt x="6608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468839" y="5740813"/>
            <a:ext cx="165203" cy="165203"/>
          </a:xfrm>
          <a:custGeom>
            <a:avLst/>
            <a:gdLst/>
            <a:ahLst/>
            <a:cxnLst/>
            <a:rect l="l" t="t" r="r" b="b"/>
            <a:pathLst>
              <a:path w="165203" h="165203">
                <a:moveTo>
                  <a:pt x="0" y="82602"/>
                </a:moveTo>
                <a:cubicBezTo>
                  <a:pt x="0" y="37013"/>
                  <a:pt x="37013" y="0"/>
                  <a:pt x="82602" y="0"/>
                </a:cubicBezTo>
                <a:cubicBezTo>
                  <a:pt x="128191" y="0"/>
                  <a:pt x="165203" y="37013"/>
                  <a:pt x="165203" y="82602"/>
                </a:cubicBezTo>
                <a:cubicBezTo>
                  <a:pt x="165203" y="128191"/>
                  <a:pt x="128191" y="165203"/>
                  <a:pt x="82602" y="165203"/>
                </a:cubicBezTo>
                <a:cubicBezTo>
                  <a:pt x="37013" y="165203"/>
                  <a:pt x="0" y="128191"/>
                  <a:pt x="0" y="82602"/>
                </a:cubicBezTo>
                <a:close/>
                <a:moveTo>
                  <a:pt x="92927" y="30976"/>
                </a:moveTo>
                <a:cubicBezTo>
                  <a:pt x="92927" y="25277"/>
                  <a:pt x="88300" y="20650"/>
                  <a:pt x="82602" y="20650"/>
                </a:cubicBezTo>
                <a:cubicBezTo>
                  <a:pt x="76903" y="20650"/>
                  <a:pt x="72276" y="25277"/>
                  <a:pt x="72276" y="30976"/>
                </a:cubicBezTo>
                <a:cubicBezTo>
                  <a:pt x="72276" y="36674"/>
                  <a:pt x="76903" y="41301"/>
                  <a:pt x="82602" y="41301"/>
                </a:cubicBezTo>
                <a:cubicBezTo>
                  <a:pt x="88300" y="41301"/>
                  <a:pt x="92927" y="36674"/>
                  <a:pt x="92927" y="30976"/>
                </a:cubicBezTo>
                <a:close/>
                <a:moveTo>
                  <a:pt x="82602" y="134228"/>
                </a:moveTo>
                <a:cubicBezTo>
                  <a:pt x="93992" y="134228"/>
                  <a:pt x="103252" y="124967"/>
                  <a:pt x="103252" y="113577"/>
                </a:cubicBezTo>
                <a:cubicBezTo>
                  <a:pt x="103252" y="108350"/>
                  <a:pt x="101316" y="103542"/>
                  <a:pt x="98089" y="99929"/>
                </a:cubicBezTo>
                <a:lnTo>
                  <a:pt x="120514" y="55111"/>
                </a:lnTo>
                <a:cubicBezTo>
                  <a:pt x="122418" y="51271"/>
                  <a:pt x="120869" y="46625"/>
                  <a:pt x="117062" y="44721"/>
                </a:cubicBezTo>
                <a:cubicBezTo>
                  <a:pt x="113255" y="42817"/>
                  <a:pt x="108576" y="44366"/>
                  <a:pt x="106672" y="48174"/>
                </a:cubicBezTo>
                <a:lnTo>
                  <a:pt x="84247" y="92991"/>
                </a:lnTo>
                <a:cubicBezTo>
                  <a:pt x="83699" y="92959"/>
                  <a:pt x="83150" y="92927"/>
                  <a:pt x="82602" y="92927"/>
                </a:cubicBezTo>
                <a:cubicBezTo>
                  <a:pt x="71212" y="92927"/>
                  <a:pt x="61951" y="102187"/>
                  <a:pt x="61951" y="113577"/>
                </a:cubicBezTo>
                <a:cubicBezTo>
                  <a:pt x="61951" y="124967"/>
                  <a:pt x="71212" y="134228"/>
                  <a:pt x="82602" y="134228"/>
                </a:cubicBezTo>
                <a:close/>
                <a:moveTo>
                  <a:pt x="56789" y="46463"/>
                </a:moveTo>
                <a:cubicBezTo>
                  <a:pt x="56789" y="40765"/>
                  <a:pt x="52162" y="36138"/>
                  <a:pt x="46463" y="36138"/>
                </a:cubicBezTo>
                <a:cubicBezTo>
                  <a:pt x="40765" y="36138"/>
                  <a:pt x="36138" y="40765"/>
                  <a:pt x="36138" y="46463"/>
                </a:cubicBezTo>
                <a:cubicBezTo>
                  <a:pt x="36138" y="52162"/>
                  <a:pt x="40765" y="56789"/>
                  <a:pt x="46463" y="56789"/>
                </a:cubicBezTo>
                <a:cubicBezTo>
                  <a:pt x="52162" y="56789"/>
                  <a:pt x="56789" y="52162"/>
                  <a:pt x="56789" y="46463"/>
                </a:cubicBezTo>
                <a:close/>
                <a:moveTo>
                  <a:pt x="30976" y="92927"/>
                </a:moveTo>
                <a:cubicBezTo>
                  <a:pt x="36674" y="92927"/>
                  <a:pt x="41301" y="88300"/>
                  <a:pt x="41301" y="82602"/>
                </a:cubicBezTo>
                <a:cubicBezTo>
                  <a:pt x="41301" y="76903"/>
                  <a:pt x="36674" y="72276"/>
                  <a:pt x="30976" y="72276"/>
                </a:cubicBezTo>
                <a:cubicBezTo>
                  <a:pt x="25277" y="72276"/>
                  <a:pt x="20650" y="76903"/>
                  <a:pt x="20650" y="82602"/>
                </a:cubicBezTo>
                <a:cubicBezTo>
                  <a:pt x="20650" y="88300"/>
                  <a:pt x="25277" y="92927"/>
                  <a:pt x="30976" y="92927"/>
                </a:cubicBezTo>
                <a:close/>
                <a:moveTo>
                  <a:pt x="144553" y="82602"/>
                </a:moveTo>
                <a:cubicBezTo>
                  <a:pt x="144553" y="76903"/>
                  <a:pt x="139926" y="72276"/>
                  <a:pt x="134228" y="72276"/>
                </a:cubicBezTo>
                <a:cubicBezTo>
                  <a:pt x="128529" y="72276"/>
                  <a:pt x="123902" y="76903"/>
                  <a:pt x="123902" y="82602"/>
                </a:cubicBezTo>
                <a:cubicBezTo>
                  <a:pt x="123902" y="88300"/>
                  <a:pt x="128529" y="92927"/>
                  <a:pt x="134228" y="92927"/>
                </a:cubicBezTo>
                <a:cubicBezTo>
                  <a:pt x="139926" y="92927"/>
                  <a:pt x="144553" y="88300"/>
                  <a:pt x="144553" y="82602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6" name="Text 54"/>
          <p:cNvSpPr/>
          <p:nvPr/>
        </p:nvSpPr>
        <p:spPr>
          <a:xfrm>
            <a:off x="6238625" y="5972098"/>
            <a:ext cx="2626732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Performance Indexes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9079158" y="5637561"/>
            <a:ext cx="2775415" cy="602992"/>
          </a:xfrm>
          <a:custGeom>
            <a:avLst/>
            <a:gdLst/>
            <a:ahLst/>
            <a:cxnLst/>
            <a:rect l="l" t="t" r="r" b="b"/>
            <a:pathLst>
              <a:path w="2775415" h="602992">
                <a:moveTo>
                  <a:pt x="66082" y="0"/>
                </a:moveTo>
                <a:lnTo>
                  <a:pt x="2709333" y="0"/>
                </a:lnTo>
                <a:cubicBezTo>
                  <a:pt x="2745829" y="0"/>
                  <a:pt x="2775415" y="29586"/>
                  <a:pt x="2775415" y="66082"/>
                </a:cubicBezTo>
                <a:lnTo>
                  <a:pt x="2775415" y="536910"/>
                </a:lnTo>
                <a:cubicBezTo>
                  <a:pt x="2775415" y="573406"/>
                  <a:pt x="2745829" y="602992"/>
                  <a:pt x="2709333" y="602992"/>
                </a:cubicBezTo>
                <a:lnTo>
                  <a:pt x="66082" y="602992"/>
                </a:lnTo>
                <a:cubicBezTo>
                  <a:pt x="29586" y="602992"/>
                  <a:pt x="0" y="573406"/>
                  <a:pt x="0" y="536910"/>
                </a:cubicBezTo>
                <a:lnTo>
                  <a:pt x="0" y="66082"/>
                </a:lnTo>
                <a:cubicBezTo>
                  <a:pt x="0" y="29586"/>
                  <a:pt x="29586" y="0"/>
                  <a:pt x="6608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83713" y="5740813"/>
            <a:ext cx="165203" cy="165203"/>
          </a:xfrm>
          <a:custGeom>
            <a:avLst/>
            <a:gdLst/>
            <a:ahLst/>
            <a:cxnLst/>
            <a:rect l="l" t="t" r="r" b="b"/>
            <a:pathLst>
              <a:path w="165203" h="165203">
                <a:moveTo>
                  <a:pt x="108415" y="113577"/>
                </a:moveTo>
                <a:cubicBezTo>
                  <a:pt x="139777" y="113577"/>
                  <a:pt x="165203" y="88151"/>
                  <a:pt x="165203" y="56789"/>
                </a:cubicBezTo>
                <a:cubicBezTo>
                  <a:pt x="165203" y="25426"/>
                  <a:pt x="139777" y="0"/>
                  <a:pt x="108415" y="0"/>
                </a:cubicBezTo>
                <a:cubicBezTo>
                  <a:pt x="77052" y="0"/>
                  <a:pt x="51626" y="25426"/>
                  <a:pt x="51626" y="56789"/>
                </a:cubicBezTo>
                <a:cubicBezTo>
                  <a:pt x="51626" y="62822"/>
                  <a:pt x="52562" y="68663"/>
                  <a:pt x="54304" y="74116"/>
                </a:cubicBezTo>
                <a:lnTo>
                  <a:pt x="2259" y="126161"/>
                </a:lnTo>
                <a:cubicBezTo>
                  <a:pt x="807" y="127613"/>
                  <a:pt x="0" y="129581"/>
                  <a:pt x="0" y="131646"/>
                </a:cubicBezTo>
                <a:lnTo>
                  <a:pt x="0" y="157459"/>
                </a:lnTo>
                <a:cubicBezTo>
                  <a:pt x="0" y="161751"/>
                  <a:pt x="3452" y="165203"/>
                  <a:pt x="7744" y="165203"/>
                </a:cubicBezTo>
                <a:lnTo>
                  <a:pt x="33557" y="165203"/>
                </a:lnTo>
                <a:cubicBezTo>
                  <a:pt x="37848" y="165203"/>
                  <a:pt x="41301" y="161751"/>
                  <a:pt x="41301" y="157459"/>
                </a:cubicBezTo>
                <a:lnTo>
                  <a:pt x="41301" y="144553"/>
                </a:lnTo>
                <a:lnTo>
                  <a:pt x="54207" y="144553"/>
                </a:lnTo>
                <a:cubicBezTo>
                  <a:pt x="58499" y="144553"/>
                  <a:pt x="61951" y="141100"/>
                  <a:pt x="61951" y="136809"/>
                </a:cubicBezTo>
                <a:lnTo>
                  <a:pt x="61951" y="123902"/>
                </a:lnTo>
                <a:lnTo>
                  <a:pt x="74858" y="123902"/>
                </a:lnTo>
                <a:cubicBezTo>
                  <a:pt x="76923" y="123902"/>
                  <a:pt x="78891" y="123096"/>
                  <a:pt x="80343" y="121644"/>
                </a:cubicBezTo>
                <a:lnTo>
                  <a:pt x="91088" y="110899"/>
                </a:lnTo>
                <a:cubicBezTo>
                  <a:pt x="96541" y="112642"/>
                  <a:pt x="102381" y="113577"/>
                  <a:pt x="108415" y="113577"/>
                </a:cubicBezTo>
                <a:close/>
                <a:moveTo>
                  <a:pt x="121321" y="30976"/>
                </a:moveTo>
                <a:cubicBezTo>
                  <a:pt x="128444" y="30976"/>
                  <a:pt x="134228" y="36759"/>
                  <a:pt x="134228" y="43882"/>
                </a:cubicBezTo>
                <a:cubicBezTo>
                  <a:pt x="134228" y="51005"/>
                  <a:pt x="128444" y="56789"/>
                  <a:pt x="121321" y="56789"/>
                </a:cubicBezTo>
                <a:cubicBezTo>
                  <a:pt x="114198" y="56789"/>
                  <a:pt x="108415" y="51005"/>
                  <a:pt x="108415" y="43882"/>
                </a:cubicBezTo>
                <a:cubicBezTo>
                  <a:pt x="108415" y="36759"/>
                  <a:pt x="114198" y="30976"/>
                  <a:pt x="121321" y="3097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9153499" y="5972098"/>
            <a:ext cx="2626732" cy="165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11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Foreign Key Constraints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334537" y="6380976"/>
            <a:ext cx="11522927" cy="470829"/>
          </a:xfrm>
          <a:custGeom>
            <a:avLst/>
            <a:gdLst/>
            <a:ahLst/>
            <a:cxnLst/>
            <a:rect l="l" t="t" r="r" b="b"/>
            <a:pathLst>
              <a:path w="11522927" h="470829">
                <a:moveTo>
                  <a:pt x="99124" y="0"/>
                </a:moveTo>
                <a:lnTo>
                  <a:pt x="11423803" y="0"/>
                </a:lnTo>
                <a:cubicBezTo>
                  <a:pt x="11478548" y="0"/>
                  <a:pt x="11522927" y="44379"/>
                  <a:pt x="11522927" y="99124"/>
                </a:cubicBezTo>
                <a:lnTo>
                  <a:pt x="11522927" y="371706"/>
                </a:lnTo>
                <a:cubicBezTo>
                  <a:pt x="11522927" y="426450"/>
                  <a:pt x="11478548" y="470829"/>
                  <a:pt x="11423803" y="470829"/>
                </a:cubicBezTo>
                <a:lnTo>
                  <a:pt x="99124" y="470829"/>
                </a:lnTo>
                <a:cubicBezTo>
                  <a:pt x="44379" y="470829"/>
                  <a:pt x="0" y="426450"/>
                  <a:pt x="0" y="371706"/>
                </a:cubicBezTo>
                <a:lnTo>
                  <a:pt x="0" y="99124"/>
                </a:lnTo>
                <a:cubicBezTo>
                  <a:pt x="0" y="44379"/>
                  <a:pt x="44379" y="0"/>
                  <a:pt x="9912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08000" y="6517268"/>
            <a:ext cx="173463" cy="198244"/>
          </a:xfrm>
          <a:custGeom>
            <a:avLst/>
            <a:gdLst/>
            <a:ahLst/>
            <a:cxnLst/>
            <a:rect l="l" t="t" r="r" b="b"/>
            <a:pathLst>
              <a:path w="173463" h="198244">
                <a:moveTo>
                  <a:pt x="173463" y="79685"/>
                </a:moveTo>
                <a:cubicBezTo>
                  <a:pt x="167733" y="83479"/>
                  <a:pt x="161151" y="86538"/>
                  <a:pt x="154297" y="88977"/>
                </a:cubicBezTo>
                <a:cubicBezTo>
                  <a:pt x="136099" y="95482"/>
                  <a:pt x="112209" y="99122"/>
                  <a:pt x="86732" y="99122"/>
                </a:cubicBezTo>
                <a:cubicBezTo>
                  <a:pt x="61254" y="99122"/>
                  <a:pt x="37326" y="95444"/>
                  <a:pt x="19166" y="88977"/>
                </a:cubicBezTo>
                <a:cubicBezTo>
                  <a:pt x="12352" y="86538"/>
                  <a:pt x="5730" y="83479"/>
                  <a:pt x="0" y="79685"/>
                </a:cubicBezTo>
                <a:lnTo>
                  <a:pt x="0" y="111512"/>
                </a:lnTo>
                <a:cubicBezTo>
                  <a:pt x="0" y="128626"/>
                  <a:pt x="38836" y="142488"/>
                  <a:pt x="86732" y="142488"/>
                </a:cubicBezTo>
                <a:cubicBezTo>
                  <a:pt x="134628" y="142488"/>
                  <a:pt x="173463" y="128626"/>
                  <a:pt x="173463" y="111512"/>
                </a:cubicBezTo>
                <a:lnTo>
                  <a:pt x="173463" y="79685"/>
                </a:lnTo>
                <a:close/>
                <a:moveTo>
                  <a:pt x="173463" y="49561"/>
                </a:moveTo>
                <a:lnTo>
                  <a:pt x="173463" y="30976"/>
                </a:lnTo>
                <a:cubicBezTo>
                  <a:pt x="173463" y="13862"/>
                  <a:pt x="134628" y="0"/>
                  <a:pt x="86732" y="0"/>
                </a:cubicBezTo>
                <a:cubicBezTo>
                  <a:pt x="38836" y="0"/>
                  <a:pt x="0" y="13862"/>
                  <a:pt x="0" y="30976"/>
                </a:cubicBezTo>
                <a:lnTo>
                  <a:pt x="0" y="49561"/>
                </a:lnTo>
                <a:cubicBezTo>
                  <a:pt x="0" y="66675"/>
                  <a:pt x="38836" y="80537"/>
                  <a:pt x="86732" y="80537"/>
                </a:cubicBezTo>
                <a:cubicBezTo>
                  <a:pt x="134628" y="80537"/>
                  <a:pt x="173463" y="66675"/>
                  <a:pt x="173463" y="49561"/>
                </a:cubicBezTo>
                <a:close/>
                <a:moveTo>
                  <a:pt x="154297" y="150929"/>
                </a:moveTo>
                <a:cubicBezTo>
                  <a:pt x="136138" y="157395"/>
                  <a:pt x="112248" y="161073"/>
                  <a:pt x="86732" y="161073"/>
                </a:cubicBezTo>
                <a:cubicBezTo>
                  <a:pt x="61216" y="161073"/>
                  <a:pt x="37326" y="157395"/>
                  <a:pt x="19166" y="150929"/>
                </a:cubicBezTo>
                <a:cubicBezTo>
                  <a:pt x="12352" y="148489"/>
                  <a:pt x="5730" y="145430"/>
                  <a:pt x="0" y="141636"/>
                </a:cubicBezTo>
                <a:lnTo>
                  <a:pt x="0" y="167268"/>
                </a:lnTo>
                <a:cubicBezTo>
                  <a:pt x="0" y="184382"/>
                  <a:pt x="38836" y="198244"/>
                  <a:pt x="86732" y="198244"/>
                </a:cubicBezTo>
                <a:cubicBezTo>
                  <a:pt x="134628" y="198244"/>
                  <a:pt x="173463" y="184382"/>
                  <a:pt x="173463" y="167268"/>
                </a:cubicBezTo>
                <a:lnTo>
                  <a:pt x="173463" y="141636"/>
                </a:lnTo>
                <a:cubicBezTo>
                  <a:pt x="167733" y="145430"/>
                  <a:pt x="161151" y="148489"/>
                  <a:pt x="154297" y="150929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2" name="Text 60"/>
          <p:cNvSpPr/>
          <p:nvPr/>
        </p:nvSpPr>
        <p:spPr>
          <a:xfrm>
            <a:off x="817756" y="6517268"/>
            <a:ext cx="8260163" cy="198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4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Choices:</a:t>
            </a:r>
            <a:r>
              <a:rPr lang="en-US" sz="104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PostgreSQL for relational integrity, complex queries, and scalability. </a:t>
            </a:r>
            <a:r>
              <a:rPr lang="en-US" sz="1041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 core tables</a:t>
            </a:r>
            <a:r>
              <a:rPr lang="en-US" sz="104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with full relationships and constraints.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214438" cy="230188"/>
          </a:xfrm>
          <a:custGeom>
            <a:avLst/>
            <a:gdLst/>
            <a:ahLst/>
            <a:cxnLst/>
            <a:rect l="l" t="t" r="r" b="b"/>
            <a:pathLst>
              <a:path w="1214438" h="230188">
                <a:moveTo>
                  <a:pt x="115094" y="0"/>
                </a:moveTo>
                <a:lnTo>
                  <a:pt x="1099344" y="0"/>
                </a:lnTo>
                <a:cubicBezTo>
                  <a:pt x="1162866" y="0"/>
                  <a:pt x="1214438" y="51572"/>
                  <a:pt x="1214438" y="115094"/>
                </a:cubicBezTo>
                <a:lnTo>
                  <a:pt x="1214438" y="115094"/>
                </a:lnTo>
                <a:cubicBezTo>
                  <a:pt x="1214438" y="178616"/>
                  <a:pt x="1162866" y="230188"/>
                  <a:pt x="1099344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106362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DESIGN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REST API: 25+ Endpoints, JWT-Protected, RESTful Design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1563688"/>
          </a:xfrm>
          <a:custGeom>
            <a:avLst/>
            <a:gdLst/>
            <a:ahLst/>
            <a:cxnLst/>
            <a:rect l="l" t="t" r="r" b="b"/>
            <a:pathLst>
              <a:path w="5691188" h="1563688">
                <a:moveTo>
                  <a:pt x="95244" y="0"/>
                </a:moveTo>
                <a:lnTo>
                  <a:pt x="5595943" y="0"/>
                </a:lnTo>
                <a:cubicBezTo>
                  <a:pt x="5648545" y="0"/>
                  <a:pt x="5691188" y="42642"/>
                  <a:pt x="5691188" y="95244"/>
                </a:cubicBezTo>
                <a:lnTo>
                  <a:pt x="5691188" y="1468443"/>
                </a:lnTo>
                <a:cubicBezTo>
                  <a:pt x="5691188" y="1521045"/>
                  <a:pt x="5648545" y="1563687"/>
                  <a:pt x="5595943" y="1563688"/>
                </a:cubicBezTo>
                <a:lnTo>
                  <a:pt x="95244" y="1563688"/>
                </a:lnTo>
                <a:cubicBezTo>
                  <a:pt x="42642" y="1563688"/>
                  <a:pt x="0" y="1521045"/>
                  <a:pt x="0" y="1468443"/>
                </a:cubicBezTo>
                <a:lnTo>
                  <a:pt x="0" y="95244"/>
                </a:lnTo>
                <a:cubicBezTo>
                  <a:pt x="0" y="42677"/>
                  <a:pt x="42677" y="0"/>
                  <a:pt x="9524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0141" y="1428750"/>
            <a:ext cx="107156" cy="142875"/>
          </a:xfrm>
          <a:custGeom>
            <a:avLst/>
            <a:gdLst/>
            <a:ahLst/>
            <a:cxnLst/>
            <a:rect l="l" t="t" r="r" b="b"/>
            <a:pathLst>
              <a:path w="107156" h="142875">
                <a:moveTo>
                  <a:pt x="35719" y="26789"/>
                </a:moveTo>
                <a:lnTo>
                  <a:pt x="35719" y="44648"/>
                </a:lnTo>
                <a:lnTo>
                  <a:pt x="71438" y="44648"/>
                </a:lnTo>
                <a:lnTo>
                  <a:pt x="71438" y="26789"/>
                </a:lnTo>
                <a:cubicBezTo>
                  <a:pt x="71438" y="16939"/>
                  <a:pt x="63429" y="8930"/>
                  <a:pt x="53578" y="8930"/>
                </a:cubicBezTo>
                <a:cubicBezTo>
                  <a:pt x="43728" y="8930"/>
                  <a:pt x="35719" y="16939"/>
                  <a:pt x="35719" y="26789"/>
                </a:cubicBezTo>
                <a:close/>
                <a:moveTo>
                  <a:pt x="17859" y="44648"/>
                </a:moveTo>
                <a:lnTo>
                  <a:pt x="17859" y="26789"/>
                </a:lnTo>
                <a:cubicBezTo>
                  <a:pt x="17859" y="7060"/>
                  <a:pt x="33849" y="-8930"/>
                  <a:pt x="53578" y="-8930"/>
                </a:cubicBezTo>
                <a:cubicBezTo>
                  <a:pt x="73307" y="-8930"/>
                  <a:pt x="89297" y="7060"/>
                  <a:pt x="89297" y="26789"/>
                </a:cubicBezTo>
                <a:lnTo>
                  <a:pt x="89297" y="44648"/>
                </a:lnTo>
                <a:cubicBezTo>
                  <a:pt x="99147" y="44648"/>
                  <a:pt x="107156" y="52657"/>
                  <a:pt x="107156" y="62508"/>
                </a:cubicBezTo>
                <a:lnTo>
                  <a:pt x="107156" y="125016"/>
                </a:lnTo>
                <a:cubicBezTo>
                  <a:pt x="107156" y="134866"/>
                  <a:pt x="99147" y="142875"/>
                  <a:pt x="89297" y="142875"/>
                </a:cubicBezTo>
                <a:lnTo>
                  <a:pt x="17859" y="142875"/>
                </a:lnTo>
                <a:cubicBezTo>
                  <a:pt x="8009" y="142875"/>
                  <a:pt x="0" y="134866"/>
                  <a:pt x="0" y="125016"/>
                </a:cubicBezTo>
                <a:lnTo>
                  <a:pt x="0" y="62508"/>
                </a:lnTo>
                <a:cubicBezTo>
                  <a:pt x="0" y="52657"/>
                  <a:pt x="8009" y="44648"/>
                  <a:pt x="17859" y="44648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Text 6"/>
          <p:cNvSpPr/>
          <p:nvPr/>
        </p:nvSpPr>
        <p:spPr>
          <a:xfrm>
            <a:off x="635000" y="1389063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Authentication (Public)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2438" y="17065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52438" y="17065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/api/auth/register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2438" y="205581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2438" y="205581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/api/auth/login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438" y="24050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52438" y="24050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/api/auth/profile </a:t>
            </a:r>
            <a:r>
              <a:rPr lang="en-US" sz="875" dirty="0">
                <a:solidFill>
                  <a:srgbClr val="E0E2E6">
                    <a:alpha val="50000"/>
                  </a:srgbClr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(Protected)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1469" y="2956719"/>
            <a:ext cx="5691188" cy="1912938"/>
          </a:xfrm>
          <a:custGeom>
            <a:avLst/>
            <a:gdLst/>
            <a:ahLst/>
            <a:cxnLst/>
            <a:rect l="l" t="t" r="r" b="b"/>
            <a:pathLst>
              <a:path w="5691188" h="1912938">
                <a:moveTo>
                  <a:pt x="95245" y="0"/>
                </a:moveTo>
                <a:lnTo>
                  <a:pt x="5595942" y="0"/>
                </a:lnTo>
                <a:cubicBezTo>
                  <a:pt x="5648545" y="0"/>
                  <a:pt x="5691188" y="42643"/>
                  <a:pt x="5691188" y="95245"/>
                </a:cubicBezTo>
                <a:lnTo>
                  <a:pt x="5691188" y="1817692"/>
                </a:lnTo>
                <a:cubicBezTo>
                  <a:pt x="5691188" y="1870295"/>
                  <a:pt x="5648545" y="1912938"/>
                  <a:pt x="5595942" y="1912938"/>
                </a:cubicBezTo>
                <a:lnTo>
                  <a:pt x="95245" y="1912938"/>
                </a:lnTo>
                <a:cubicBezTo>
                  <a:pt x="42643" y="1912938"/>
                  <a:pt x="0" y="1870295"/>
                  <a:pt x="0" y="1817692"/>
                </a:cubicBezTo>
                <a:lnTo>
                  <a:pt x="0" y="95245"/>
                </a:lnTo>
                <a:cubicBezTo>
                  <a:pt x="0" y="42678"/>
                  <a:pt x="42678" y="0"/>
                  <a:pt x="9524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2281" y="3127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71438" y="0"/>
                </a:moveTo>
                <a:cubicBezTo>
                  <a:pt x="110865" y="0"/>
                  <a:pt x="142875" y="32010"/>
                  <a:pt x="142875" y="71438"/>
                </a:cubicBezTo>
                <a:cubicBezTo>
                  <a:pt x="142875" y="110865"/>
                  <a:pt x="110865" y="142875"/>
                  <a:pt x="71438" y="142875"/>
                </a:cubicBezTo>
                <a:cubicBezTo>
                  <a:pt x="32010" y="142875"/>
                  <a:pt x="0" y="110865"/>
                  <a:pt x="0" y="71438"/>
                </a:cubicBezTo>
                <a:cubicBezTo>
                  <a:pt x="0" y="32010"/>
                  <a:pt x="32010" y="0"/>
                  <a:pt x="71437" y="0"/>
                </a:cubicBezTo>
                <a:close/>
                <a:moveTo>
                  <a:pt x="64740" y="33486"/>
                </a:moveTo>
                <a:lnTo>
                  <a:pt x="64740" y="71438"/>
                </a:lnTo>
                <a:cubicBezTo>
                  <a:pt x="64740" y="73670"/>
                  <a:pt x="65856" y="75763"/>
                  <a:pt x="67726" y="77019"/>
                </a:cubicBezTo>
                <a:lnTo>
                  <a:pt x="94515" y="94878"/>
                </a:lnTo>
                <a:cubicBezTo>
                  <a:pt x="97585" y="96943"/>
                  <a:pt x="101743" y="96106"/>
                  <a:pt x="103808" y="93008"/>
                </a:cubicBezTo>
                <a:cubicBezTo>
                  <a:pt x="105873" y="89911"/>
                  <a:pt x="105035" y="85781"/>
                  <a:pt x="101938" y="83716"/>
                </a:cubicBezTo>
                <a:lnTo>
                  <a:pt x="78135" y="67866"/>
                </a:lnTo>
                <a:lnTo>
                  <a:pt x="78135" y="33486"/>
                </a:lnTo>
                <a:cubicBezTo>
                  <a:pt x="78135" y="29775"/>
                  <a:pt x="75149" y="26789"/>
                  <a:pt x="71438" y="26789"/>
                </a:cubicBezTo>
                <a:cubicBezTo>
                  <a:pt x="67726" y="26789"/>
                  <a:pt x="64740" y="29775"/>
                  <a:pt x="64740" y="3348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7" name="Text 15"/>
          <p:cNvSpPr/>
          <p:nvPr/>
        </p:nvSpPr>
        <p:spPr>
          <a:xfrm>
            <a:off x="635000" y="3087688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 Sessions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2438" y="340518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52438" y="340518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/api/sessions/start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2438" y="375443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52438" y="375443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/api/sessions/:id/end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2438" y="410368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52438" y="410368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/api/sessions/active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2438" y="445293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52438" y="445293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/api/sessions/history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21469" y="5004594"/>
            <a:ext cx="5691188" cy="1912938"/>
          </a:xfrm>
          <a:custGeom>
            <a:avLst/>
            <a:gdLst/>
            <a:ahLst/>
            <a:cxnLst/>
            <a:rect l="l" t="t" r="r" b="b"/>
            <a:pathLst>
              <a:path w="5691188" h="1912938">
                <a:moveTo>
                  <a:pt x="95245" y="0"/>
                </a:moveTo>
                <a:lnTo>
                  <a:pt x="5595942" y="0"/>
                </a:lnTo>
                <a:cubicBezTo>
                  <a:pt x="5648545" y="0"/>
                  <a:pt x="5691188" y="42643"/>
                  <a:pt x="5691188" y="95245"/>
                </a:cubicBezTo>
                <a:lnTo>
                  <a:pt x="5691188" y="1817692"/>
                </a:lnTo>
                <a:cubicBezTo>
                  <a:pt x="5691188" y="1870295"/>
                  <a:pt x="5648545" y="1912938"/>
                  <a:pt x="5595942" y="1912938"/>
                </a:cubicBezTo>
                <a:lnTo>
                  <a:pt x="95245" y="1912938"/>
                </a:lnTo>
                <a:cubicBezTo>
                  <a:pt x="42643" y="1912938"/>
                  <a:pt x="0" y="1870295"/>
                  <a:pt x="0" y="1817692"/>
                </a:cubicBezTo>
                <a:lnTo>
                  <a:pt x="0" y="95245"/>
                </a:lnTo>
                <a:cubicBezTo>
                  <a:pt x="0" y="42678"/>
                  <a:pt x="42678" y="0"/>
                  <a:pt x="9524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1211" y="5175250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25016" h="142875">
                <a:moveTo>
                  <a:pt x="67335" y="-3628"/>
                </a:moveTo>
                <a:cubicBezTo>
                  <a:pt x="64154" y="-4270"/>
                  <a:pt x="60889" y="-4270"/>
                  <a:pt x="57708" y="-3628"/>
                </a:cubicBezTo>
                <a:lnTo>
                  <a:pt x="5386" y="6837"/>
                </a:lnTo>
                <a:cubicBezTo>
                  <a:pt x="2260" y="7451"/>
                  <a:pt x="0" y="10213"/>
                  <a:pt x="0" y="13395"/>
                </a:cubicBezTo>
                <a:cubicBezTo>
                  <a:pt x="0" y="16269"/>
                  <a:pt x="1814" y="18780"/>
                  <a:pt x="4465" y="19701"/>
                </a:cubicBezTo>
                <a:lnTo>
                  <a:pt x="4465" y="40184"/>
                </a:lnTo>
                <a:lnTo>
                  <a:pt x="84" y="62117"/>
                </a:lnTo>
                <a:cubicBezTo>
                  <a:pt x="28" y="62368"/>
                  <a:pt x="0" y="62647"/>
                  <a:pt x="0" y="62926"/>
                </a:cubicBezTo>
                <a:cubicBezTo>
                  <a:pt x="0" y="65159"/>
                  <a:pt x="1814" y="67001"/>
                  <a:pt x="4074" y="67001"/>
                </a:cubicBezTo>
                <a:lnTo>
                  <a:pt x="13813" y="67001"/>
                </a:lnTo>
                <a:cubicBezTo>
                  <a:pt x="16046" y="67001"/>
                  <a:pt x="17887" y="65187"/>
                  <a:pt x="17887" y="62926"/>
                </a:cubicBezTo>
                <a:cubicBezTo>
                  <a:pt x="17887" y="62647"/>
                  <a:pt x="17859" y="62396"/>
                  <a:pt x="17804" y="62117"/>
                </a:cubicBezTo>
                <a:lnTo>
                  <a:pt x="13395" y="40184"/>
                </a:lnTo>
                <a:lnTo>
                  <a:pt x="13395" y="21571"/>
                </a:lnTo>
                <a:lnTo>
                  <a:pt x="26789" y="24250"/>
                </a:lnTo>
                <a:lnTo>
                  <a:pt x="26789" y="40184"/>
                </a:lnTo>
                <a:cubicBezTo>
                  <a:pt x="26789" y="59913"/>
                  <a:pt x="42779" y="75902"/>
                  <a:pt x="62508" y="75902"/>
                </a:cubicBezTo>
                <a:cubicBezTo>
                  <a:pt x="82237" y="75902"/>
                  <a:pt x="98227" y="59913"/>
                  <a:pt x="98227" y="40184"/>
                </a:cubicBezTo>
                <a:lnTo>
                  <a:pt x="98227" y="24250"/>
                </a:lnTo>
                <a:lnTo>
                  <a:pt x="119630" y="19980"/>
                </a:lnTo>
                <a:cubicBezTo>
                  <a:pt x="122755" y="19338"/>
                  <a:pt x="125016" y="16576"/>
                  <a:pt x="125016" y="13395"/>
                </a:cubicBezTo>
                <a:cubicBezTo>
                  <a:pt x="125016" y="10213"/>
                  <a:pt x="122755" y="7451"/>
                  <a:pt x="119630" y="6837"/>
                </a:cubicBezTo>
                <a:lnTo>
                  <a:pt x="67335" y="-3628"/>
                </a:lnTo>
                <a:close/>
                <a:moveTo>
                  <a:pt x="62508" y="62508"/>
                </a:moveTo>
                <a:cubicBezTo>
                  <a:pt x="50174" y="62508"/>
                  <a:pt x="40184" y="52518"/>
                  <a:pt x="40184" y="40184"/>
                </a:cubicBezTo>
                <a:lnTo>
                  <a:pt x="84832" y="40184"/>
                </a:lnTo>
                <a:cubicBezTo>
                  <a:pt x="84832" y="52518"/>
                  <a:pt x="74842" y="62508"/>
                  <a:pt x="62508" y="62508"/>
                </a:cubicBezTo>
                <a:close/>
                <a:moveTo>
                  <a:pt x="33514" y="89325"/>
                </a:moveTo>
                <a:cubicBezTo>
                  <a:pt x="16380" y="97194"/>
                  <a:pt x="4465" y="114495"/>
                  <a:pt x="4465" y="134587"/>
                </a:cubicBezTo>
                <a:cubicBezTo>
                  <a:pt x="4465" y="139164"/>
                  <a:pt x="8176" y="142875"/>
                  <a:pt x="12753" y="142875"/>
                </a:cubicBezTo>
                <a:lnTo>
                  <a:pt x="55811" y="142875"/>
                </a:lnTo>
                <a:lnTo>
                  <a:pt x="55811" y="102133"/>
                </a:lnTo>
                <a:lnTo>
                  <a:pt x="39793" y="90134"/>
                </a:lnTo>
                <a:cubicBezTo>
                  <a:pt x="37979" y="88767"/>
                  <a:pt x="35551" y="88404"/>
                  <a:pt x="33486" y="89353"/>
                </a:cubicBezTo>
                <a:close/>
                <a:moveTo>
                  <a:pt x="69205" y="142875"/>
                </a:moveTo>
                <a:lnTo>
                  <a:pt x="112263" y="142875"/>
                </a:lnTo>
                <a:cubicBezTo>
                  <a:pt x="116839" y="142875"/>
                  <a:pt x="120551" y="139164"/>
                  <a:pt x="120551" y="134587"/>
                </a:cubicBezTo>
                <a:cubicBezTo>
                  <a:pt x="120551" y="114495"/>
                  <a:pt x="108635" y="97194"/>
                  <a:pt x="91501" y="89353"/>
                </a:cubicBezTo>
                <a:cubicBezTo>
                  <a:pt x="89436" y="88404"/>
                  <a:pt x="87009" y="88767"/>
                  <a:pt x="85195" y="90134"/>
                </a:cubicBezTo>
                <a:lnTo>
                  <a:pt x="69177" y="102133"/>
                </a:lnTo>
                <a:lnTo>
                  <a:pt x="69177" y="14287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8" name="Text 26"/>
          <p:cNvSpPr/>
          <p:nvPr/>
        </p:nvSpPr>
        <p:spPr>
          <a:xfrm>
            <a:off x="635000" y="5135563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 Features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2438" y="54530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52438" y="54530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/api/student/stats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2438" y="580231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52438" y="580231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/api/student/achievements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2438" y="61515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52438" y="61515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/api/leaderboard/global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2438" y="650081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52438" y="650081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/api/leaderboard/my-rank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179344" y="1258094"/>
            <a:ext cx="5691188" cy="1563688"/>
          </a:xfrm>
          <a:custGeom>
            <a:avLst/>
            <a:gdLst/>
            <a:ahLst/>
            <a:cxnLst/>
            <a:rect l="l" t="t" r="r" b="b"/>
            <a:pathLst>
              <a:path w="5691188" h="1563688">
                <a:moveTo>
                  <a:pt x="95244" y="0"/>
                </a:moveTo>
                <a:lnTo>
                  <a:pt x="5595943" y="0"/>
                </a:lnTo>
                <a:cubicBezTo>
                  <a:pt x="5648545" y="0"/>
                  <a:pt x="5691188" y="42642"/>
                  <a:pt x="5691188" y="95244"/>
                </a:cubicBezTo>
                <a:lnTo>
                  <a:pt x="5691188" y="1468443"/>
                </a:lnTo>
                <a:cubicBezTo>
                  <a:pt x="5691188" y="1521045"/>
                  <a:pt x="5648545" y="1563687"/>
                  <a:pt x="5595943" y="1563688"/>
                </a:cubicBezTo>
                <a:lnTo>
                  <a:pt x="95244" y="1563688"/>
                </a:lnTo>
                <a:cubicBezTo>
                  <a:pt x="42642" y="1563688"/>
                  <a:pt x="0" y="1521045"/>
                  <a:pt x="0" y="1468443"/>
                </a:cubicBezTo>
                <a:lnTo>
                  <a:pt x="0" y="95244"/>
                </a:lnTo>
                <a:cubicBezTo>
                  <a:pt x="0" y="42677"/>
                  <a:pt x="42677" y="0"/>
                  <a:pt x="9524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12297" y="1428750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178594" h="142875">
                <a:moveTo>
                  <a:pt x="89297" y="4465"/>
                </a:moveTo>
                <a:cubicBezTo>
                  <a:pt x="105314" y="4465"/>
                  <a:pt x="118318" y="17469"/>
                  <a:pt x="118318" y="33486"/>
                </a:cubicBezTo>
                <a:cubicBezTo>
                  <a:pt x="118318" y="49504"/>
                  <a:pt x="105314" y="62508"/>
                  <a:pt x="89297" y="62508"/>
                </a:cubicBezTo>
                <a:cubicBezTo>
                  <a:pt x="73279" y="62508"/>
                  <a:pt x="60275" y="49504"/>
                  <a:pt x="60275" y="33486"/>
                </a:cubicBezTo>
                <a:cubicBezTo>
                  <a:pt x="60275" y="17469"/>
                  <a:pt x="73279" y="4465"/>
                  <a:pt x="89297" y="4465"/>
                </a:cubicBezTo>
                <a:close/>
                <a:moveTo>
                  <a:pt x="26789" y="24557"/>
                </a:moveTo>
                <a:cubicBezTo>
                  <a:pt x="37878" y="24557"/>
                  <a:pt x="46881" y="33559"/>
                  <a:pt x="46881" y="44648"/>
                </a:cubicBezTo>
                <a:cubicBezTo>
                  <a:pt x="46881" y="55737"/>
                  <a:pt x="37878" y="64740"/>
                  <a:pt x="26789" y="64740"/>
                </a:cubicBezTo>
                <a:cubicBezTo>
                  <a:pt x="15700" y="64740"/>
                  <a:pt x="6697" y="55737"/>
                  <a:pt x="6697" y="44648"/>
                </a:cubicBezTo>
                <a:cubicBezTo>
                  <a:pt x="6697" y="33559"/>
                  <a:pt x="15700" y="24557"/>
                  <a:pt x="26789" y="24557"/>
                </a:cubicBezTo>
                <a:close/>
                <a:moveTo>
                  <a:pt x="0" y="116086"/>
                </a:moveTo>
                <a:cubicBezTo>
                  <a:pt x="0" y="96357"/>
                  <a:pt x="15990" y="80367"/>
                  <a:pt x="35719" y="80367"/>
                </a:cubicBezTo>
                <a:cubicBezTo>
                  <a:pt x="39291" y="80367"/>
                  <a:pt x="42751" y="80897"/>
                  <a:pt x="46016" y="81874"/>
                </a:cubicBezTo>
                <a:cubicBezTo>
                  <a:pt x="36835" y="92143"/>
                  <a:pt x="31254" y="105705"/>
                  <a:pt x="31254" y="120551"/>
                </a:cubicBezTo>
                <a:lnTo>
                  <a:pt x="31254" y="125016"/>
                </a:lnTo>
                <a:cubicBezTo>
                  <a:pt x="31254" y="128197"/>
                  <a:pt x="31924" y="131211"/>
                  <a:pt x="33124" y="133945"/>
                </a:cubicBezTo>
                <a:lnTo>
                  <a:pt x="8930" y="133945"/>
                </a:lnTo>
                <a:cubicBezTo>
                  <a:pt x="3990" y="133945"/>
                  <a:pt x="0" y="129955"/>
                  <a:pt x="0" y="125016"/>
                </a:cubicBezTo>
                <a:lnTo>
                  <a:pt x="0" y="116086"/>
                </a:lnTo>
                <a:close/>
                <a:moveTo>
                  <a:pt x="145470" y="133945"/>
                </a:moveTo>
                <a:cubicBezTo>
                  <a:pt x="146670" y="131211"/>
                  <a:pt x="147340" y="128197"/>
                  <a:pt x="147340" y="125016"/>
                </a:cubicBezTo>
                <a:lnTo>
                  <a:pt x="147340" y="120551"/>
                </a:lnTo>
                <a:cubicBezTo>
                  <a:pt x="147340" y="105705"/>
                  <a:pt x="141759" y="92143"/>
                  <a:pt x="132578" y="81874"/>
                </a:cubicBezTo>
                <a:cubicBezTo>
                  <a:pt x="135843" y="80897"/>
                  <a:pt x="139303" y="80367"/>
                  <a:pt x="142875" y="80367"/>
                </a:cubicBezTo>
                <a:cubicBezTo>
                  <a:pt x="162604" y="80367"/>
                  <a:pt x="178594" y="96357"/>
                  <a:pt x="178594" y="116086"/>
                </a:cubicBezTo>
                <a:lnTo>
                  <a:pt x="178594" y="125016"/>
                </a:lnTo>
                <a:cubicBezTo>
                  <a:pt x="178594" y="129955"/>
                  <a:pt x="174603" y="133945"/>
                  <a:pt x="169664" y="133945"/>
                </a:cubicBezTo>
                <a:lnTo>
                  <a:pt x="145470" y="133945"/>
                </a:lnTo>
                <a:close/>
                <a:moveTo>
                  <a:pt x="131713" y="44648"/>
                </a:moveTo>
                <a:cubicBezTo>
                  <a:pt x="131713" y="33559"/>
                  <a:pt x="140716" y="24557"/>
                  <a:pt x="151805" y="24557"/>
                </a:cubicBezTo>
                <a:cubicBezTo>
                  <a:pt x="162894" y="24557"/>
                  <a:pt x="171896" y="33559"/>
                  <a:pt x="171896" y="44648"/>
                </a:cubicBezTo>
                <a:cubicBezTo>
                  <a:pt x="171896" y="55737"/>
                  <a:pt x="162894" y="64740"/>
                  <a:pt x="151805" y="64740"/>
                </a:cubicBezTo>
                <a:cubicBezTo>
                  <a:pt x="140716" y="64740"/>
                  <a:pt x="131713" y="55737"/>
                  <a:pt x="131713" y="44648"/>
                </a:cubicBezTo>
                <a:close/>
                <a:moveTo>
                  <a:pt x="44648" y="120551"/>
                </a:moveTo>
                <a:cubicBezTo>
                  <a:pt x="44648" y="95883"/>
                  <a:pt x="64629" y="75902"/>
                  <a:pt x="89297" y="75902"/>
                </a:cubicBezTo>
                <a:cubicBezTo>
                  <a:pt x="113965" y="75902"/>
                  <a:pt x="133945" y="95883"/>
                  <a:pt x="133945" y="120551"/>
                </a:cubicBezTo>
                <a:lnTo>
                  <a:pt x="133945" y="125016"/>
                </a:lnTo>
                <a:cubicBezTo>
                  <a:pt x="133945" y="129955"/>
                  <a:pt x="129955" y="133945"/>
                  <a:pt x="125016" y="133945"/>
                </a:cubicBezTo>
                <a:lnTo>
                  <a:pt x="53578" y="133945"/>
                </a:lnTo>
                <a:cubicBezTo>
                  <a:pt x="48639" y="133945"/>
                  <a:pt x="44648" y="129955"/>
                  <a:pt x="44648" y="125016"/>
                </a:cubicBezTo>
                <a:lnTo>
                  <a:pt x="44648" y="12055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875" y="1389063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Family Features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0313" y="17065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6310313" y="17065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/api/family/generate-code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10313" y="205581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6310313" y="205581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/api/family/link-child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10313" y="2405063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6310313" y="2405063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1A2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/api/family/children-stats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79344" y="2956719"/>
            <a:ext cx="5691188" cy="1563688"/>
          </a:xfrm>
          <a:custGeom>
            <a:avLst/>
            <a:gdLst/>
            <a:ahLst/>
            <a:cxnLst/>
            <a:rect l="l" t="t" r="r" b="b"/>
            <a:pathLst>
              <a:path w="5691188" h="1563688">
                <a:moveTo>
                  <a:pt x="95244" y="0"/>
                </a:moveTo>
                <a:lnTo>
                  <a:pt x="5595943" y="0"/>
                </a:lnTo>
                <a:cubicBezTo>
                  <a:pt x="5648545" y="0"/>
                  <a:pt x="5691188" y="42642"/>
                  <a:pt x="5691188" y="95244"/>
                </a:cubicBezTo>
                <a:lnTo>
                  <a:pt x="5691188" y="1468443"/>
                </a:lnTo>
                <a:cubicBezTo>
                  <a:pt x="5691188" y="1521045"/>
                  <a:pt x="5648545" y="1563687"/>
                  <a:pt x="5595943" y="1563688"/>
                </a:cubicBezTo>
                <a:lnTo>
                  <a:pt x="95244" y="1563688"/>
                </a:lnTo>
                <a:cubicBezTo>
                  <a:pt x="42642" y="1563688"/>
                  <a:pt x="0" y="1521045"/>
                  <a:pt x="0" y="1468443"/>
                </a:cubicBezTo>
                <a:lnTo>
                  <a:pt x="0" y="95244"/>
                </a:lnTo>
                <a:cubicBezTo>
                  <a:pt x="0" y="42677"/>
                  <a:pt x="42677" y="0"/>
                  <a:pt x="9524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12297" y="3127375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178594" h="142875">
                <a:moveTo>
                  <a:pt x="98227" y="0"/>
                </a:moveTo>
                <a:cubicBezTo>
                  <a:pt x="98227" y="-4939"/>
                  <a:pt x="94236" y="-8930"/>
                  <a:pt x="89297" y="-8930"/>
                </a:cubicBezTo>
                <a:cubicBezTo>
                  <a:pt x="84358" y="-8930"/>
                  <a:pt x="80367" y="-4939"/>
                  <a:pt x="80367" y="0"/>
                </a:cubicBezTo>
                <a:lnTo>
                  <a:pt x="80367" y="17859"/>
                </a:lnTo>
                <a:lnTo>
                  <a:pt x="53578" y="17859"/>
                </a:lnTo>
                <a:cubicBezTo>
                  <a:pt x="38788" y="17859"/>
                  <a:pt x="26789" y="29859"/>
                  <a:pt x="26789" y="44648"/>
                </a:cubicBezTo>
                <a:lnTo>
                  <a:pt x="26789" y="107156"/>
                </a:lnTo>
                <a:cubicBezTo>
                  <a:pt x="26789" y="121946"/>
                  <a:pt x="38788" y="133945"/>
                  <a:pt x="53578" y="133945"/>
                </a:cubicBezTo>
                <a:lnTo>
                  <a:pt x="125016" y="133945"/>
                </a:lnTo>
                <a:cubicBezTo>
                  <a:pt x="139805" y="133945"/>
                  <a:pt x="151805" y="121946"/>
                  <a:pt x="151805" y="107156"/>
                </a:cubicBezTo>
                <a:lnTo>
                  <a:pt x="151805" y="44648"/>
                </a:lnTo>
                <a:cubicBezTo>
                  <a:pt x="151805" y="29859"/>
                  <a:pt x="139805" y="17859"/>
                  <a:pt x="125016" y="17859"/>
                </a:cubicBezTo>
                <a:lnTo>
                  <a:pt x="98227" y="17859"/>
                </a:lnTo>
                <a:lnTo>
                  <a:pt x="98227" y="0"/>
                </a:lnTo>
                <a:close/>
                <a:moveTo>
                  <a:pt x="44648" y="102691"/>
                </a:moveTo>
                <a:cubicBezTo>
                  <a:pt x="44648" y="98980"/>
                  <a:pt x="47634" y="95994"/>
                  <a:pt x="51346" y="95994"/>
                </a:cubicBezTo>
                <a:lnTo>
                  <a:pt x="60275" y="95994"/>
                </a:lnTo>
                <a:cubicBezTo>
                  <a:pt x="63987" y="95994"/>
                  <a:pt x="66973" y="98980"/>
                  <a:pt x="66973" y="102691"/>
                </a:cubicBezTo>
                <a:cubicBezTo>
                  <a:pt x="66973" y="106403"/>
                  <a:pt x="63987" y="109389"/>
                  <a:pt x="60275" y="109389"/>
                </a:cubicBezTo>
                <a:lnTo>
                  <a:pt x="51346" y="109389"/>
                </a:lnTo>
                <a:cubicBezTo>
                  <a:pt x="47634" y="109389"/>
                  <a:pt x="44648" y="106403"/>
                  <a:pt x="44648" y="102691"/>
                </a:cubicBezTo>
                <a:close/>
                <a:moveTo>
                  <a:pt x="78135" y="102691"/>
                </a:moveTo>
                <a:cubicBezTo>
                  <a:pt x="78135" y="98980"/>
                  <a:pt x="81121" y="95994"/>
                  <a:pt x="84832" y="95994"/>
                </a:cubicBezTo>
                <a:lnTo>
                  <a:pt x="93762" y="95994"/>
                </a:lnTo>
                <a:cubicBezTo>
                  <a:pt x="97473" y="95994"/>
                  <a:pt x="100459" y="98980"/>
                  <a:pt x="100459" y="102691"/>
                </a:cubicBezTo>
                <a:cubicBezTo>
                  <a:pt x="100459" y="106403"/>
                  <a:pt x="97473" y="109389"/>
                  <a:pt x="93762" y="109389"/>
                </a:cubicBezTo>
                <a:lnTo>
                  <a:pt x="84832" y="109389"/>
                </a:lnTo>
                <a:cubicBezTo>
                  <a:pt x="81121" y="109389"/>
                  <a:pt x="78135" y="106403"/>
                  <a:pt x="78135" y="102691"/>
                </a:cubicBezTo>
                <a:close/>
                <a:moveTo>
                  <a:pt x="111621" y="102691"/>
                </a:moveTo>
                <a:cubicBezTo>
                  <a:pt x="111621" y="98980"/>
                  <a:pt x="114607" y="95994"/>
                  <a:pt x="118318" y="95994"/>
                </a:cubicBezTo>
                <a:lnTo>
                  <a:pt x="127248" y="95994"/>
                </a:lnTo>
                <a:cubicBezTo>
                  <a:pt x="130959" y="95994"/>
                  <a:pt x="133945" y="98980"/>
                  <a:pt x="133945" y="102691"/>
                </a:cubicBezTo>
                <a:cubicBezTo>
                  <a:pt x="133945" y="106403"/>
                  <a:pt x="130959" y="109389"/>
                  <a:pt x="127248" y="109389"/>
                </a:cubicBezTo>
                <a:lnTo>
                  <a:pt x="118318" y="109389"/>
                </a:lnTo>
                <a:cubicBezTo>
                  <a:pt x="114607" y="109389"/>
                  <a:pt x="111621" y="106403"/>
                  <a:pt x="111621" y="102691"/>
                </a:cubicBezTo>
                <a:close/>
                <a:moveTo>
                  <a:pt x="62508" y="49113"/>
                </a:moveTo>
                <a:cubicBezTo>
                  <a:pt x="69900" y="49113"/>
                  <a:pt x="75902" y="55115"/>
                  <a:pt x="75902" y="62508"/>
                </a:cubicBezTo>
                <a:cubicBezTo>
                  <a:pt x="75902" y="69900"/>
                  <a:pt x="69900" y="75902"/>
                  <a:pt x="62508" y="75902"/>
                </a:cubicBezTo>
                <a:cubicBezTo>
                  <a:pt x="55115" y="75902"/>
                  <a:pt x="49113" y="69900"/>
                  <a:pt x="49113" y="62508"/>
                </a:cubicBezTo>
                <a:cubicBezTo>
                  <a:pt x="49113" y="55115"/>
                  <a:pt x="55115" y="49113"/>
                  <a:pt x="62508" y="49113"/>
                </a:cubicBezTo>
                <a:close/>
                <a:moveTo>
                  <a:pt x="102691" y="62508"/>
                </a:moveTo>
                <a:cubicBezTo>
                  <a:pt x="102691" y="55115"/>
                  <a:pt x="108693" y="49113"/>
                  <a:pt x="116086" y="49113"/>
                </a:cubicBezTo>
                <a:cubicBezTo>
                  <a:pt x="123479" y="49113"/>
                  <a:pt x="129480" y="55115"/>
                  <a:pt x="129480" y="62508"/>
                </a:cubicBezTo>
                <a:cubicBezTo>
                  <a:pt x="129480" y="69900"/>
                  <a:pt x="123479" y="75902"/>
                  <a:pt x="116086" y="75902"/>
                </a:cubicBezTo>
                <a:cubicBezTo>
                  <a:pt x="108693" y="75902"/>
                  <a:pt x="102691" y="69900"/>
                  <a:pt x="102691" y="62508"/>
                </a:cubicBezTo>
                <a:close/>
                <a:moveTo>
                  <a:pt x="17859" y="62508"/>
                </a:moveTo>
                <a:cubicBezTo>
                  <a:pt x="17859" y="57569"/>
                  <a:pt x="13869" y="53578"/>
                  <a:pt x="8930" y="53578"/>
                </a:cubicBezTo>
                <a:cubicBezTo>
                  <a:pt x="3990" y="53578"/>
                  <a:pt x="0" y="57569"/>
                  <a:pt x="0" y="62508"/>
                </a:cubicBezTo>
                <a:lnTo>
                  <a:pt x="0" y="89297"/>
                </a:lnTo>
                <a:cubicBezTo>
                  <a:pt x="0" y="94236"/>
                  <a:pt x="3990" y="98227"/>
                  <a:pt x="8930" y="98227"/>
                </a:cubicBezTo>
                <a:cubicBezTo>
                  <a:pt x="13869" y="98227"/>
                  <a:pt x="17859" y="94236"/>
                  <a:pt x="17859" y="89297"/>
                </a:cubicBezTo>
                <a:lnTo>
                  <a:pt x="17859" y="62508"/>
                </a:lnTo>
                <a:close/>
                <a:moveTo>
                  <a:pt x="169664" y="53578"/>
                </a:moveTo>
                <a:cubicBezTo>
                  <a:pt x="164725" y="53578"/>
                  <a:pt x="160734" y="57569"/>
                  <a:pt x="160734" y="62508"/>
                </a:cubicBezTo>
                <a:lnTo>
                  <a:pt x="160734" y="89297"/>
                </a:lnTo>
                <a:cubicBezTo>
                  <a:pt x="160734" y="94236"/>
                  <a:pt x="164725" y="98227"/>
                  <a:pt x="169664" y="98227"/>
                </a:cubicBezTo>
                <a:cubicBezTo>
                  <a:pt x="174603" y="98227"/>
                  <a:pt x="178594" y="94236"/>
                  <a:pt x="178594" y="89297"/>
                </a:cubicBezTo>
                <a:lnTo>
                  <a:pt x="178594" y="62508"/>
                </a:lnTo>
                <a:cubicBezTo>
                  <a:pt x="178594" y="57569"/>
                  <a:pt x="174603" y="53578"/>
                  <a:pt x="169664" y="53578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875" y="3087688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Tutor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310313" y="340518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6310313" y="340518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/api/tutor/session/start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10313" y="375443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6310313" y="375443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/api/tutor/session/message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10313" y="4103688"/>
            <a:ext cx="5429250" cy="285750"/>
          </a:xfrm>
          <a:custGeom>
            <a:avLst/>
            <a:gdLst/>
            <a:ahLst/>
            <a:cxnLst/>
            <a:rect l="l" t="t" r="r" b="b"/>
            <a:pathLst>
              <a:path w="5429250" h="285750">
                <a:moveTo>
                  <a:pt x="31750" y="0"/>
                </a:moveTo>
                <a:lnTo>
                  <a:pt x="5397500" y="0"/>
                </a:lnTo>
                <a:cubicBezTo>
                  <a:pt x="5415035" y="0"/>
                  <a:pt x="5429250" y="14215"/>
                  <a:pt x="5429250" y="31750"/>
                </a:cubicBezTo>
                <a:lnTo>
                  <a:pt x="5429250" y="254000"/>
                </a:lnTo>
                <a:cubicBezTo>
                  <a:pt x="5429250" y="271535"/>
                  <a:pt x="5415035" y="285750"/>
                  <a:pt x="5397500" y="285750"/>
                </a:cubicBezTo>
                <a:lnTo>
                  <a:pt x="31750" y="285750"/>
                </a:lnTo>
                <a:cubicBezTo>
                  <a:pt x="14215" y="285750"/>
                  <a:pt x="0" y="271535"/>
                  <a:pt x="0" y="254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6310313" y="4103688"/>
            <a:ext cx="5484813" cy="28575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POST</a:t>
            </a:r>
            <a:r>
              <a:rPr lang="en-US" sz="875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/api/tutor/session/end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179344" y="4655344"/>
            <a:ext cx="5691188" cy="2293938"/>
          </a:xfrm>
          <a:custGeom>
            <a:avLst/>
            <a:gdLst/>
            <a:ahLst/>
            <a:cxnLst/>
            <a:rect l="l" t="t" r="r" b="b"/>
            <a:pathLst>
              <a:path w="5691188" h="2293938">
                <a:moveTo>
                  <a:pt x="95244" y="0"/>
                </a:moveTo>
                <a:lnTo>
                  <a:pt x="5595943" y="0"/>
                </a:lnTo>
                <a:cubicBezTo>
                  <a:pt x="5648510" y="0"/>
                  <a:pt x="5691188" y="42678"/>
                  <a:pt x="5691188" y="95244"/>
                </a:cubicBezTo>
                <a:lnTo>
                  <a:pt x="5691188" y="2198693"/>
                </a:lnTo>
                <a:cubicBezTo>
                  <a:pt x="5691188" y="2251295"/>
                  <a:pt x="5648545" y="2293938"/>
                  <a:pt x="5595943" y="2293938"/>
                </a:cubicBezTo>
                <a:lnTo>
                  <a:pt x="95244" y="2293938"/>
                </a:lnTo>
                <a:cubicBezTo>
                  <a:pt x="42678" y="2293938"/>
                  <a:pt x="0" y="2251260"/>
                  <a:pt x="0" y="2198693"/>
                </a:cubicBezTo>
                <a:lnTo>
                  <a:pt x="0" y="95244"/>
                </a:lnTo>
                <a:cubicBezTo>
                  <a:pt x="0" y="42642"/>
                  <a:pt x="42642" y="0"/>
                  <a:pt x="9524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21227" y="4826000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00682" y="335"/>
                </a:moveTo>
                <a:cubicBezTo>
                  <a:pt x="95938" y="-1032"/>
                  <a:pt x="90999" y="1730"/>
                  <a:pt x="89632" y="6474"/>
                </a:cubicBezTo>
                <a:lnTo>
                  <a:pt x="53913" y="131490"/>
                </a:lnTo>
                <a:cubicBezTo>
                  <a:pt x="52546" y="136234"/>
                  <a:pt x="55308" y="141173"/>
                  <a:pt x="60052" y="142540"/>
                </a:cubicBezTo>
                <a:cubicBezTo>
                  <a:pt x="64796" y="143907"/>
                  <a:pt x="69735" y="141145"/>
                  <a:pt x="71103" y="136401"/>
                </a:cubicBezTo>
                <a:lnTo>
                  <a:pt x="106821" y="11385"/>
                </a:lnTo>
                <a:cubicBezTo>
                  <a:pt x="108189" y="6641"/>
                  <a:pt x="105426" y="1702"/>
                  <a:pt x="100682" y="335"/>
                </a:cubicBezTo>
                <a:close/>
                <a:moveTo>
                  <a:pt x="118709" y="38314"/>
                </a:moveTo>
                <a:cubicBezTo>
                  <a:pt x="115221" y="41802"/>
                  <a:pt x="115221" y="47467"/>
                  <a:pt x="118709" y="50955"/>
                </a:cubicBezTo>
                <a:lnTo>
                  <a:pt x="139192" y="71438"/>
                </a:lnTo>
                <a:lnTo>
                  <a:pt x="118709" y="91920"/>
                </a:lnTo>
                <a:cubicBezTo>
                  <a:pt x="115221" y="95408"/>
                  <a:pt x="115221" y="101073"/>
                  <a:pt x="118709" y="104561"/>
                </a:cubicBezTo>
                <a:cubicBezTo>
                  <a:pt x="122197" y="108049"/>
                  <a:pt x="127862" y="108049"/>
                  <a:pt x="131350" y="104561"/>
                </a:cubicBezTo>
                <a:lnTo>
                  <a:pt x="158139" y="77772"/>
                </a:lnTo>
                <a:cubicBezTo>
                  <a:pt x="161627" y="74284"/>
                  <a:pt x="161627" y="68619"/>
                  <a:pt x="158139" y="65131"/>
                </a:cubicBezTo>
                <a:lnTo>
                  <a:pt x="131350" y="38342"/>
                </a:lnTo>
                <a:cubicBezTo>
                  <a:pt x="127862" y="34854"/>
                  <a:pt x="122197" y="34854"/>
                  <a:pt x="118709" y="38342"/>
                </a:cubicBezTo>
                <a:close/>
                <a:moveTo>
                  <a:pt x="42053" y="38314"/>
                </a:moveTo>
                <a:cubicBezTo>
                  <a:pt x="38565" y="34826"/>
                  <a:pt x="32900" y="34826"/>
                  <a:pt x="29412" y="38314"/>
                </a:cubicBezTo>
                <a:lnTo>
                  <a:pt x="2623" y="65103"/>
                </a:lnTo>
                <a:cubicBezTo>
                  <a:pt x="-865" y="68591"/>
                  <a:pt x="-865" y="74256"/>
                  <a:pt x="2623" y="77744"/>
                </a:cubicBezTo>
                <a:lnTo>
                  <a:pt x="29412" y="104533"/>
                </a:lnTo>
                <a:cubicBezTo>
                  <a:pt x="32900" y="108021"/>
                  <a:pt x="38565" y="108021"/>
                  <a:pt x="42053" y="104533"/>
                </a:cubicBezTo>
                <a:cubicBezTo>
                  <a:pt x="45541" y="101045"/>
                  <a:pt x="45541" y="95380"/>
                  <a:pt x="42053" y="91892"/>
                </a:cubicBezTo>
                <a:lnTo>
                  <a:pt x="21571" y="71438"/>
                </a:lnTo>
                <a:lnTo>
                  <a:pt x="42025" y="50955"/>
                </a:lnTo>
                <a:cubicBezTo>
                  <a:pt x="45514" y="47467"/>
                  <a:pt x="45514" y="41802"/>
                  <a:pt x="42025" y="3831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7" name="Text 55"/>
          <p:cNvSpPr/>
          <p:nvPr/>
        </p:nvSpPr>
        <p:spPr>
          <a:xfrm>
            <a:off x="6492875" y="4786313"/>
            <a:ext cx="5318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Sample Response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10313" y="5103813"/>
            <a:ext cx="5429250" cy="1714500"/>
          </a:xfrm>
          <a:custGeom>
            <a:avLst/>
            <a:gdLst/>
            <a:ahLst/>
            <a:cxnLst/>
            <a:rect l="l" t="t" r="r" b="b"/>
            <a:pathLst>
              <a:path w="5429250" h="1714500">
                <a:moveTo>
                  <a:pt x="63505" y="0"/>
                </a:moveTo>
                <a:lnTo>
                  <a:pt x="5365745" y="0"/>
                </a:lnTo>
                <a:cubicBezTo>
                  <a:pt x="5400818" y="0"/>
                  <a:pt x="5429250" y="28432"/>
                  <a:pt x="5429250" y="63505"/>
                </a:cubicBezTo>
                <a:lnTo>
                  <a:pt x="5429250" y="1650995"/>
                </a:lnTo>
                <a:cubicBezTo>
                  <a:pt x="5429250" y="1686068"/>
                  <a:pt x="5400818" y="1714500"/>
                  <a:pt x="5365745" y="1714500"/>
                </a:cubicBezTo>
                <a:lnTo>
                  <a:pt x="63505" y="1714500"/>
                </a:lnTo>
                <a:cubicBezTo>
                  <a:pt x="28432" y="1714500"/>
                  <a:pt x="0" y="1686068"/>
                  <a:pt x="0" y="1650995"/>
                </a:cubicBezTo>
                <a:lnTo>
                  <a:pt x="0" y="63505"/>
                </a:lnTo>
                <a:cubicBezTo>
                  <a:pt x="0" y="28456"/>
                  <a:pt x="28456" y="0"/>
                  <a:pt x="635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6405563" y="5199063"/>
            <a:ext cx="5286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5DF7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 End Study Session Response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6405563" y="5326063"/>
            <a:ext cx="5286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{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532563" y="5453063"/>
            <a:ext cx="5159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"summary": {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659563" y="5580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"xp_gained": 50,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6659563" y="5707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"levelProgress": {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786563" y="5834063"/>
            <a:ext cx="4905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"currentXp": 450,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6786563" y="5961063"/>
            <a:ext cx="4905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"requiredXp": 500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659563" y="6088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},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6659563" y="6215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"streak_updated": true,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6659563" y="6342063"/>
            <a:ext cx="5032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"achievements_unlocked": ["Focused Learner"]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6532563" y="6469063"/>
            <a:ext cx="5159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405563" y="6596063"/>
            <a:ext cx="528637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321469" y="7084219"/>
            <a:ext cx="5707063" cy="357188"/>
          </a:xfrm>
          <a:custGeom>
            <a:avLst/>
            <a:gdLst/>
            <a:ahLst/>
            <a:cxnLst/>
            <a:rect l="l" t="t" r="r" b="b"/>
            <a:pathLst>
              <a:path w="5707063" h="357188">
                <a:moveTo>
                  <a:pt x="63501" y="0"/>
                </a:moveTo>
                <a:lnTo>
                  <a:pt x="5643562" y="0"/>
                </a:lnTo>
                <a:cubicBezTo>
                  <a:pt x="5678632" y="0"/>
                  <a:pt x="5707063" y="28430"/>
                  <a:pt x="5707063" y="63501"/>
                </a:cubicBezTo>
                <a:lnTo>
                  <a:pt x="5707063" y="293687"/>
                </a:lnTo>
                <a:cubicBezTo>
                  <a:pt x="5707063" y="328757"/>
                  <a:pt x="5678632" y="357188"/>
                  <a:pt x="5643562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36563" y="71993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4641" y="0"/>
                  <a:pt x="65782" y="248"/>
                  <a:pt x="66824" y="719"/>
                </a:cubicBezTo>
                <a:lnTo>
                  <a:pt x="113556" y="20538"/>
                </a:lnTo>
                <a:cubicBezTo>
                  <a:pt x="119013" y="22845"/>
                  <a:pt x="123081" y="28228"/>
                  <a:pt x="123056" y="34727"/>
                </a:cubicBezTo>
                <a:cubicBezTo>
                  <a:pt x="122932" y="59333"/>
                  <a:pt x="112812" y="104353"/>
                  <a:pt x="70073" y="124817"/>
                </a:cubicBezTo>
                <a:cubicBezTo>
                  <a:pt x="65931" y="126802"/>
                  <a:pt x="61119" y="126802"/>
                  <a:pt x="56976" y="124817"/>
                </a:cubicBezTo>
                <a:cubicBezTo>
                  <a:pt x="14213" y="104353"/>
                  <a:pt x="4118" y="59333"/>
                  <a:pt x="3994" y="34727"/>
                </a:cubicBezTo>
                <a:cubicBezTo>
                  <a:pt x="3969" y="28228"/>
                  <a:pt x="8037" y="22845"/>
                  <a:pt x="13494" y="20538"/>
                </a:cubicBezTo>
                <a:lnTo>
                  <a:pt x="60201" y="719"/>
                </a:lnTo>
                <a:cubicBezTo>
                  <a:pt x="61243" y="248"/>
                  <a:pt x="62359" y="0"/>
                  <a:pt x="63500" y="0"/>
                </a:cubicBezTo>
                <a:close/>
                <a:moveTo>
                  <a:pt x="63500" y="16570"/>
                </a:moveTo>
                <a:lnTo>
                  <a:pt x="63500" y="110356"/>
                </a:lnTo>
                <a:cubicBezTo>
                  <a:pt x="97730" y="93787"/>
                  <a:pt x="106933" y="57076"/>
                  <a:pt x="107156" y="35099"/>
                </a:cubicBezTo>
                <a:lnTo>
                  <a:pt x="63500" y="16594"/>
                </a:lnTo>
                <a:lnTo>
                  <a:pt x="63500" y="16594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3" name="Text 71"/>
          <p:cNvSpPr/>
          <p:nvPr/>
        </p:nvSpPr>
        <p:spPr>
          <a:xfrm>
            <a:off x="642938" y="7183438"/>
            <a:ext cx="3762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Security: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All protected routes verify JWT via authenticateToken middleware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6163469" y="7084219"/>
            <a:ext cx="5707063" cy="357188"/>
          </a:xfrm>
          <a:custGeom>
            <a:avLst/>
            <a:gdLst/>
            <a:ahLst/>
            <a:cxnLst/>
            <a:rect l="l" t="t" r="r" b="b"/>
            <a:pathLst>
              <a:path w="5707063" h="357188">
                <a:moveTo>
                  <a:pt x="63501" y="0"/>
                </a:moveTo>
                <a:lnTo>
                  <a:pt x="5643562" y="0"/>
                </a:lnTo>
                <a:cubicBezTo>
                  <a:pt x="5678632" y="0"/>
                  <a:pt x="5707063" y="28430"/>
                  <a:pt x="5707063" y="63501"/>
                </a:cubicBezTo>
                <a:lnTo>
                  <a:pt x="5707063" y="293687"/>
                </a:lnTo>
                <a:cubicBezTo>
                  <a:pt x="5707063" y="328757"/>
                  <a:pt x="5678632" y="357188"/>
                  <a:pt x="5643562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78563" y="71993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63500" y="33734"/>
                </a:moveTo>
                <a:cubicBezTo>
                  <a:pt x="66799" y="33734"/>
                  <a:pt x="69453" y="36388"/>
                  <a:pt x="69453" y="39688"/>
                </a:cubicBezTo>
                <a:lnTo>
                  <a:pt x="69453" y="67469"/>
                </a:lnTo>
                <a:cubicBezTo>
                  <a:pt x="69453" y="70768"/>
                  <a:pt x="66799" y="73422"/>
                  <a:pt x="63500" y="73422"/>
                </a:cubicBezTo>
                <a:cubicBezTo>
                  <a:pt x="60201" y="73422"/>
                  <a:pt x="57547" y="70768"/>
                  <a:pt x="57547" y="67469"/>
                </a:cubicBezTo>
                <a:lnTo>
                  <a:pt x="57547" y="39688"/>
                </a:lnTo>
                <a:cubicBezTo>
                  <a:pt x="57547" y="36388"/>
                  <a:pt x="60201" y="33734"/>
                  <a:pt x="63500" y="33734"/>
                </a:cubicBezTo>
                <a:close/>
                <a:moveTo>
                  <a:pt x="56877" y="87313"/>
                </a:moveTo>
                <a:cubicBezTo>
                  <a:pt x="56726" y="84854"/>
                  <a:pt x="57952" y="82515"/>
                  <a:pt x="60060" y="81241"/>
                </a:cubicBezTo>
                <a:cubicBezTo>
                  <a:pt x="62167" y="79966"/>
                  <a:pt x="64808" y="79966"/>
                  <a:pt x="66915" y="81241"/>
                </a:cubicBezTo>
                <a:cubicBezTo>
                  <a:pt x="69023" y="82515"/>
                  <a:pt x="70249" y="84854"/>
                  <a:pt x="70098" y="87313"/>
                </a:cubicBezTo>
                <a:cubicBezTo>
                  <a:pt x="70249" y="89771"/>
                  <a:pt x="69023" y="92110"/>
                  <a:pt x="66915" y="93384"/>
                </a:cubicBezTo>
                <a:cubicBezTo>
                  <a:pt x="64808" y="94659"/>
                  <a:pt x="62167" y="94659"/>
                  <a:pt x="60060" y="93384"/>
                </a:cubicBezTo>
                <a:cubicBezTo>
                  <a:pt x="57952" y="92110"/>
                  <a:pt x="56726" y="89771"/>
                  <a:pt x="56877" y="8731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76" name="Text 74"/>
          <p:cNvSpPr/>
          <p:nvPr/>
        </p:nvSpPr>
        <p:spPr>
          <a:xfrm>
            <a:off x="6484938" y="7183438"/>
            <a:ext cx="3421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Error Handling: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Consistent format { "success": false, "message": "..." }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1039812" cy="230188"/>
          </a:xfrm>
          <a:custGeom>
            <a:avLst/>
            <a:gdLst/>
            <a:ahLst/>
            <a:cxnLst/>
            <a:rect l="l" t="t" r="r" b="b"/>
            <a:pathLst>
              <a:path w="1039812" h="230188">
                <a:moveTo>
                  <a:pt x="115094" y="0"/>
                </a:moveTo>
                <a:lnTo>
                  <a:pt x="924719" y="0"/>
                </a:lnTo>
                <a:cubicBezTo>
                  <a:pt x="988241" y="0"/>
                  <a:pt x="1039812" y="51572"/>
                  <a:pt x="1039812" y="115094"/>
                </a:cubicBezTo>
                <a:lnTo>
                  <a:pt x="1039812" y="115094"/>
                </a:lnTo>
                <a:cubicBezTo>
                  <a:pt x="1039812" y="178616"/>
                  <a:pt x="988241" y="230188"/>
                  <a:pt x="92471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889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INTEGRATION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AI Study Assistant: Guided Learning, Not Answer Giving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1469" y="1258094"/>
            <a:ext cx="5691188" cy="2944813"/>
          </a:xfrm>
          <a:custGeom>
            <a:avLst/>
            <a:gdLst/>
            <a:ahLst/>
            <a:cxnLst/>
            <a:rect l="l" t="t" r="r" b="b"/>
            <a:pathLst>
              <a:path w="5691188" h="2944813">
                <a:moveTo>
                  <a:pt x="95265" y="0"/>
                </a:moveTo>
                <a:lnTo>
                  <a:pt x="5595923" y="0"/>
                </a:lnTo>
                <a:cubicBezTo>
                  <a:pt x="5648536" y="0"/>
                  <a:pt x="5691188" y="42651"/>
                  <a:pt x="5691188" y="95265"/>
                </a:cubicBezTo>
                <a:lnTo>
                  <a:pt x="5691188" y="2849548"/>
                </a:lnTo>
                <a:cubicBezTo>
                  <a:pt x="5691188" y="2902161"/>
                  <a:pt x="5648536" y="2944813"/>
                  <a:pt x="5595923" y="2944813"/>
                </a:cubicBezTo>
                <a:lnTo>
                  <a:pt x="95265" y="2944813"/>
                </a:lnTo>
                <a:cubicBezTo>
                  <a:pt x="42651" y="2944813"/>
                  <a:pt x="0" y="2902161"/>
                  <a:pt x="0" y="2849548"/>
                </a:cubicBezTo>
                <a:lnTo>
                  <a:pt x="0" y="95265"/>
                </a:lnTo>
                <a:cubicBezTo>
                  <a:pt x="0" y="42651"/>
                  <a:pt x="42651" y="0"/>
                  <a:pt x="9526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4031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59531" y="19844"/>
                </a:moveTo>
                <a:cubicBezTo>
                  <a:pt x="59531" y="14356"/>
                  <a:pt x="63965" y="9922"/>
                  <a:pt x="69453" y="9922"/>
                </a:cubicBezTo>
                <a:lnTo>
                  <a:pt x="89297" y="9922"/>
                </a:lnTo>
                <a:cubicBezTo>
                  <a:pt x="94785" y="9922"/>
                  <a:pt x="99219" y="14356"/>
                  <a:pt x="99219" y="19844"/>
                </a:cubicBezTo>
                <a:lnTo>
                  <a:pt x="99219" y="39688"/>
                </a:lnTo>
                <a:cubicBezTo>
                  <a:pt x="99219" y="45176"/>
                  <a:pt x="94785" y="49609"/>
                  <a:pt x="89297" y="49609"/>
                </a:cubicBezTo>
                <a:lnTo>
                  <a:pt x="86816" y="49609"/>
                </a:lnTo>
                <a:lnTo>
                  <a:pt x="86816" y="69453"/>
                </a:lnTo>
                <a:lnTo>
                  <a:pt x="124023" y="69453"/>
                </a:lnTo>
                <a:cubicBezTo>
                  <a:pt x="136364" y="69453"/>
                  <a:pt x="146348" y="79437"/>
                  <a:pt x="146348" y="91777"/>
                </a:cubicBezTo>
                <a:lnTo>
                  <a:pt x="146348" y="109141"/>
                </a:lnTo>
                <a:lnTo>
                  <a:pt x="148828" y="109141"/>
                </a:lnTo>
                <a:cubicBezTo>
                  <a:pt x="154316" y="109141"/>
                  <a:pt x="158750" y="113574"/>
                  <a:pt x="158750" y="119062"/>
                </a:cubicBezTo>
                <a:lnTo>
                  <a:pt x="158750" y="138906"/>
                </a:lnTo>
                <a:cubicBezTo>
                  <a:pt x="158750" y="144394"/>
                  <a:pt x="154316" y="148828"/>
                  <a:pt x="148828" y="148828"/>
                </a:cubicBezTo>
                <a:lnTo>
                  <a:pt x="128984" y="148828"/>
                </a:lnTo>
                <a:cubicBezTo>
                  <a:pt x="123496" y="148828"/>
                  <a:pt x="119062" y="144394"/>
                  <a:pt x="119062" y="138906"/>
                </a:cubicBezTo>
                <a:lnTo>
                  <a:pt x="119062" y="119062"/>
                </a:lnTo>
                <a:cubicBezTo>
                  <a:pt x="119062" y="113574"/>
                  <a:pt x="123496" y="109141"/>
                  <a:pt x="128984" y="109141"/>
                </a:cubicBezTo>
                <a:lnTo>
                  <a:pt x="131465" y="109141"/>
                </a:lnTo>
                <a:lnTo>
                  <a:pt x="131465" y="91777"/>
                </a:lnTo>
                <a:cubicBezTo>
                  <a:pt x="131465" y="87654"/>
                  <a:pt x="128147" y="84336"/>
                  <a:pt x="124023" y="84336"/>
                </a:cubicBezTo>
                <a:lnTo>
                  <a:pt x="86816" y="84336"/>
                </a:lnTo>
                <a:lnTo>
                  <a:pt x="86816" y="109141"/>
                </a:lnTo>
                <a:lnTo>
                  <a:pt x="89297" y="109141"/>
                </a:lnTo>
                <a:cubicBezTo>
                  <a:pt x="94785" y="109141"/>
                  <a:pt x="99219" y="113574"/>
                  <a:pt x="99219" y="119062"/>
                </a:cubicBezTo>
                <a:lnTo>
                  <a:pt x="99219" y="138906"/>
                </a:lnTo>
                <a:cubicBezTo>
                  <a:pt x="99219" y="144394"/>
                  <a:pt x="94785" y="148828"/>
                  <a:pt x="89297" y="148828"/>
                </a:cubicBezTo>
                <a:lnTo>
                  <a:pt x="69453" y="148828"/>
                </a:lnTo>
                <a:cubicBezTo>
                  <a:pt x="63965" y="148828"/>
                  <a:pt x="59531" y="144394"/>
                  <a:pt x="59531" y="138906"/>
                </a:cubicBezTo>
                <a:lnTo>
                  <a:pt x="59531" y="119062"/>
                </a:lnTo>
                <a:cubicBezTo>
                  <a:pt x="59531" y="113574"/>
                  <a:pt x="63965" y="109141"/>
                  <a:pt x="69453" y="109141"/>
                </a:cubicBezTo>
                <a:lnTo>
                  <a:pt x="71934" y="109141"/>
                </a:lnTo>
                <a:lnTo>
                  <a:pt x="71934" y="84336"/>
                </a:lnTo>
                <a:lnTo>
                  <a:pt x="34727" y="84336"/>
                </a:lnTo>
                <a:cubicBezTo>
                  <a:pt x="30603" y="84336"/>
                  <a:pt x="27285" y="87654"/>
                  <a:pt x="27285" y="91777"/>
                </a:cubicBezTo>
                <a:lnTo>
                  <a:pt x="27285" y="109141"/>
                </a:lnTo>
                <a:lnTo>
                  <a:pt x="29766" y="109141"/>
                </a:lnTo>
                <a:cubicBezTo>
                  <a:pt x="35254" y="109141"/>
                  <a:pt x="39688" y="113574"/>
                  <a:pt x="39688" y="119062"/>
                </a:cubicBezTo>
                <a:lnTo>
                  <a:pt x="39688" y="138906"/>
                </a:lnTo>
                <a:cubicBezTo>
                  <a:pt x="39688" y="144394"/>
                  <a:pt x="35254" y="148828"/>
                  <a:pt x="29766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19062"/>
                </a:lnTo>
                <a:cubicBezTo>
                  <a:pt x="0" y="113574"/>
                  <a:pt x="4434" y="109141"/>
                  <a:pt x="9922" y="109141"/>
                </a:cubicBezTo>
                <a:lnTo>
                  <a:pt x="12402" y="109141"/>
                </a:lnTo>
                <a:lnTo>
                  <a:pt x="12402" y="91777"/>
                </a:lnTo>
                <a:cubicBezTo>
                  <a:pt x="12402" y="79437"/>
                  <a:pt x="22386" y="69453"/>
                  <a:pt x="34727" y="69453"/>
                </a:cubicBezTo>
                <a:lnTo>
                  <a:pt x="71934" y="69453"/>
                </a:lnTo>
                <a:lnTo>
                  <a:pt x="71934" y="49609"/>
                </a:lnTo>
                <a:lnTo>
                  <a:pt x="69453" y="49609"/>
                </a:lnTo>
                <a:cubicBezTo>
                  <a:pt x="63965" y="49609"/>
                  <a:pt x="59531" y="45176"/>
                  <a:pt x="59531" y="39688"/>
                </a:cubicBezTo>
                <a:lnTo>
                  <a:pt x="59531" y="19844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Text 6"/>
          <p:cNvSpPr/>
          <p:nvPr/>
        </p:nvSpPr>
        <p:spPr>
          <a:xfrm>
            <a:off x="682625" y="1420813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770063"/>
            <a:ext cx="2476500" cy="349250"/>
          </a:xfrm>
          <a:custGeom>
            <a:avLst/>
            <a:gdLst/>
            <a:ahLst/>
            <a:cxnLst/>
            <a:rect l="l" t="t" r="r" b="b"/>
            <a:pathLst>
              <a:path w="2476500" h="349250">
                <a:moveTo>
                  <a:pt x="63501" y="0"/>
                </a:moveTo>
                <a:lnTo>
                  <a:pt x="2412999" y="0"/>
                </a:lnTo>
                <a:cubicBezTo>
                  <a:pt x="2448070" y="0"/>
                  <a:pt x="2476500" y="28430"/>
                  <a:pt x="2476500" y="63501"/>
                </a:cubicBezTo>
                <a:lnTo>
                  <a:pt x="2476500" y="285749"/>
                </a:lnTo>
                <a:cubicBezTo>
                  <a:pt x="2476500" y="320820"/>
                  <a:pt x="2448070" y="349250"/>
                  <a:pt x="2412999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1656" y="1865312"/>
            <a:ext cx="234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 Question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3563" y="188118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3438" y="1770063"/>
            <a:ext cx="2476500" cy="349250"/>
          </a:xfrm>
          <a:custGeom>
            <a:avLst/>
            <a:gdLst/>
            <a:ahLst/>
            <a:cxnLst/>
            <a:rect l="l" t="t" r="r" b="b"/>
            <a:pathLst>
              <a:path w="2476500" h="349250">
                <a:moveTo>
                  <a:pt x="63501" y="0"/>
                </a:moveTo>
                <a:lnTo>
                  <a:pt x="2412999" y="0"/>
                </a:lnTo>
                <a:cubicBezTo>
                  <a:pt x="2448070" y="0"/>
                  <a:pt x="2476500" y="28430"/>
                  <a:pt x="2476500" y="63501"/>
                </a:cubicBezTo>
                <a:lnTo>
                  <a:pt x="2476500" y="285749"/>
                </a:lnTo>
                <a:cubicBezTo>
                  <a:pt x="2476500" y="320820"/>
                  <a:pt x="2448070" y="349250"/>
                  <a:pt x="2412999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440906" y="1865312"/>
            <a:ext cx="234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Backend Server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107531" y="2214563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8156" y="2472531"/>
            <a:ext cx="5357813" cy="865188"/>
          </a:xfrm>
          <a:custGeom>
            <a:avLst/>
            <a:gdLst/>
            <a:ahLst/>
            <a:cxnLst/>
            <a:rect l="l" t="t" r="r" b="b"/>
            <a:pathLst>
              <a:path w="5357813" h="865188">
                <a:moveTo>
                  <a:pt x="63496" y="0"/>
                </a:moveTo>
                <a:lnTo>
                  <a:pt x="5294316" y="0"/>
                </a:lnTo>
                <a:cubicBezTo>
                  <a:pt x="5329384" y="0"/>
                  <a:pt x="5357813" y="28428"/>
                  <a:pt x="5357813" y="63496"/>
                </a:cubicBezTo>
                <a:lnTo>
                  <a:pt x="5357813" y="801691"/>
                </a:lnTo>
                <a:cubicBezTo>
                  <a:pt x="5357813" y="836759"/>
                  <a:pt x="5329384" y="865188"/>
                  <a:pt x="5294316" y="865188"/>
                </a:cubicBezTo>
                <a:lnTo>
                  <a:pt x="63496" y="865188"/>
                </a:lnTo>
                <a:cubicBezTo>
                  <a:pt x="28428" y="865188"/>
                  <a:pt x="0" y="836759"/>
                  <a:pt x="0" y="801691"/>
                </a:cubicBezTo>
                <a:lnTo>
                  <a:pt x="0" y="63496"/>
                </a:lnTo>
                <a:cubicBezTo>
                  <a:pt x="0" y="28452"/>
                  <a:pt x="28452" y="0"/>
                  <a:pt x="63496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375" y="2571750"/>
            <a:ext cx="5214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7375" y="2794000"/>
            <a:ext cx="520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System context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7375" y="2952750"/>
            <a:ext cx="520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Conversation history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7375" y="3111500"/>
            <a:ext cx="520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Mode-specific instructions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107531" y="3436938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Shape 19"/>
          <p:cNvSpPr/>
          <p:nvPr/>
        </p:nvSpPr>
        <p:spPr>
          <a:xfrm>
            <a:off x="484187" y="3690937"/>
            <a:ext cx="2476500" cy="349250"/>
          </a:xfrm>
          <a:custGeom>
            <a:avLst/>
            <a:gdLst/>
            <a:ahLst/>
            <a:cxnLst/>
            <a:rect l="l" t="t" r="r" b="b"/>
            <a:pathLst>
              <a:path w="2476500" h="349250">
                <a:moveTo>
                  <a:pt x="63501" y="0"/>
                </a:moveTo>
                <a:lnTo>
                  <a:pt x="2412999" y="0"/>
                </a:lnTo>
                <a:cubicBezTo>
                  <a:pt x="2448070" y="0"/>
                  <a:pt x="2476500" y="28430"/>
                  <a:pt x="2476500" y="63501"/>
                </a:cubicBezTo>
                <a:lnTo>
                  <a:pt x="2476500" y="285749"/>
                </a:lnTo>
                <a:cubicBezTo>
                  <a:pt x="2476500" y="320820"/>
                  <a:pt x="2448070" y="349250"/>
                  <a:pt x="2412999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51656" y="3786188"/>
            <a:ext cx="234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Kimi API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103563" y="380206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69106"/>
                </a:moveTo>
                <a:cubicBezTo>
                  <a:pt x="127769" y="66005"/>
                  <a:pt x="127769" y="60970"/>
                  <a:pt x="124668" y="57869"/>
                </a:cubicBezTo>
                <a:lnTo>
                  <a:pt x="84981" y="18182"/>
                </a:lnTo>
                <a:cubicBezTo>
                  <a:pt x="81880" y="15081"/>
                  <a:pt x="76845" y="15081"/>
                  <a:pt x="73744" y="18182"/>
                </a:cubicBezTo>
                <a:cubicBezTo>
                  <a:pt x="70644" y="21282"/>
                  <a:pt x="70644" y="26318"/>
                  <a:pt x="73744" y="29418"/>
                </a:cubicBezTo>
                <a:lnTo>
                  <a:pt x="99888" y="55563"/>
                </a:lnTo>
                <a:lnTo>
                  <a:pt x="7938" y="55563"/>
                </a:lnTo>
                <a:cubicBezTo>
                  <a:pt x="3547" y="55563"/>
                  <a:pt x="0" y="59110"/>
                  <a:pt x="0" y="63500"/>
                </a:cubicBezTo>
                <a:cubicBezTo>
                  <a:pt x="0" y="67890"/>
                  <a:pt x="3547" y="71438"/>
                  <a:pt x="7938" y="71438"/>
                </a:cubicBezTo>
                <a:lnTo>
                  <a:pt x="99888" y="71438"/>
                </a:lnTo>
                <a:lnTo>
                  <a:pt x="73744" y="97582"/>
                </a:lnTo>
                <a:cubicBezTo>
                  <a:pt x="70644" y="100682"/>
                  <a:pt x="70644" y="105718"/>
                  <a:pt x="73744" y="108818"/>
                </a:cubicBezTo>
                <a:cubicBezTo>
                  <a:pt x="76845" y="111919"/>
                  <a:pt x="81880" y="111919"/>
                  <a:pt x="84981" y="108818"/>
                </a:cubicBezTo>
                <a:lnTo>
                  <a:pt x="124668" y="6913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4" name="Shape 22"/>
          <p:cNvSpPr/>
          <p:nvPr/>
        </p:nvSpPr>
        <p:spPr>
          <a:xfrm>
            <a:off x="3373438" y="3690937"/>
            <a:ext cx="2476500" cy="349250"/>
          </a:xfrm>
          <a:custGeom>
            <a:avLst/>
            <a:gdLst/>
            <a:ahLst/>
            <a:cxnLst/>
            <a:rect l="l" t="t" r="r" b="b"/>
            <a:pathLst>
              <a:path w="2476500" h="349250">
                <a:moveTo>
                  <a:pt x="63501" y="0"/>
                </a:moveTo>
                <a:lnTo>
                  <a:pt x="2412999" y="0"/>
                </a:lnTo>
                <a:cubicBezTo>
                  <a:pt x="2448070" y="0"/>
                  <a:pt x="2476500" y="28430"/>
                  <a:pt x="2476500" y="63501"/>
                </a:cubicBezTo>
                <a:lnTo>
                  <a:pt x="2476500" y="285749"/>
                </a:lnTo>
                <a:cubicBezTo>
                  <a:pt x="2476500" y="320820"/>
                  <a:pt x="2448070" y="349250"/>
                  <a:pt x="2412999" y="349250"/>
                </a:cubicBezTo>
                <a:lnTo>
                  <a:pt x="63501" y="349250"/>
                </a:lnTo>
                <a:cubicBezTo>
                  <a:pt x="28430" y="349250"/>
                  <a:pt x="0" y="320820"/>
                  <a:pt x="0" y="285749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440906" y="3786188"/>
            <a:ext cx="2341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Stored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79344" y="1258094"/>
            <a:ext cx="5691188" cy="1976438"/>
          </a:xfrm>
          <a:custGeom>
            <a:avLst/>
            <a:gdLst/>
            <a:ahLst/>
            <a:cxnLst/>
            <a:rect l="l" t="t" r="r" b="b"/>
            <a:pathLst>
              <a:path w="5691188" h="1976438">
                <a:moveTo>
                  <a:pt x="95245" y="0"/>
                </a:moveTo>
                <a:lnTo>
                  <a:pt x="5595943" y="0"/>
                </a:lnTo>
                <a:cubicBezTo>
                  <a:pt x="5648545" y="0"/>
                  <a:pt x="5691188" y="42642"/>
                  <a:pt x="5691188" y="95245"/>
                </a:cubicBezTo>
                <a:lnTo>
                  <a:pt x="5691188" y="1881193"/>
                </a:lnTo>
                <a:cubicBezTo>
                  <a:pt x="5691188" y="1933795"/>
                  <a:pt x="5648545" y="1976438"/>
                  <a:pt x="5595943" y="1976438"/>
                </a:cubicBezTo>
                <a:lnTo>
                  <a:pt x="95245" y="1976438"/>
                </a:lnTo>
                <a:cubicBezTo>
                  <a:pt x="42642" y="1976438"/>
                  <a:pt x="0" y="1933795"/>
                  <a:pt x="0" y="1881193"/>
                </a:cubicBezTo>
                <a:lnTo>
                  <a:pt x="0" y="95245"/>
                </a:lnTo>
                <a:cubicBezTo>
                  <a:pt x="0" y="42642"/>
                  <a:pt x="42642" y="0"/>
                  <a:pt x="9524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61906" y="1452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2089" y="1612"/>
                </a:moveTo>
                <a:cubicBezTo>
                  <a:pt x="76708" y="-527"/>
                  <a:pt x="82042" y="-527"/>
                  <a:pt x="86661" y="1612"/>
                </a:cubicBezTo>
                <a:lnTo>
                  <a:pt x="154440" y="32928"/>
                </a:lnTo>
                <a:cubicBezTo>
                  <a:pt x="157076" y="34137"/>
                  <a:pt x="158750" y="36773"/>
                  <a:pt x="158750" y="39688"/>
                </a:cubicBezTo>
                <a:cubicBezTo>
                  <a:pt x="158750" y="42602"/>
                  <a:pt x="157076" y="45238"/>
                  <a:pt x="154440" y="46447"/>
                </a:cubicBezTo>
                <a:lnTo>
                  <a:pt x="86661" y="77763"/>
                </a:lnTo>
                <a:cubicBezTo>
                  <a:pt x="82042" y="79902"/>
                  <a:pt x="76708" y="79902"/>
                  <a:pt x="72089" y="77763"/>
                </a:cubicBezTo>
                <a:lnTo>
                  <a:pt x="4310" y="46447"/>
                </a:lnTo>
                <a:cubicBezTo>
                  <a:pt x="1674" y="45207"/>
                  <a:pt x="0" y="42571"/>
                  <a:pt x="0" y="39688"/>
                </a:cubicBezTo>
                <a:cubicBezTo>
                  <a:pt x="0" y="36804"/>
                  <a:pt x="1674" y="34137"/>
                  <a:pt x="4310" y="32928"/>
                </a:cubicBezTo>
                <a:lnTo>
                  <a:pt x="72089" y="1612"/>
                </a:lnTo>
                <a:close/>
                <a:moveTo>
                  <a:pt x="14914" y="67717"/>
                </a:moveTo>
                <a:lnTo>
                  <a:pt x="65856" y="91250"/>
                </a:lnTo>
                <a:cubicBezTo>
                  <a:pt x="74445" y="95219"/>
                  <a:pt x="84336" y="95219"/>
                  <a:pt x="92925" y="91250"/>
                </a:cubicBezTo>
                <a:lnTo>
                  <a:pt x="143867" y="67717"/>
                </a:lnTo>
                <a:lnTo>
                  <a:pt x="154440" y="72616"/>
                </a:lnTo>
                <a:cubicBezTo>
                  <a:pt x="157076" y="73825"/>
                  <a:pt x="158750" y="76460"/>
                  <a:pt x="158750" y="79375"/>
                </a:cubicBezTo>
                <a:cubicBezTo>
                  <a:pt x="158750" y="82290"/>
                  <a:pt x="157076" y="84925"/>
                  <a:pt x="154440" y="86134"/>
                </a:cubicBezTo>
                <a:lnTo>
                  <a:pt x="86661" y="117450"/>
                </a:lnTo>
                <a:cubicBezTo>
                  <a:pt x="82042" y="119590"/>
                  <a:pt x="76708" y="119590"/>
                  <a:pt x="72089" y="117450"/>
                </a:cubicBezTo>
                <a:lnTo>
                  <a:pt x="4310" y="86134"/>
                </a:lnTo>
                <a:cubicBezTo>
                  <a:pt x="1674" y="84894"/>
                  <a:pt x="0" y="82259"/>
                  <a:pt x="0" y="79375"/>
                </a:cubicBezTo>
                <a:cubicBezTo>
                  <a:pt x="0" y="76491"/>
                  <a:pt x="1674" y="73825"/>
                  <a:pt x="4310" y="72616"/>
                </a:cubicBezTo>
                <a:lnTo>
                  <a:pt x="14883" y="67717"/>
                </a:lnTo>
                <a:close/>
                <a:moveTo>
                  <a:pt x="4310" y="112303"/>
                </a:moveTo>
                <a:lnTo>
                  <a:pt x="14883" y="107404"/>
                </a:lnTo>
                <a:lnTo>
                  <a:pt x="65825" y="130938"/>
                </a:lnTo>
                <a:cubicBezTo>
                  <a:pt x="74414" y="134906"/>
                  <a:pt x="84305" y="134906"/>
                  <a:pt x="92894" y="130938"/>
                </a:cubicBezTo>
                <a:lnTo>
                  <a:pt x="143836" y="107404"/>
                </a:lnTo>
                <a:lnTo>
                  <a:pt x="154409" y="112303"/>
                </a:lnTo>
                <a:cubicBezTo>
                  <a:pt x="157045" y="113512"/>
                  <a:pt x="158719" y="116148"/>
                  <a:pt x="158719" y="119062"/>
                </a:cubicBezTo>
                <a:cubicBezTo>
                  <a:pt x="158719" y="121977"/>
                  <a:pt x="157045" y="124613"/>
                  <a:pt x="154409" y="125822"/>
                </a:cubicBezTo>
                <a:lnTo>
                  <a:pt x="86630" y="157138"/>
                </a:lnTo>
                <a:cubicBezTo>
                  <a:pt x="82010" y="159277"/>
                  <a:pt x="76677" y="159277"/>
                  <a:pt x="72058" y="157138"/>
                </a:cubicBezTo>
                <a:lnTo>
                  <a:pt x="4310" y="125822"/>
                </a:lnTo>
                <a:cubicBezTo>
                  <a:pt x="1674" y="124582"/>
                  <a:pt x="0" y="121946"/>
                  <a:pt x="0" y="119062"/>
                </a:cubicBezTo>
                <a:cubicBezTo>
                  <a:pt x="0" y="116179"/>
                  <a:pt x="1674" y="113512"/>
                  <a:pt x="4310" y="112303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8" name="Text 26"/>
          <p:cNvSpPr/>
          <p:nvPr/>
        </p:nvSpPr>
        <p:spPr>
          <a:xfrm>
            <a:off x="6540500" y="1420813"/>
            <a:ext cx="5246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Four Interaction Modes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42063" y="1770063"/>
            <a:ext cx="2635250" cy="603250"/>
          </a:xfrm>
          <a:custGeom>
            <a:avLst/>
            <a:gdLst/>
            <a:ahLst/>
            <a:cxnLst/>
            <a:rect l="l" t="t" r="r" b="b"/>
            <a:pathLst>
              <a:path w="2635250" h="603250">
                <a:moveTo>
                  <a:pt x="63498" y="0"/>
                </a:moveTo>
                <a:lnTo>
                  <a:pt x="2571752" y="0"/>
                </a:lnTo>
                <a:cubicBezTo>
                  <a:pt x="2606821" y="0"/>
                  <a:pt x="2635250" y="28429"/>
                  <a:pt x="2635250" y="63498"/>
                </a:cubicBezTo>
                <a:lnTo>
                  <a:pt x="2635250" y="539752"/>
                </a:lnTo>
                <a:cubicBezTo>
                  <a:pt x="2635250" y="574821"/>
                  <a:pt x="2606821" y="603250"/>
                  <a:pt x="25717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437313" y="1865312"/>
            <a:ext cx="250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Learn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37313" y="2119313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Socratic dialogue to guide discovery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072563" y="1770063"/>
            <a:ext cx="2635250" cy="603250"/>
          </a:xfrm>
          <a:custGeom>
            <a:avLst/>
            <a:gdLst/>
            <a:ahLst/>
            <a:cxnLst/>
            <a:rect l="l" t="t" r="r" b="b"/>
            <a:pathLst>
              <a:path w="2635250" h="603250">
                <a:moveTo>
                  <a:pt x="63498" y="0"/>
                </a:moveTo>
                <a:lnTo>
                  <a:pt x="2571752" y="0"/>
                </a:lnTo>
                <a:cubicBezTo>
                  <a:pt x="2606821" y="0"/>
                  <a:pt x="2635250" y="28429"/>
                  <a:pt x="2635250" y="63498"/>
                </a:cubicBezTo>
                <a:lnTo>
                  <a:pt x="2635250" y="539752"/>
                </a:lnTo>
                <a:cubicBezTo>
                  <a:pt x="2635250" y="574821"/>
                  <a:pt x="2606821" y="603250"/>
                  <a:pt x="25717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9167813" y="1865312"/>
            <a:ext cx="250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Quiz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67813" y="2119313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Generate practice questions with answers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42063" y="2468563"/>
            <a:ext cx="2635250" cy="603250"/>
          </a:xfrm>
          <a:custGeom>
            <a:avLst/>
            <a:gdLst/>
            <a:ahLst/>
            <a:cxnLst/>
            <a:rect l="l" t="t" r="r" b="b"/>
            <a:pathLst>
              <a:path w="2635250" h="603250">
                <a:moveTo>
                  <a:pt x="63498" y="0"/>
                </a:moveTo>
                <a:lnTo>
                  <a:pt x="2571752" y="0"/>
                </a:lnTo>
                <a:cubicBezTo>
                  <a:pt x="2606821" y="0"/>
                  <a:pt x="2635250" y="28429"/>
                  <a:pt x="2635250" y="63498"/>
                </a:cubicBezTo>
                <a:lnTo>
                  <a:pt x="2635250" y="539752"/>
                </a:lnTo>
                <a:cubicBezTo>
                  <a:pt x="2635250" y="574821"/>
                  <a:pt x="2606821" y="603250"/>
                  <a:pt x="25717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437313" y="2563813"/>
            <a:ext cx="250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Hint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37313" y="2817813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Provide progressive clues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072563" y="2468563"/>
            <a:ext cx="2635250" cy="603250"/>
          </a:xfrm>
          <a:custGeom>
            <a:avLst/>
            <a:gdLst/>
            <a:ahLst/>
            <a:cxnLst/>
            <a:rect l="l" t="t" r="r" b="b"/>
            <a:pathLst>
              <a:path w="2635250" h="603250">
                <a:moveTo>
                  <a:pt x="63498" y="0"/>
                </a:moveTo>
                <a:lnTo>
                  <a:pt x="2571752" y="0"/>
                </a:lnTo>
                <a:cubicBezTo>
                  <a:pt x="2606821" y="0"/>
                  <a:pt x="2635250" y="28429"/>
                  <a:pt x="2635250" y="63498"/>
                </a:cubicBezTo>
                <a:lnTo>
                  <a:pt x="2635250" y="539752"/>
                </a:lnTo>
                <a:cubicBezTo>
                  <a:pt x="2635250" y="574821"/>
                  <a:pt x="2606821" y="603250"/>
                  <a:pt x="25717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9167813" y="2563813"/>
            <a:ext cx="250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Explain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167813" y="2817813"/>
            <a:ext cx="2500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Break down concepts step-by-step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179344" y="3369469"/>
            <a:ext cx="5691188" cy="611188"/>
          </a:xfrm>
          <a:custGeom>
            <a:avLst/>
            <a:gdLst/>
            <a:ahLst/>
            <a:cxnLst/>
            <a:rect l="l" t="t" r="r" b="b"/>
            <a:pathLst>
              <a:path w="5691188" h="611188">
                <a:moveTo>
                  <a:pt x="95247" y="0"/>
                </a:moveTo>
                <a:lnTo>
                  <a:pt x="5595940" y="0"/>
                </a:lnTo>
                <a:cubicBezTo>
                  <a:pt x="5648544" y="0"/>
                  <a:pt x="5691187" y="42644"/>
                  <a:pt x="5691187" y="95247"/>
                </a:cubicBezTo>
                <a:lnTo>
                  <a:pt x="5691188" y="515940"/>
                </a:lnTo>
                <a:cubicBezTo>
                  <a:pt x="5691187" y="568544"/>
                  <a:pt x="5648544" y="611188"/>
                  <a:pt x="5595940" y="611188"/>
                </a:cubicBezTo>
                <a:lnTo>
                  <a:pt x="95247" y="611188"/>
                </a:lnTo>
                <a:cubicBezTo>
                  <a:pt x="42644" y="611188"/>
                  <a:pt x="0" y="568544"/>
                  <a:pt x="0" y="515940"/>
                </a:cubicBezTo>
                <a:lnTo>
                  <a:pt x="0" y="95247"/>
                </a:lnTo>
                <a:cubicBezTo>
                  <a:pt x="0" y="42679"/>
                  <a:pt x="42679" y="0"/>
                  <a:pt x="95247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59922" y="3595688"/>
            <a:ext cx="99219" cy="158750"/>
          </a:xfrm>
          <a:custGeom>
            <a:avLst/>
            <a:gdLst/>
            <a:ahLst/>
            <a:cxnLst/>
            <a:rect l="l" t="t" r="r" b="b"/>
            <a:pathLst>
              <a:path w="99219" h="158750">
                <a:moveTo>
                  <a:pt x="42168" y="7441"/>
                </a:moveTo>
                <a:cubicBezTo>
                  <a:pt x="42168" y="3318"/>
                  <a:pt x="45486" y="0"/>
                  <a:pt x="49609" y="0"/>
                </a:cubicBezTo>
                <a:cubicBezTo>
                  <a:pt x="53733" y="0"/>
                  <a:pt x="57051" y="3318"/>
                  <a:pt x="57051" y="7441"/>
                </a:cubicBezTo>
                <a:lnTo>
                  <a:pt x="57051" y="19844"/>
                </a:lnTo>
                <a:lnTo>
                  <a:pt x="74414" y="19844"/>
                </a:lnTo>
                <a:cubicBezTo>
                  <a:pt x="79902" y="19844"/>
                  <a:pt x="84336" y="24278"/>
                  <a:pt x="84336" y="29766"/>
                </a:cubicBezTo>
                <a:cubicBezTo>
                  <a:pt x="84336" y="35254"/>
                  <a:pt x="79902" y="39688"/>
                  <a:pt x="74414" y="39688"/>
                </a:cubicBezTo>
                <a:lnTo>
                  <a:pt x="38788" y="39688"/>
                </a:lnTo>
                <a:cubicBezTo>
                  <a:pt x="31068" y="39688"/>
                  <a:pt x="24805" y="45951"/>
                  <a:pt x="24805" y="53671"/>
                </a:cubicBezTo>
                <a:cubicBezTo>
                  <a:pt x="24805" y="60647"/>
                  <a:pt x="29921" y="66539"/>
                  <a:pt x="36804" y="67531"/>
                </a:cubicBezTo>
                <a:lnTo>
                  <a:pt x="65205" y="71593"/>
                </a:lnTo>
                <a:cubicBezTo>
                  <a:pt x="81886" y="73980"/>
                  <a:pt x="94258" y="88243"/>
                  <a:pt x="94258" y="105079"/>
                </a:cubicBezTo>
                <a:cubicBezTo>
                  <a:pt x="94258" y="123775"/>
                  <a:pt x="79096" y="138906"/>
                  <a:pt x="60430" y="138906"/>
                </a:cubicBezTo>
                <a:lnTo>
                  <a:pt x="57051" y="138906"/>
                </a:lnTo>
                <a:lnTo>
                  <a:pt x="57051" y="151309"/>
                </a:lnTo>
                <a:cubicBezTo>
                  <a:pt x="57051" y="155432"/>
                  <a:pt x="53733" y="158750"/>
                  <a:pt x="49609" y="158750"/>
                </a:cubicBezTo>
                <a:cubicBezTo>
                  <a:pt x="45486" y="158750"/>
                  <a:pt x="42168" y="155432"/>
                  <a:pt x="42168" y="151309"/>
                </a:cubicBezTo>
                <a:lnTo>
                  <a:pt x="42168" y="138906"/>
                </a:lnTo>
                <a:lnTo>
                  <a:pt x="19844" y="138906"/>
                </a:lnTo>
                <a:cubicBezTo>
                  <a:pt x="14356" y="138906"/>
                  <a:pt x="9922" y="134472"/>
                  <a:pt x="9922" y="128984"/>
                </a:cubicBezTo>
                <a:cubicBezTo>
                  <a:pt x="9922" y="123496"/>
                  <a:pt x="14356" y="119062"/>
                  <a:pt x="19844" y="119062"/>
                </a:cubicBezTo>
                <a:lnTo>
                  <a:pt x="60430" y="119062"/>
                </a:lnTo>
                <a:cubicBezTo>
                  <a:pt x="68151" y="119062"/>
                  <a:pt x="74414" y="112799"/>
                  <a:pt x="74414" y="105079"/>
                </a:cubicBezTo>
                <a:cubicBezTo>
                  <a:pt x="74414" y="98103"/>
                  <a:pt x="69298" y="92211"/>
                  <a:pt x="62415" y="91219"/>
                </a:cubicBezTo>
                <a:lnTo>
                  <a:pt x="34013" y="87157"/>
                </a:lnTo>
                <a:cubicBezTo>
                  <a:pt x="17332" y="84801"/>
                  <a:pt x="4961" y="70507"/>
                  <a:pt x="4961" y="53671"/>
                </a:cubicBezTo>
                <a:cubicBezTo>
                  <a:pt x="4961" y="35006"/>
                  <a:pt x="20123" y="19844"/>
                  <a:pt x="38788" y="19844"/>
                </a:cubicBezTo>
                <a:lnTo>
                  <a:pt x="42168" y="19844"/>
                </a:lnTo>
                <a:lnTo>
                  <a:pt x="42168" y="744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3" name="Text 41"/>
          <p:cNvSpPr/>
          <p:nvPr/>
        </p:nvSpPr>
        <p:spPr>
          <a:xfrm>
            <a:off x="6604000" y="3500438"/>
            <a:ext cx="3246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Cost Management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604000" y="3690937"/>
            <a:ext cx="3238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~$0.60-3.00 per million tokens; typical student usage &lt;$5/month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321469" y="4369594"/>
            <a:ext cx="11549063" cy="3770313"/>
          </a:xfrm>
          <a:custGeom>
            <a:avLst/>
            <a:gdLst/>
            <a:ahLst/>
            <a:cxnLst/>
            <a:rect l="l" t="t" r="r" b="b"/>
            <a:pathLst>
              <a:path w="11549063" h="3770313">
                <a:moveTo>
                  <a:pt x="95238" y="0"/>
                </a:moveTo>
                <a:lnTo>
                  <a:pt x="11453824" y="0"/>
                </a:lnTo>
                <a:cubicBezTo>
                  <a:pt x="11506423" y="0"/>
                  <a:pt x="11549063" y="42640"/>
                  <a:pt x="11549063" y="95238"/>
                </a:cubicBezTo>
                <a:lnTo>
                  <a:pt x="11549063" y="3675074"/>
                </a:lnTo>
                <a:cubicBezTo>
                  <a:pt x="11549062" y="3727673"/>
                  <a:pt x="11506423" y="3770313"/>
                  <a:pt x="11453824" y="3770312"/>
                </a:cubicBezTo>
                <a:lnTo>
                  <a:pt x="95238" y="3770313"/>
                </a:lnTo>
                <a:cubicBezTo>
                  <a:pt x="42640" y="3770312"/>
                  <a:pt x="0" y="3727673"/>
                  <a:pt x="0" y="3675074"/>
                </a:cubicBezTo>
                <a:lnTo>
                  <a:pt x="0" y="95238"/>
                </a:lnTo>
                <a:cubicBezTo>
                  <a:pt x="0" y="42675"/>
                  <a:pt x="42675" y="0"/>
                  <a:pt x="95238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109" y="45640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9062" y="44648"/>
                </a:moveTo>
                <a:cubicBezTo>
                  <a:pt x="119062" y="74786"/>
                  <a:pt x="92397" y="99219"/>
                  <a:pt x="59531" y="99219"/>
                </a:cubicBezTo>
                <a:cubicBezTo>
                  <a:pt x="51253" y="99219"/>
                  <a:pt x="43377" y="97668"/>
                  <a:pt x="36215" y="94878"/>
                </a:cubicBezTo>
                <a:lnTo>
                  <a:pt x="10914" y="108272"/>
                </a:lnTo>
                <a:cubicBezTo>
                  <a:pt x="8031" y="109792"/>
                  <a:pt x="4496" y="109265"/>
                  <a:pt x="2170" y="106970"/>
                </a:cubicBezTo>
                <a:cubicBezTo>
                  <a:pt x="-155" y="104676"/>
                  <a:pt x="-682" y="101110"/>
                  <a:pt x="868" y="98227"/>
                </a:cubicBezTo>
                <a:lnTo>
                  <a:pt x="11906" y="77391"/>
                </a:lnTo>
                <a:cubicBezTo>
                  <a:pt x="4434" y="68275"/>
                  <a:pt x="0" y="56927"/>
                  <a:pt x="0" y="44648"/>
                </a:cubicBezTo>
                <a:cubicBezTo>
                  <a:pt x="0" y="14511"/>
                  <a:pt x="26665" y="-9922"/>
                  <a:pt x="59531" y="-9922"/>
                </a:cubicBezTo>
                <a:cubicBezTo>
                  <a:pt x="92397" y="-9922"/>
                  <a:pt x="119062" y="14511"/>
                  <a:pt x="119062" y="44648"/>
                </a:cubicBezTo>
                <a:close/>
                <a:moveTo>
                  <a:pt x="119062" y="158750"/>
                </a:moveTo>
                <a:cubicBezTo>
                  <a:pt x="89886" y="158750"/>
                  <a:pt x="65608" y="139495"/>
                  <a:pt x="60523" y="114102"/>
                </a:cubicBezTo>
                <a:cubicBezTo>
                  <a:pt x="97730" y="113636"/>
                  <a:pt x="130070" y="87157"/>
                  <a:pt x="133635" y="51253"/>
                </a:cubicBezTo>
                <a:cubicBezTo>
                  <a:pt x="159463" y="57206"/>
                  <a:pt x="178594" y="78631"/>
                  <a:pt x="178594" y="104180"/>
                </a:cubicBezTo>
                <a:cubicBezTo>
                  <a:pt x="178594" y="116458"/>
                  <a:pt x="174160" y="127806"/>
                  <a:pt x="166688" y="136922"/>
                </a:cubicBezTo>
                <a:lnTo>
                  <a:pt x="177726" y="157758"/>
                </a:lnTo>
                <a:cubicBezTo>
                  <a:pt x="179245" y="160641"/>
                  <a:pt x="178718" y="164176"/>
                  <a:pt x="176423" y="166501"/>
                </a:cubicBezTo>
                <a:cubicBezTo>
                  <a:pt x="174129" y="168827"/>
                  <a:pt x="170563" y="169354"/>
                  <a:pt x="167680" y="167804"/>
                </a:cubicBezTo>
                <a:lnTo>
                  <a:pt x="142379" y="154409"/>
                </a:lnTo>
                <a:cubicBezTo>
                  <a:pt x="135217" y="157200"/>
                  <a:pt x="127341" y="158750"/>
                  <a:pt x="119062" y="15875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7" name="Text 45"/>
          <p:cNvSpPr/>
          <p:nvPr/>
        </p:nvSpPr>
        <p:spPr>
          <a:xfrm>
            <a:off x="682625" y="4532313"/>
            <a:ext cx="1110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Sample Interaction (Hint Mode)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84187" y="48815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9" name="Text 47"/>
          <p:cNvSpPr/>
          <p:nvPr/>
        </p:nvSpPr>
        <p:spPr>
          <a:xfrm>
            <a:off x="456406" y="48815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96938" y="4881563"/>
            <a:ext cx="10810875" cy="571500"/>
          </a:xfrm>
          <a:custGeom>
            <a:avLst/>
            <a:gdLst/>
            <a:ahLst/>
            <a:cxnLst/>
            <a:rect l="l" t="t" r="r" b="b"/>
            <a:pathLst>
              <a:path w="10810875" h="571500">
                <a:moveTo>
                  <a:pt x="0" y="0"/>
                </a:moveTo>
                <a:lnTo>
                  <a:pt x="10747376" y="0"/>
                </a:lnTo>
                <a:cubicBezTo>
                  <a:pt x="10782445" y="0"/>
                  <a:pt x="10810875" y="28430"/>
                  <a:pt x="10810875" y="63499"/>
                </a:cubicBezTo>
                <a:lnTo>
                  <a:pt x="10810875" y="508001"/>
                </a:lnTo>
                <a:cubicBezTo>
                  <a:pt x="10810875" y="543070"/>
                  <a:pt x="10782445" y="571500"/>
                  <a:pt x="10747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992188" y="4976813"/>
            <a:ext cx="1067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Student: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992188" y="5167313"/>
            <a:ext cx="1068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"I don't understand how to solve 3x + 5 = 20"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11390313" y="55483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54" name="Text 52"/>
          <p:cNvSpPr/>
          <p:nvPr/>
        </p:nvSpPr>
        <p:spPr>
          <a:xfrm>
            <a:off x="11362531" y="554831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484187" y="5548313"/>
            <a:ext cx="10810875" cy="571500"/>
          </a:xfrm>
          <a:custGeom>
            <a:avLst/>
            <a:gdLst/>
            <a:ahLst/>
            <a:cxnLst/>
            <a:rect l="l" t="t" r="r" b="b"/>
            <a:pathLst>
              <a:path w="10810875" h="571500">
                <a:moveTo>
                  <a:pt x="63499" y="0"/>
                </a:moveTo>
                <a:lnTo>
                  <a:pt x="10810875" y="0"/>
                </a:lnTo>
                <a:lnTo>
                  <a:pt x="10810875" y="508001"/>
                </a:lnTo>
                <a:cubicBezTo>
                  <a:pt x="10810875" y="543070"/>
                  <a:pt x="10782445" y="571500"/>
                  <a:pt x="10747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579438" y="5643563"/>
            <a:ext cx="1067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AI: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579438" y="5834063"/>
            <a:ext cx="1068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"Let's work through this together. What operation would undo the +5 on the left side?"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484187" y="6215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456406" y="621506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896938" y="6215063"/>
            <a:ext cx="10810875" cy="571500"/>
          </a:xfrm>
          <a:custGeom>
            <a:avLst/>
            <a:gdLst/>
            <a:ahLst/>
            <a:cxnLst/>
            <a:rect l="l" t="t" r="r" b="b"/>
            <a:pathLst>
              <a:path w="10810875" h="571500">
                <a:moveTo>
                  <a:pt x="0" y="0"/>
                </a:moveTo>
                <a:lnTo>
                  <a:pt x="10747376" y="0"/>
                </a:lnTo>
                <a:cubicBezTo>
                  <a:pt x="10782445" y="0"/>
                  <a:pt x="10810875" y="28430"/>
                  <a:pt x="10810875" y="63499"/>
                </a:cubicBezTo>
                <a:lnTo>
                  <a:pt x="10810875" y="508001"/>
                </a:lnTo>
                <a:cubicBezTo>
                  <a:pt x="10810875" y="543070"/>
                  <a:pt x="10782445" y="571500"/>
                  <a:pt x="10747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992188" y="6310313"/>
            <a:ext cx="1067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Student: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992188" y="6500813"/>
            <a:ext cx="1068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"Subtract 5?"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11390313" y="688181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158750" y="0"/>
                </a:moveTo>
                <a:lnTo>
                  <a:pt x="158750" y="0"/>
                </a:lnTo>
                <a:cubicBezTo>
                  <a:pt x="246367" y="0"/>
                  <a:pt x="317500" y="71133"/>
                  <a:pt x="317500" y="158750"/>
                </a:cubicBezTo>
                <a:lnTo>
                  <a:pt x="317500" y="158750"/>
                </a:lnTo>
                <a:cubicBezTo>
                  <a:pt x="317500" y="246367"/>
                  <a:pt x="246367" y="317500"/>
                  <a:pt x="158750" y="317500"/>
                </a:cubicBezTo>
                <a:lnTo>
                  <a:pt x="158750" y="317500"/>
                </a:lnTo>
                <a:cubicBezTo>
                  <a:pt x="71133" y="317500"/>
                  <a:pt x="0" y="246367"/>
                  <a:pt x="0" y="158750"/>
                </a:cubicBezTo>
                <a:lnTo>
                  <a:pt x="0" y="158750"/>
                </a:lnTo>
                <a:cubicBezTo>
                  <a:pt x="0" y="71133"/>
                  <a:pt x="71133" y="0"/>
                  <a:pt x="158750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64" name="Text 62"/>
          <p:cNvSpPr/>
          <p:nvPr/>
        </p:nvSpPr>
        <p:spPr>
          <a:xfrm>
            <a:off x="11362531" y="6881813"/>
            <a:ext cx="373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84187" y="6881813"/>
            <a:ext cx="10810875" cy="571500"/>
          </a:xfrm>
          <a:custGeom>
            <a:avLst/>
            <a:gdLst/>
            <a:ahLst/>
            <a:cxnLst/>
            <a:rect l="l" t="t" r="r" b="b"/>
            <a:pathLst>
              <a:path w="10810875" h="571500">
                <a:moveTo>
                  <a:pt x="63499" y="0"/>
                </a:moveTo>
                <a:lnTo>
                  <a:pt x="10810875" y="0"/>
                </a:lnTo>
                <a:lnTo>
                  <a:pt x="10810875" y="508001"/>
                </a:lnTo>
                <a:cubicBezTo>
                  <a:pt x="10810875" y="543070"/>
                  <a:pt x="10782445" y="571500"/>
                  <a:pt x="10747376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579438" y="6977063"/>
            <a:ext cx="1067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AI: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579438" y="7167563"/>
            <a:ext cx="1068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"Exactly! If you subtract 5 from both sides, what does the equation become?"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488156" y="7584281"/>
            <a:ext cx="11215688" cy="388938"/>
          </a:xfrm>
          <a:custGeom>
            <a:avLst/>
            <a:gdLst/>
            <a:ahLst/>
            <a:cxnLst/>
            <a:rect l="l" t="t" r="r" b="b"/>
            <a:pathLst>
              <a:path w="11215688" h="388938">
                <a:moveTo>
                  <a:pt x="63502" y="0"/>
                </a:moveTo>
                <a:lnTo>
                  <a:pt x="11152186" y="0"/>
                </a:lnTo>
                <a:cubicBezTo>
                  <a:pt x="11187257" y="0"/>
                  <a:pt x="11215688" y="28431"/>
                  <a:pt x="11215688" y="63502"/>
                </a:cubicBezTo>
                <a:lnTo>
                  <a:pt x="11215688" y="325436"/>
                </a:lnTo>
                <a:cubicBezTo>
                  <a:pt x="11215688" y="360507"/>
                  <a:pt x="11187257" y="388938"/>
                  <a:pt x="111521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7375" y="7683500"/>
            <a:ext cx="11080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Result:</a:t>
            </a:r>
            <a:r>
              <a:rPr lang="en-US" sz="1000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Student solves independently with scaffolding vs. receiving "x = 5" directly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241" y="341241"/>
            <a:ext cx="792017" cy="244346"/>
          </a:xfrm>
          <a:custGeom>
            <a:avLst/>
            <a:gdLst/>
            <a:ahLst/>
            <a:cxnLst/>
            <a:rect l="l" t="t" r="r" b="b"/>
            <a:pathLst>
              <a:path w="792017" h="244346">
                <a:moveTo>
                  <a:pt x="122173" y="0"/>
                </a:moveTo>
                <a:lnTo>
                  <a:pt x="669844" y="0"/>
                </a:lnTo>
                <a:cubicBezTo>
                  <a:pt x="737318" y="0"/>
                  <a:pt x="792017" y="54699"/>
                  <a:pt x="792017" y="122173"/>
                </a:cubicBezTo>
                <a:lnTo>
                  <a:pt x="792017" y="122173"/>
                </a:lnTo>
                <a:cubicBezTo>
                  <a:pt x="792017" y="189647"/>
                  <a:pt x="737318" y="244346"/>
                  <a:pt x="669844" y="244346"/>
                </a:cubicBezTo>
                <a:lnTo>
                  <a:pt x="122173" y="244346"/>
                </a:lnTo>
                <a:cubicBezTo>
                  <a:pt x="54744" y="244346"/>
                  <a:pt x="0" y="189602"/>
                  <a:pt x="0" y="122173"/>
                </a:cubicBezTo>
                <a:lnTo>
                  <a:pt x="0" y="122173"/>
                </a:lnTo>
                <a:cubicBezTo>
                  <a:pt x="0" y="54744"/>
                  <a:pt x="54744" y="0"/>
                  <a:pt x="122173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6563" y="396008"/>
            <a:ext cx="631928" cy="134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96" b="1" kern="0" spc="40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37028" y="690908"/>
            <a:ext cx="11669606" cy="337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88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Phase 1 Completion: MVP Delivered (Sep 2025 - Jan 2026)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7028" y="1129045"/>
            <a:ext cx="674057" cy="33703"/>
          </a:xfrm>
          <a:custGeom>
            <a:avLst/>
            <a:gdLst/>
            <a:ahLst/>
            <a:cxnLst/>
            <a:rect l="l" t="t" r="r" b="b"/>
            <a:pathLst>
              <a:path w="674057" h="33703">
                <a:moveTo>
                  <a:pt x="0" y="0"/>
                </a:moveTo>
                <a:lnTo>
                  <a:pt x="674057" y="0"/>
                </a:lnTo>
                <a:lnTo>
                  <a:pt x="674057" y="33703"/>
                </a:lnTo>
                <a:lnTo>
                  <a:pt x="0" y="33703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41241" y="1335475"/>
            <a:ext cx="11509518" cy="3496669"/>
          </a:xfrm>
          <a:custGeom>
            <a:avLst/>
            <a:gdLst/>
            <a:ahLst/>
            <a:cxnLst/>
            <a:rect l="l" t="t" r="r" b="b"/>
            <a:pathLst>
              <a:path w="11509518" h="3496669">
                <a:moveTo>
                  <a:pt x="101124" y="0"/>
                </a:moveTo>
                <a:lnTo>
                  <a:pt x="11408394" y="0"/>
                </a:lnTo>
                <a:cubicBezTo>
                  <a:pt x="11464243" y="0"/>
                  <a:pt x="11509518" y="45275"/>
                  <a:pt x="11509518" y="101124"/>
                </a:cubicBezTo>
                <a:lnTo>
                  <a:pt x="11509518" y="3395545"/>
                </a:lnTo>
                <a:cubicBezTo>
                  <a:pt x="11509518" y="3451394"/>
                  <a:pt x="11464243" y="3496669"/>
                  <a:pt x="11408394" y="3496669"/>
                </a:cubicBezTo>
                <a:lnTo>
                  <a:pt x="101124" y="3496669"/>
                </a:lnTo>
                <a:cubicBezTo>
                  <a:pt x="45275" y="3496669"/>
                  <a:pt x="0" y="3451394"/>
                  <a:pt x="0" y="3395545"/>
                </a:cubicBezTo>
                <a:lnTo>
                  <a:pt x="0" y="101124"/>
                </a:lnTo>
                <a:cubicBezTo>
                  <a:pt x="0" y="45275"/>
                  <a:pt x="45275" y="0"/>
                  <a:pt x="101124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5454" y="1339688"/>
          <a:ext cx="11501092" cy="3488240"/>
        </p:xfrm>
        <a:graphic>
          <a:graphicData uri="http://schemas.openxmlformats.org/drawingml/2006/table">
            <a:tbl>
              <a:tblPr/>
              <a:tblGrid>
                <a:gridCol w="274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42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600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6030">
                <a:tc>
                  <a:txBody>
                    <a:bodyPr/>
                    <a:lstStyle/>
                    <a:p>
                      <a:pPr algn="l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Deliverable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Status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Evidence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User Authentication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JWT login/register, role-based access, middleware tested, security validated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Study Session Tracking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Start/end timer, background sync, session persistence tested, XP awards verified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Gamification System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XP, levels (22), 13 achievements, streaks, level progression curves tested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Task Management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Full CRUD API tested, toggle endpoint working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Parent Linking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6-char invite codes, family dashboard displaying data, end-to-end flow tested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Tutor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Kimi API integration working, conversation history logging verified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030">
                <a:tc>
                  <a:txBody>
                    <a:bodyPr/>
                    <a:lstStyle/>
                    <a:p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Leaderboards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DONE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Global ranking, personal rank, multiple time periods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34811" marR="134811" marT="101109" marB="101109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41241" y="5009084"/>
            <a:ext cx="3715737" cy="1154322"/>
          </a:xfrm>
          <a:custGeom>
            <a:avLst/>
            <a:gdLst/>
            <a:ahLst/>
            <a:cxnLst/>
            <a:rect l="l" t="t" r="r" b="b"/>
            <a:pathLst>
              <a:path w="3715737" h="1154322">
                <a:moveTo>
                  <a:pt x="101107" y="0"/>
                </a:moveTo>
                <a:lnTo>
                  <a:pt x="3614630" y="0"/>
                </a:lnTo>
                <a:cubicBezTo>
                  <a:pt x="3670470" y="0"/>
                  <a:pt x="3715737" y="45267"/>
                  <a:pt x="3715737" y="101107"/>
                </a:cubicBezTo>
                <a:lnTo>
                  <a:pt x="3715737" y="1053215"/>
                </a:lnTo>
                <a:cubicBezTo>
                  <a:pt x="3715737" y="1109055"/>
                  <a:pt x="3670470" y="1154322"/>
                  <a:pt x="3614630" y="1154322"/>
                </a:cubicBezTo>
                <a:lnTo>
                  <a:pt x="101107" y="1154322"/>
                </a:lnTo>
                <a:cubicBezTo>
                  <a:pt x="45267" y="1154322"/>
                  <a:pt x="0" y="1109055"/>
                  <a:pt x="0" y="1053215"/>
                </a:cubicBezTo>
                <a:lnTo>
                  <a:pt x="0" y="101107"/>
                </a:lnTo>
                <a:cubicBezTo>
                  <a:pt x="0" y="45305"/>
                  <a:pt x="45305" y="0"/>
                  <a:pt x="101107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8137" y="5181811"/>
            <a:ext cx="3521946" cy="337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88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~13,000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265" y="5586245"/>
            <a:ext cx="3437689" cy="202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62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Lines of Code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84478" y="5822164"/>
            <a:ext cx="3429263" cy="168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29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~8,000 frontend + ~5,000 backend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37008" y="5009084"/>
            <a:ext cx="3715737" cy="1154322"/>
          </a:xfrm>
          <a:custGeom>
            <a:avLst/>
            <a:gdLst/>
            <a:ahLst/>
            <a:cxnLst/>
            <a:rect l="l" t="t" r="r" b="b"/>
            <a:pathLst>
              <a:path w="3715737" h="1154322">
                <a:moveTo>
                  <a:pt x="101107" y="0"/>
                </a:moveTo>
                <a:lnTo>
                  <a:pt x="3614630" y="0"/>
                </a:lnTo>
                <a:cubicBezTo>
                  <a:pt x="3670470" y="0"/>
                  <a:pt x="3715737" y="45267"/>
                  <a:pt x="3715737" y="101107"/>
                </a:cubicBezTo>
                <a:lnTo>
                  <a:pt x="3715737" y="1053215"/>
                </a:lnTo>
                <a:cubicBezTo>
                  <a:pt x="3715737" y="1109055"/>
                  <a:pt x="3670470" y="1154322"/>
                  <a:pt x="3614630" y="1154322"/>
                </a:cubicBezTo>
                <a:lnTo>
                  <a:pt x="101107" y="1154322"/>
                </a:lnTo>
                <a:cubicBezTo>
                  <a:pt x="45267" y="1154322"/>
                  <a:pt x="0" y="1109055"/>
                  <a:pt x="0" y="1053215"/>
                </a:cubicBezTo>
                <a:lnTo>
                  <a:pt x="0" y="101107"/>
                </a:lnTo>
                <a:cubicBezTo>
                  <a:pt x="0" y="45305"/>
                  <a:pt x="45305" y="0"/>
                  <a:pt x="101107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33904" y="5181811"/>
            <a:ext cx="3521946" cy="337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88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76032" y="5586245"/>
            <a:ext cx="3437689" cy="202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62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Database Tables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380245" y="5822164"/>
            <a:ext cx="3429263" cy="168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29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tables with full relationships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132775" y="5009084"/>
            <a:ext cx="3715737" cy="1154322"/>
          </a:xfrm>
          <a:custGeom>
            <a:avLst/>
            <a:gdLst/>
            <a:ahLst/>
            <a:cxnLst/>
            <a:rect l="l" t="t" r="r" b="b"/>
            <a:pathLst>
              <a:path w="3715737" h="1154322">
                <a:moveTo>
                  <a:pt x="101107" y="0"/>
                </a:moveTo>
                <a:lnTo>
                  <a:pt x="3614630" y="0"/>
                </a:lnTo>
                <a:cubicBezTo>
                  <a:pt x="3670470" y="0"/>
                  <a:pt x="3715737" y="45267"/>
                  <a:pt x="3715737" y="101107"/>
                </a:cubicBezTo>
                <a:lnTo>
                  <a:pt x="3715737" y="1053215"/>
                </a:lnTo>
                <a:cubicBezTo>
                  <a:pt x="3715737" y="1109055"/>
                  <a:pt x="3670470" y="1154322"/>
                  <a:pt x="3614630" y="1154322"/>
                </a:cubicBezTo>
                <a:lnTo>
                  <a:pt x="101107" y="1154322"/>
                </a:lnTo>
                <a:cubicBezTo>
                  <a:pt x="45267" y="1154322"/>
                  <a:pt x="0" y="1109055"/>
                  <a:pt x="0" y="1053215"/>
                </a:cubicBezTo>
                <a:lnTo>
                  <a:pt x="0" y="101107"/>
                </a:lnTo>
                <a:cubicBezTo>
                  <a:pt x="0" y="45305"/>
                  <a:pt x="45305" y="0"/>
                  <a:pt x="101107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7" name="Text 14"/>
          <p:cNvSpPr/>
          <p:nvPr/>
        </p:nvSpPr>
        <p:spPr>
          <a:xfrm>
            <a:off x="8229670" y="5181811"/>
            <a:ext cx="3521946" cy="337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88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15+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271799" y="5586245"/>
            <a:ext cx="3437689" cy="202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62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Endpoints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276012" y="5822164"/>
            <a:ext cx="3429263" cy="168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29" dirty="0">
                <a:solidFill>
                  <a:srgbClr val="E0E2E6">
                    <a:alpha val="5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endpoints tested with automated tests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41241" y="6340346"/>
            <a:ext cx="11509518" cy="513968"/>
          </a:xfrm>
          <a:custGeom>
            <a:avLst/>
            <a:gdLst/>
            <a:ahLst/>
            <a:cxnLst/>
            <a:rect l="l" t="t" r="r" b="b"/>
            <a:pathLst>
              <a:path w="11509518" h="513968">
                <a:moveTo>
                  <a:pt x="101108" y="0"/>
                </a:moveTo>
                <a:lnTo>
                  <a:pt x="11408410" y="0"/>
                </a:lnTo>
                <a:cubicBezTo>
                  <a:pt x="11464250" y="0"/>
                  <a:pt x="11509518" y="45268"/>
                  <a:pt x="11509518" y="101108"/>
                </a:cubicBezTo>
                <a:lnTo>
                  <a:pt x="11509518" y="412860"/>
                </a:lnTo>
                <a:cubicBezTo>
                  <a:pt x="11509518" y="468701"/>
                  <a:pt x="11464250" y="513968"/>
                  <a:pt x="11408410" y="513968"/>
                </a:cubicBezTo>
                <a:lnTo>
                  <a:pt x="101108" y="513968"/>
                </a:lnTo>
                <a:cubicBezTo>
                  <a:pt x="45268" y="513968"/>
                  <a:pt x="0" y="468701"/>
                  <a:pt x="0" y="412860"/>
                </a:cubicBezTo>
                <a:lnTo>
                  <a:pt x="0" y="101108"/>
                </a:lnTo>
                <a:cubicBezTo>
                  <a:pt x="0" y="45305"/>
                  <a:pt x="45305" y="0"/>
                  <a:pt x="101108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5543" y="6496221"/>
            <a:ext cx="202217" cy="202217"/>
          </a:xfrm>
          <a:custGeom>
            <a:avLst/>
            <a:gdLst/>
            <a:ahLst/>
            <a:cxnLst/>
            <a:rect l="l" t="t" r="r" b="b"/>
            <a:pathLst>
              <a:path w="202217" h="202217">
                <a:moveTo>
                  <a:pt x="101109" y="202217"/>
                </a:moveTo>
                <a:cubicBezTo>
                  <a:pt x="156912" y="202217"/>
                  <a:pt x="202217" y="156912"/>
                  <a:pt x="202217" y="101109"/>
                </a:cubicBezTo>
                <a:cubicBezTo>
                  <a:pt x="202217" y="45305"/>
                  <a:pt x="156912" y="0"/>
                  <a:pt x="101109" y="0"/>
                </a:cubicBezTo>
                <a:cubicBezTo>
                  <a:pt x="45305" y="0"/>
                  <a:pt x="0" y="45305"/>
                  <a:pt x="0" y="101109"/>
                </a:cubicBezTo>
                <a:cubicBezTo>
                  <a:pt x="0" y="156912"/>
                  <a:pt x="45305" y="202217"/>
                  <a:pt x="101109" y="202217"/>
                </a:cubicBezTo>
                <a:close/>
                <a:moveTo>
                  <a:pt x="134443" y="84007"/>
                </a:moveTo>
                <a:lnTo>
                  <a:pt x="102846" y="134561"/>
                </a:lnTo>
                <a:cubicBezTo>
                  <a:pt x="101187" y="137207"/>
                  <a:pt x="98344" y="138866"/>
                  <a:pt x="95224" y="139024"/>
                </a:cubicBezTo>
                <a:cubicBezTo>
                  <a:pt x="92104" y="139182"/>
                  <a:pt x="89102" y="137760"/>
                  <a:pt x="87246" y="135233"/>
                </a:cubicBezTo>
                <a:lnTo>
                  <a:pt x="68288" y="109955"/>
                </a:lnTo>
                <a:cubicBezTo>
                  <a:pt x="65128" y="105769"/>
                  <a:pt x="65997" y="99845"/>
                  <a:pt x="70184" y="96685"/>
                </a:cubicBezTo>
                <a:cubicBezTo>
                  <a:pt x="74370" y="93525"/>
                  <a:pt x="80294" y="94394"/>
                  <a:pt x="83454" y="98581"/>
                </a:cubicBezTo>
                <a:lnTo>
                  <a:pt x="94118" y="112799"/>
                </a:lnTo>
                <a:lnTo>
                  <a:pt x="118368" y="73975"/>
                </a:lnTo>
                <a:cubicBezTo>
                  <a:pt x="121133" y="69552"/>
                  <a:pt x="126978" y="68169"/>
                  <a:pt x="131441" y="70973"/>
                </a:cubicBezTo>
                <a:cubicBezTo>
                  <a:pt x="135904" y="73778"/>
                  <a:pt x="137247" y="79583"/>
                  <a:pt x="134443" y="84046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2" name="Text 19"/>
          <p:cNvSpPr/>
          <p:nvPr/>
        </p:nvSpPr>
        <p:spPr>
          <a:xfrm>
            <a:off x="834145" y="6479370"/>
            <a:ext cx="6209747" cy="23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94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Current Prototype:</a:t>
            </a:r>
            <a:r>
              <a:rPr lang="en-US" sz="1194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Fully functional MVP with core features tested and ready for user testing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4142" y="364142"/>
            <a:ext cx="1007009" cy="260743"/>
          </a:xfrm>
          <a:custGeom>
            <a:avLst/>
            <a:gdLst/>
            <a:ahLst/>
            <a:cxnLst/>
            <a:rect l="l" t="t" r="r" b="b"/>
            <a:pathLst>
              <a:path w="1007009" h="260743">
                <a:moveTo>
                  <a:pt x="130372" y="0"/>
                </a:moveTo>
                <a:lnTo>
                  <a:pt x="876637" y="0"/>
                </a:lnTo>
                <a:cubicBezTo>
                  <a:pt x="948639" y="0"/>
                  <a:pt x="1007009" y="58369"/>
                  <a:pt x="1007009" y="130372"/>
                </a:cubicBezTo>
                <a:lnTo>
                  <a:pt x="1007009" y="130372"/>
                </a:lnTo>
                <a:cubicBezTo>
                  <a:pt x="1007009" y="202374"/>
                  <a:pt x="948639" y="260743"/>
                  <a:pt x="876637" y="260743"/>
                </a:cubicBezTo>
                <a:lnTo>
                  <a:pt x="130372" y="260743"/>
                </a:lnTo>
                <a:cubicBezTo>
                  <a:pt x="58418" y="260743"/>
                  <a:pt x="0" y="202326"/>
                  <a:pt x="0" y="130372"/>
                </a:cubicBezTo>
                <a:lnTo>
                  <a:pt x="0" y="130372"/>
                </a:lnTo>
                <a:cubicBezTo>
                  <a:pt x="0" y="58418"/>
                  <a:pt x="58418" y="0"/>
                  <a:pt x="130372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6531" y="422584"/>
            <a:ext cx="836177" cy="143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50" b="1" kern="0" spc="42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CHALLENGES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59646" y="737274"/>
            <a:ext cx="11634549" cy="359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49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Development Challenges &amp; Engineering Solutions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59646" y="1204814"/>
            <a:ext cx="719292" cy="35965"/>
          </a:xfrm>
          <a:custGeom>
            <a:avLst/>
            <a:gdLst/>
            <a:ahLst/>
            <a:cxnLst/>
            <a:rect l="l" t="t" r="r" b="b"/>
            <a:pathLst>
              <a:path w="719292" h="35965">
                <a:moveTo>
                  <a:pt x="0" y="0"/>
                </a:moveTo>
                <a:lnTo>
                  <a:pt x="719292" y="0"/>
                </a:lnTo>
                <a:lnTo>
                  <a:pt x="719292" y="35965"/>
                </a:lnTo>
                <a:lnTo>
                  <a:pt x="0" y="35965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64142" y="1425097"/>
            <a:ext cx="11463717" cy="4117947"/>
          </a:xfrm>
          <a:custGeom>
            <a:avLst/>
            <a:gdLst/>
            <a:ahLst/>
            <a:cxnLst/>
            <a:rect l="l" t="t" r="r" b="b"/>
            <a:pathLst>
              <a:path w="11463717" h="4117947">
                <a:moveTo>
                  <a:pt x="107890" y="0"/>
                </a:moveTo>
                <a:lnTo>
                  <a:pt x="11355827" y="0"/>
                </a:lnTo>
                <a:cubicBezTo>
                  <a:pt x="11415413" y="0"/>
                  <a:pt x="11463717" y="48304"/>
                  <a:pt x="11463717" y="107890"/>
                </a:cubicBezTo>
                <a:lnTo>
                  <a:pt x="11463717" y="4010057"/>
                </a:lnTo>
                <a:cubicBezTo>
                  <a:pt x="11463717" y="4069643"/>
                  <a:pt x="11415413" y="4117947"/>
                  <a:pt x="11355827" y="4117947"/>
                </a:cubicBezTo>
                <a:lnTo>
                  <a:pt x="107890" y="4117947"/>
                </a:lnTo>
                <a:cubicBezTo>
                  <a:pt x="48304" y="4117947"/>
                  <a:pt x="0" y="4069643"/>
                  <a:pt x="0" y="4010057"/>
                </a:cubicBezTo>
                <a:lnTo>
                  <a:pt x="0" y="107890"/>
                </a:lnTo>
                <a:cubicBezTo>
                  <a:pt x="0" y="48344"/>
                  <a:pt x="48344" y="0"/>
                  <a:pt x="107890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8637" y="1429593"/>
          <a:ext cx="11454725" cy="4108958"/>
        </p:xfrm>
        <a:graphic>
          <a:graphicData uri="http://schemas.openxmlformats.org/drawingml/2006/table">
            <a:tbl>
              <a:tblPr/>
              <a:tblGrid>
                <a:gridCol w="4581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72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994">
                <a:tc>
                  <a:txBody>
                    <a:bodyPr/>
                    <a:lstStyle/>
                    <a:p>
                      <a:pPr algn="l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Challenge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Solution Implemented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5F7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AI Conversation Context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Maintaining context across multiple messages with external API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Custom session state management storing conversation history in PostgreSQL, sending full context with each API call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Database Schema Evolution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Adding family linking required schema changes mid-development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Migration strategy using additive changes: new connection_codes table, modified family_links with relationship field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Role-Based Access Control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Ensuring parents only see their linked children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JWT claims include role field; middleware checks role for sensitive endpoints; database queries filter by family_links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Offline Capability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Limited offline support in MVP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Service workers cache static assets; background sync queues session data; optimistic UI updates with reconciliation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Real-Time Updates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Leaderboard refresh without page reload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Current: Polling for leaderboard; Future: WebSocket implementation for Phase 2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1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994"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XP Calculation Race Conditions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Concurrent sessions updating same XP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u="none" dirty="0">
                          <a:solidFill>
                            <a:srgbClr val="E0E2E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Database transactions ensure atomic updates; row-level locking prevents double-counting</a:t>
                      </a:r>
                      <a:endParaRPr lang="en-US" sz="9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43858" marR="143858" marT="107894" marB="1078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1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4142" y="5731858"/>
            <a:ext cx="11463717" cy="1123894"/>
          </a:xfrm>
          <a:custGeom>
            <a:avLst/>
            <a:gdLst/>
            <a:ahLst/>
            <a:cxnLst/>
            <a:rect l="l" t="t" r="r" b="b"/>
            <a:pathLst>
              <a:path w="11463717" h="1123894">
                <a:moveTo>
                  <a:pt x="107894" y="0"/>
                </a:moveTo>
                <a:lnTo>
                  <a:pt x="11355823" y="0"/>
                </a:lnTo>
                <a:cubicBezTo>
                  <a:pt x="11415411" y="0"/>
                  <a:pt x="11463717" y="48306"/>
                  <a:pt x="11463717" y="107894"/>
                </a:cubicBezTo>
                <a:lnTo>
                  <a:pt x="11463717" y="1016000"/>
                </a:lnTo>
                <a:cubicBezTo>
                  <a:pt x="11463717" y="1075588"/>
                  <a:pt x="11415411" y="1123894"/>
                  <a:pt x="11355823" y="1123894"/>
                </a:cubicBezTo>
                <a:lnTo>
                  <a:pt x="107894" y="1123894"/>
                </a:lnTo>
                <a:cubicBezTo>
                  <a:pt x="48306" y="1123894"/>
                  <a:pt x="0" y="1075588"/>
                  <a:pt x="0" y="1016000"/>
                </a:cubicBezTo>
                <a:lnTo>
                  <a:pt x="0" y="107894"/>
                </a:lnTo>
                <a:cubicBezTo>
                  <a:pt x="0" y="48346"/>
                  <a:pt x="48346" y="0"/>
                  <a:pt x="10789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8142" y="5916177"/>
            <a:ext cx="202301" cy="269735"/>
          </a:xfrm>
          <a:custGeom>
            <a:avLst/>
            <a:gdLst/>
            <a:ahLst/>
            <a:cxnLst/>
            <a:rect l="l" t="t" r="r" b="b"/>
            <a:pathLst>
              <a:path w="202301" h="269735">
                <a:moveTo>
                  <a:pt x="154307" y="202301"/>
                </a:moveTo>
                <a:cubicBezTo>
                  <a:pt x="158153" y="190553"/>
                  <a:pt x="165845" y="179911"/>
                  <a:pt x="174537" y="170744"/>
                </a:cubicBezTo>
                <a:cubicBezTo>
                  <a:pt x="191764" y="152621"/>
                  <a:pt x="202301" y="128124"/>
                  <a:pt x="202301" y="101150"/>
                </a:cubicBezTo>
                <a:cubicBezTo>
                  <a:pt x="202301" y="45307"/>
                  <a:pt x="156994" y="0"/>
                  <a:pt x="101150" y="0"/>
                </a:cubicBezTo>
                <a:cubicBezTo>
                  <a:pt x="45307" y="0"/>
                  <a:pt x="0" y="45307"/>
                  <a:pt x="0" y="101150"/>
                </a:cubicBezTo>
                <a:cubicBezTo>
                  <a:pt x="0" y="128124"/>
                  <a:pt x="10537" y="152621"/>
                  <a:pt x="27764" y="170744"/>
                </a:cubicBezTo>
                <a:cubicBezTo>
                  <a:pt x="36456" y="179911"/>
                  <a:pt x="44201" y="190553"/>
                  <a:pt x="47994" y="202301"/>
                </a:cubicBezTo>
                <a:lnTo>
                  <a:pt x="154254" y="202301"/>
                </a:lnTo>
                <a:close/>
                <a:moveTo>
                  <a:pt x="151726" y="227588"/>
                </a:moveTo>
                <a:lnTo>
                  <a:pt x="50575" y="227588"/>
                </a:lnTo>
                <a:lnTo>
                  <a:pt x="50575" y="236018"/>
                </a:lnTo>
                <a:cubicBezTo>
                  <a:pt x="50575" y="259303"/>
                  <a:pt x="69436" y="278164"/>
                  <a:pt x="92721" y="278164"/>
                </a:cubicBezTo>
                <a:lnTo>
                  <a:pt x="109580" y="278164"/>
                </a:lnTo>
                <a:cubicBezTo>
                  <a:pt x="132865" y="278164"/>
                  <a:pt x="151726" y="259303"/>
                  <a:pt x="151726" y="236018"/>
                </a:cubicBezTo>
                <a:lnTo>
                  <a:pt x="151726" y="227588"/>
                </a:lnTo>
                <a:close/>
                <a:moveTo>
                  <a:pt x="96936" y="59004"/>
                </a:moveTo>
                <a:cubicBezTo>
                  <a:pt x="75968" y="59004"/>
                  <a:pt x="59004" y="75968"/>
                  <a:pt x="59004" y="96936"/>
                </a:cubicBezTo>
                <a:cubicBezTo>
                  <a:pt x="59004" y="103943"/>
                  <a:pt x="53367" y="109580"/>
                  <a:pt x="46361" y="109580"/>
                </a:cubicBezTo>
                <a:cubicBezTo>
                  <a:pt x="39354" y="109580"/>
                  <a:pt x="33717" y="103943"/>
                  <a:pt x="33717" y="96936"/>
                </a:cubicBezTo>
                <a:cubicBezTo>
                  <a:pt x="33717" y="62007"/>
                  <a:pt x="62007" y="33717"/>
                  <a:pt x="96936" y="33717"/>
                </a:cubicBezTo>
                <a:cubicBezTo>
                  <a:pt x="103943" y="33717"/>
                  <a:pt x="109580" y="39354"/>
                  <a:pt x="109580" y="46361"/>
                </a:cubicBezTo>
                <a:cubicBezTo>
                  <a:pt x="109580" y="53367"/>
                  <a:pt x="103943" y="59004"/>
                  <a:pt x="96936" y="590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0" name="Text 7"/>
          <p:cNvSpPr/>
          <p:nvPr/>
        </p:nvSpPr>
        <p:spPr>
          <a:xfrm>
            <a:off x="1029487" y="5916177"/>
            <a:ext cx="10708460" cy="25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16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Lesson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29487" y="6239858"/>
            <a:ext cx="10690478" cy="43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3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debt is real</a:t>
            </a:r>
            <a:r>
              <a:rPr lang="en-US" sz="1133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early decisions about UUID vs. sequential IDs, timestamp handling, and API response formats saved significant refactoring later. Investing time in architectural decisions early prevented painful refactoring later.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1469" y="321469"/>
            <a:ext cx="690563" cy="230188"/>
          </a:xfrm>
          <a:custGeom>
            <a:avLst/>
            <a:gdLst/>
            <a:ahLst/>
            <a:cxnLst/>
            <a:rect l="l" t="t" r="r" b="b"/>
            <a:pathLst>
              <a:path w="690563" h="230188">
                <a:moveTo>
                  <a:pt x="115094" y="0"/>
                </a:moveTo>
                <a:lnTo>
                  <a:pt x="575469" y="0"/>
                </a:lnTo>
                <a:cubicBezTo>
                  <a:pt x="638991" y="0"/>
                  <a:pt x="690563" y="51572"/>
                  <a:pt x="690563" y="115094"/>
                </a:cubicBezTo>
                <a:lnTo>
                  <a:pt x="690563" y="115094"/>
                </a:lnTo>
                <a:cubicBezTo>
                  <a:pt x="690563" y="178616"/>
                  <a:pt x="638991" y="230188"/>
                  <a:pt x="575469" y="230188"/>
                </a:cubicBezTo>
                <a:lnTo>
                  <a:pt x="115094" y="230188"/>
                </a:lnTo>
                <a:cubicBezTo>
                  <a:pt x="51572" y="230188"/>
                  <a:pt x="0" y="178616"/>
                  <a:pt x="0" y="115094"/>
                </a:cubicBezTo>
                <a:lnTo>
                  <a:pt x="0" y="115094"/>
                </a:lnTo>
                <a:cubicBezTo>
                  <a:pt x="0" y="51572"/>
                  <a:pt x="51572" y="0"/>
                  <a:pt x="115094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20688" y="373063"/>
            <a:ext cx="5397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kern="0" spc="38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" y="650875"/>
            <a:ext cx="11699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Project Timeline: September 2025 - April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1063625"/>
            <a:ext cx="635000" cy="31750"/>
          </a:xfrm>
          <a:custGeom>
            <a:avLst/>
            <a:gdLst/>
            <a:ahLst/>
            <a:cxnLst/>
            <a:rect l="l" t="t" r="r" b="b"/>
            <a:pathLst>
              <a:path w="635000" h="31750">
                <a:moveTo>
                  <a:pt x="0" y="0"/>
                </a:moveTo>
                <a:lnTo>
                  <a:pt x="635000" y="0"/>
                </a:lnTo>
                <a:lnTo>
                  <a:pt x="635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25438" y="1262063"/>
            <a:ext cx="11541125" cy="1666875"/>
          </a:xfrm>
          <a:custGeom>
            <a:avLst/>
            <a:gdLst/>
            <a:ahLst/>
            <a:cxnLst/>
            <a:rect l="l" t="t" r="r" b="b"/>
            <a:pathLst>
              <a:path w="11541125" h="1666875">
                <a:moveTo>
                  <a:pt x="95245" y="0"/>
                </a:moveTo>
                <a:lnTo>
                  <a:pt x="11445880" y="0"/>
                </a:lnTo>
                <a:cubicBezTo>
                  <a:pt x="11498482" y="0"/>
                  <a:pt x="11541125" y="42643"/>
                  <a:pt x="11541125" y="95245"/>
                </a:cubicBezTo>
                <a:lnTo>
                  <a:pt x="11541125" y="1571630"/>
                </a:lnTo>
                <a:cubicBezTo>
                  <a:pt x="11541125" y="1624232"/>
                  <a:pt x="11498482" y="1666875"/>
                  <a:pt x="11445880" y="1666875"/>
                </a:cubicBezTo>
                <a:lnTo>
                  <a:pt x="95245" y="1666875"/>
                </a:lnTo>
                <a:cubicBezTo>
                  <a:pt x="42643" y="1666875"/>
                  <a:pt x="0" y="1624232"/>
                  <a:pt x="0" y="1571630"/>
                </a:cubicBezTo>
                <a:lnTo>
                  <a:pt x="0" y="95245"/>
                </a:lnTo>
                <a:cubicBezTo>
                  <a:pt x="0" y="42643"/>
                  <a:pt x="42643" y="0"/>
                  <a:pt x="95245" y="0"/>
                </a:cubicBezTo>
                <a:close/>
              </a:path>
            </a:pathLst>
          </a:custGeom>
          <a:solidFill>
            <a:srgbClr val="00C950">
              <a:alpha val="10196"/>
            </a:srgbClr>
          </a:solidFill>
          <a:ln w="25400">
            <a:solidFill>
              <a:srgbClr val="00C950">
                <a:alpha val="5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2125" y="1428750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00C950"/>
          </a:solidFill>
          <a:ln/>
        </p:spPr>
      </p:sp>
      <p:sp>
        <p:nvSpPr>
          <p:cNvPr id="8" name="Shape 6"/>
          <p:cNvSpPr/>
          <p:nvPr/>
        </p:nvSpPr>
        <p:spPr>
          <a:xfrm>
            <a:off x="631031" y="15557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1776" y="26082"/>
                </a:moveTo>
                <a:cubicBezTo>
                  <a:pt x="167097" y="29952"/>
                  <a:pt x="168287" y="37393"/>
                  <a:pt x="164418" y="42714"/>
                </a:cubicBezTo>
                <a:lnTo>
                  <a:pt x="69168" y="173682"/>
                </a:lnTo>
                <a:cubicBezTo>
                  <a:pt x="67121" y="176510"/>
                  <a:pt x="63959" y="178259"/>
                  <a:pt x="60461" y="178557"/>
                </a:cubicBezTo>
                <a:cubicBezTo>
                  <a:pt x="56964" y="178854"/>
                  <a:pt x="53578" y="177552"/>
                  <a:pt x="51122" y="175096"/>
                </a:cubicBezTo>
                <a:lnTo>
                  <a:pt x="3497" y="127471"/>
                </a:lnTo>
                <a:cubicBezTo>
                  <a:pt x="-1153" y="122820"/>
                  <a:pt x="-1153" y="115267"/>
                  <a:pt x="3497" y="110617"/>
                </a:cubicBezTo>
                <a:cubicBezTo>
                  <a:pt x="8148" y="105966"/>
                  <a:pt x="15701" y="105966"/>
                  <a:pt x="20352" y="110617"/>
                </a:cubicBezTo>
                <a:lnTo>
                  <a:pt x="58117" y="148382"/>
                </a:lnTo>
                <a:lnTo>
                  <a:pt x="145182" y="28687"/>
                </a:lnTo>
                <a:cubicBezTo>
                  <a:pt x="149051" y="23366"/>
                  <a:pt x="156493" y="22175"/>
                  <a:pt x="161813" y="26045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1063625" y="1428750"/>
            <a:ext cx="965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Phase 1: Foundation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63625" y="1682750"/>
            <a:ext cx="962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Sep 2025 - Jan 2026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750153" y="1508125"/>
            <a:ext cx="952500" cy="285750"/>
          </a:xfrm>
          <a:custGeom>
            <a:avLst/>
            <a:gdLst/>
            <a:ahLst/>
            <a:cxnLst/>
            <a:rect l="l" t="t" r="r" b="b"/>
            <a:pathLst>
              <a:path w="952500" h="285750">
                <a:moveTo>
                  <a:pt x="142875" y="0"/>
                </a:moveTo>
                <a:lnTo>
                  <a:pt x="809625" y="0"/>
                </a:lnTo>
                <a:cubicBezTo>
                  <a:pt x="888480" y="0"/>
                  <a:pt x="952500" y="64020"/>
                  <a:pt x="952500" y="142875"/>
                </a:cubicBezTo>
                <a:lnTo>
                  <a:pt x="952500" y="142875"/>
                </a:lnTo>
                <a:cubicBezTo>
                  <a:pt x="952500" y="221730"/>
                  <a:pt x="888480" y="285750"/>
                  <a:pt x="809625" y="285750"/>
                </a:cubicBezTo>
                <a:lnTo>
                  <a:pt x="142875" y="285750"/>
                </a:lnTo>
                <a:cubicBezTo>
                  <a:pt x="64020" y="285750"/>
                  <a:pt x="0" y="221730"/>
                  <a:pt x="0" y="142875"/>
                </a:cubicBezTo>
                <a:lnTo>
                  <a:pt x="0" y="142875"/>
                </a:lnTo>
                <a:cubicBezTo>
                  <a:pt x="0" y="64020"/>
                  <a:pt x="64020" y="0"/>
                  <a:pt x="142875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0750153" y="1508125"/>
            <a:ext cx="1008063" cy="285750"/>
          </a:xfrm>
          <a:prstGeom prst="rect">
            <a:avLst/>
          </a:prstGeom>
          <a:noFill/>
          <a:ln/>
        </p:spPr>
        <p:txBody>
          <a:bodyPr wrap="square" lIns="127000" tIns="63500" rIns="127000" bIns="6350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COMPLETED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2125" y="20002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Deliverables: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14945" y="224631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15" name="Text 13"/>
          <p:cNvSpPr/>
          <p:nvPr/>
        </p:nvSpPr>
        <p:spPr>
          <a:xfrm>
            <a:off x="635000" y="2222500"/>
            <a:ext cx="5453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features, authentication, gamification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14945" y="2436813"/>
            <a:ext cx="97234" cy="111125"/>
          </a:xfrm>
          <a:custGeom>
            <a:avLst/>
            <a:gdLst/>
            <a:ahLst/>
            <a:cxnLst/>
            <a:rect l="l" t="t" r="r" b="b"/>
            <a:pathLst>
              <a:path w="97234" h="111125">
                <a:moveTo>
                  <a:pt x="94369" y="15215"/>
                </a:moveTo>
                <a:cubicBezTo>
                  <a:pt x="97473" y="17472"/>
                  <a:pt x="98168" y="21813"/>
                  <a:pt x="95910" y="24916"/>
                </a:cubicBezTo>
                <a:lnTo>
                  <a:pt x="40348" y="101315"/>
                </a:lnTo>
                <a:cubicBezTo>
                  <a:pt x="39154" y="102964"/>
                  <a:pt x="37309" y="103984"/>
                  <a:pt x="35269" y="104158"/>
                </a:cubicBezTo>
                <a:cubicBezTo>
                  <a:pt x="33229" y="104332"/>
                  <a:pt x="31254" y="103572"/>
                  <a:pt x="29821" y="102140"/>
                </a:cubicBezTo>
                <a:lnTo>
                  <a:pt x="2040" y="74358"/>
                </a:lnTo>
                <a:cubicBezTo>
                  <a:pt x="-673" y="71645"/>
                  <a:pt x="-673" y="67239"/>
                  <a:pt x="2040" y="64526"/>
                </a:cubicBezTo>
                <a:cubicBezTo>
                  <a:pt x="4753" y="61813"/>
                  <a:pt x="9159" y="61813"/>
                  <a:pt x="11872" y="64526"/>
                </a:cubicBezTo>
                <a:lnTo>
                  <a:pt x="33902" y="86556"/>
                </a:lnTo>
                <a:lnTo>
                  <a:pt x="84689" y="16734"/>
                </a:lnTo>
                <a:cubicBezTo>
                  <a:pt x="86947" y="13630"/>
                  <a:pt x="91287" y="12936"/>
                  <a:pt x="94391" y="15193"/>
                </a:cubicBez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17" name="Text 15"/>
          <p:cNvSpPr/>
          <p:nvPr/>
        </p:nvSpPr>
        <p:spPr>
          <a:xfrm>
            <a:off x="635000" y="2413000"/>
            <a:ext cx="54530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 dashboard, AI tutor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59500" y="20002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Milestone: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59500" y="2222500"/>
            <a:ext cx="5540375" cy="539750"/>
          </a:xfrm>
          <a:custGeom>
            <a:avLst/>
            <a:gdLst/>
            <a:ahLst/>
            <a:cxnLst/>
            <a:rect l="l" t="t" r="r" b="b"/>
            <a:pathLst>
              <a:path w="5540375" h="539750">
                <a:moveTo>
                  <a:pt x="63502" y="0"/>
                </a:moveTo>
                <a:lnTo>
                  <a:pt x="5476873" y="0"/>
                </a:lnTo>
                <a:cubicBezTo>
                  <a:pt x="5511944" y="0"/>
                  <a:pt x="5540375" y="28431"/>
                  <a:pt x="5540375" y="63502"/>
                </a:cubicBezTo>
                <a:lnTo>
                  <a:pt x="5540375" y="476248"/>
                </a:lnTo>
                <a:cubicBezTo>
                  <a:pt x="5540375" y="511319"/>
                  <a:pt x="5511944" y="539750"/>
                  <a:pt x="5476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254750" y="2317750"/>
            <a:ext cx="541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Interim Report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54750" y="2508250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Feb 2, 2026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5438" y="3103563"/>
            <a:ext cx="11541125" cy="1666875"/>
          </a:xfrm>
          <a:custGeom>
            <a:avLst/>
            <a:gdLst/>
            <a:ahLst/>
            <a:cxnLst/>
            <a:rect l="l" t="t" r="r" b="b"/>
            <a:pathLst>
              <a:path w="11541125" h="1666875">
                <a:moveTo>
                  <a:pt x="95245" y="0"/>
                </a:moveTo>
                <a:lnTo>
                  <a:pt x="11445880" y="0"/>
                </a:lnTo>
                <a:cubicBezTo>
                  <a:pt x="11498482" y="0"/>
                  <a:pt x="11541125" y="42643"/>
                  <a:pt x="11541125" y="95245"/>
                </a:cubicBezTo>
                <a:lnTo>
                  <a:pt x="11541125" y="1571630"/>
                </a:lnTo>
                <a:cubicBezTo>
                  <a:pt x="11541125" y="1624232"/>
                  <a:pt x="11498482" y="1666875"/>
                  <a:pt x="11445880" y="1666875"/>
                </a:cubicBezTo>
                <a:lnTo>
                  <a:pt x="95245" y="1666875"/>
                </a:lnTo>
                <a:cubicBezTo>
                  <a:pt x="42643" y="1666875"/>
                  <a:pt x="0" y="1624232"/>
                  <a:pt x="0" y="1571630"/>
                </a:cubicBezTo>
                <a:lnTo>
                  <a:pt x="0" y="95245"/>
                </a:lnTo>
                <a:cubicBezTo>
                  <a:pt x="0" y="42643"/>
                  <a:pt x="42643" y="0"/>
                  <a:pt x="95245" y="0"/>
                </a:cubicBezTo>
                <a:close/>
              </a:path>
            </a:pathLst>
          </a:custGeom>
          <a:solidFill>
            <a:srgbClr val="F0B100">
              <a:alpha val="10196"/>
            </a:srgbClr>
          </a:solidFill>
          <a:ln w="25400">
            <a:solidFill>
              <a:srgbClr val="F0B100">
                <a:alpha val="50196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2125" y="3270250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F0B100"/>
          </a:solidFill>
          <a:ln/>
        </p:spPr>
      </p:sp>
      <p:sp>
        <p:nvSpPr>
          <p:cNvPr id="24" name="Shape 22"/>
          <p:cNvSpPr/>
          <p:nvPr/>
        </p:nvSpPr>
        <p:spPr>
          <a:xfrm>
            <a:off x="619125" y="3397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78631" y="71438"/>
                </a:moveTo>
                <a:lnTo>
                  <a:pt x="181570" y="71438"/>
                </a:lnTo>
                <a:cubicBezTo>
                  <a:pt x="186519" y="71438"/>
                  <a:pt x="190500" y="67456"/>
                  <a:pt x="190500" y="62508"/>
                </a:cubicBezTo>
                <a:lnTo>
                  <a:pt x="190500" y="8930"/>
                </a:lnTo>
                <a:cubicBezTo>
                  <a:pt x="190500" y="5321"/>
                  <a:pt x="188342" y="2046"/>
                  <a:pt x="184993" y="670"/>
                </a:cubicBezTo>
                <a:cubicBezTo>
                  <a:pt x="181645" y="-707"/>
                  <a:pt x="177812" y="74"/>
                  <a:pt x="175245" y="2604"/>
                </a:cubicBezTo>
                <a:lnTo>
                  <a:pt x="156009" y="21878"/>
                </a:lnTo>
                <a:cubicBezTo>
                  <a:pt x="139526" y="8223"/>
                  <a:pt x="118318" y="0"/>
                  <a:pt x="95250" y="0"/>
                </a:cubicBezTo>
                <a:cubicBezTo>
                  <a:pt x="47253" y="0"/>
                  <a:pt x="7553" y="35496"/>
                  <a:pt x="967" y="81669"/>
                </a:cubicBezTo>
                <a:cubicBezTo>
                  <a:pt x="37" y="88181"/>
                  <a:pt x="4539" y="94208"/>
                  <a:pt x="11050" y="95138"/>
                </a:cubicBezTo>
                <a:cubicBezTo>
                  <a:pt x="17562" y="96069"/>
                  <a:pt x="23589" y="91529"/>
                  <a:pt x="24519" y="85055"/>
                </a:cubicBezTo>
                <a:cubicBezTo>
                  <a:pt x="29468" y="50416"/>
                  <a:pt x="59271" y="23812"/>
                  <a:pt x="95250" y="23812"/>
                </a:cubicBezTo>
                <a:cubicBezTo>
                  <a:pt x="111770" y="23812"/>
                  <a:pt x="126950" y="29394"/>
                  <a:pt x="139043" y="38807"/>
                </a:cubicBezTo>
                <a:lnTo>
                  <a:pt x="121667" y="56183"/>
                </a:lnTo>
                <a:cubicBezTo>
                  <a:pt x="119100" y="58750"/>
                  <a:pt x="118356" y="62582"/>
                  <a:pt x="119732" y="65931"/>
                </a:cubicBezTo>
                <a:cubicBezTo>
                  <a:pt x="121109" y="69279"/>
                  <a:pt x="124383" y="71438"/>
                  <a:pt x="127992" y="71438"/>
                </a:cubicBezTo>
                <a:lnTo>
                  <a:pt x="178631" y="71438"/>
                </a:lnTo>
                <a:close/>
                <a:moveTo>
                  <a:pt x="189570" y="108831"/>
                </a:moveTo>
                <a:cubicBezTo>
                  <a:pt x="190500" y="102319"/>
                  <a:pt x="185961" y="96292"/>
                  <a:pt x="179487" y="95362"/>
                </a:cubicBezTo>
                <a:cubicBezTo>
                  <a:pt x="173013" y="94431"/>
                  <a:pt x="166948" y="98971"/>
                  <a:pt x="166018" y="105445"/>
                </a:cubicBezTo>
                <a:cubicBezTo>
                  <a:pt x="161069" y="140047"/>
                  <a:pt x="131266" y="166650"/>
                  <a:pt x="95287" y="166650"/>
                </a:cubicBezTo>
                <a:cubicBezTo>
                  <a:pt x="78767" y="166650"/>
                  <a:pt x="63587" y="161069"/>
                  <a:pt x="51495" y="151656"/>
                </a:cubicBezTo>
                <a:lnTo>
                  <a:pt x="68833" y="134317"/>
                </a:lnTo>
                <a:cubicBezTo>
                  <a:pt x="71400" y="131750"/>
                  <a:pt x="72144" y="127918"/>
                  <a:pt x="70768" y="124569"/>
                </a:cubicBezTo>
                <a:cubicBezTo>
                  <a:pt x="69391" y="121221"/>
                  <a:pt x="66117" y="119063"/>
                  <a:pt x="62508" y="119063"/>
                </a:cubicBezTo>
                <a:lnTo>
                  <a:pt x="8930" y="119063"/>
                </a:lnTo>
                <a:cubicBezTo>
                  <a:pt x="3981" y="119063"/>
                  <a:pt x="0" y="123044"/>
                  <a:pt x="0" y="127992"/>
                </a:cubicBezTo>
                <a:lnTo>
                  <a:pt x="0" y="181570"/>
                </a:lnTo>
                <a:cubicBezTo>
                  <a:pt x="0" y="185179"/>
                  <a:pt x="2158" y="188454"/>
                  <a:pt x="5507" y="189830"/>
                </a:cubicBezTo>
                <a:cubicBezTo>
                  <a:pt x="8855" y="191207"/>
                  <a:pt x="12688" y="190426"/>
                  <a:pt x="15255" y="187896"/>
                </a:cubicBezTo>
                <a:lnTo>
                  <a:pt x="34528" y="168622"/>
                </a:lnTo>
                <a:cubicBezTo>
                  <a:pt x="50974" y="182277"/>
                  <a:pt x="72182" y="190500"/>
                  <a:pt x="95250" y="190500"/>
                </a:cubicBezTo>
                <a:cubicBezTo>
                  <a:pt x="143247" y="190500"/>
                  <a:pt x="182947" y="155004"/>
                  <a:pt x="189533" y="108831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5" name="Text 23"/>
          <p:cNvSpPr/>
          <p:nvPr/>
        </p:nvSpPr>
        <p:spPr>
          <a:xfrm>
            <a:off x="1063625" y="3270250"/>
            <a:ext cx="9612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DC70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Phase 2: Social &amp; AI Enhancement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63625" y="3524250"/>
            <a:ext cx="9580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Feb 2026 - Mar 2026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0706894" y="3349625"/>
            <a:ext cx="992188" cy="285750"/>
          </a:xfrm>
          <a:custGeom>
            <a:avLst/>
            <a:gdLst/>
            <a:ahLst/>
            <a:cxnLst/>
            <a:rect l="l" t="t" r="r" b="b"/>
            <a:pathLst>
              <a:path w="992188" h="285750">
                <a:moveTo>
                  <a:pt x="142875" y="0"/>
                </a:moveTo>
                <a:lnTo>
                  <a:pt x="849313" y="0"/>
                </a:lnTo>
                <a:cubicBezTo>
                  <a:pt x="928167" y="0"/>
                  <a:pt x="992188" y="64020"/>
                  <a:pt x="992188" y="142875"/>
                </a:cubicBezTo>
                <a:lnTo>
                  <a:pt x="992188" y="142875"/>
                </a:lnTo>
                <a:cubicBezTo>
                  <a:pt x="992188" y="221730"/>
                  <a:pt x="928167" y="285750"/>
                  <a:pt x="849313" y="285750"/>
                </a:cubicBezTo>
                <a:lnTo>
                  <a:pt x="142875" y="285750"/>
                </a:lnTo>
                <a:cubicBezTo>
                  <a:pt x="64020" y="285750"/>
                  <a:pt x="0" y="221730"/>
                  <a:pt x="0" y="142875"/>
                </a:cubicBezTo>
                <a:lnTo>
                  <a:pt x="0" y="142875"/>
                </a:lnTo>
                <a:cubicBezTo>
                  <a:pt x="0" y="64020"/>
                  <a:pt x="64020" y="0"/>
                  <a:pt x="142875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0706894" y="3349625"/>
            <a:ext cx="1047750" cy="285750"/>
          </a:xfrm>
          <a:prstGeom prst="rect">
            <a:avLst/>
          </a:prstGeom>
          <a:noFill/>
          <a:ln/>
        </p:spPr>
        <p:txBody>
          <a:bodyPr wrap="square" lIns="127000" tIns="63500" rIns="127000" bIns="6350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DC70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 PROGRESS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92125" y="38417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Deliverables: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04031" y="40957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47625"/>
                </a:moveTo>
                <a:cubicBezTo>
                  <a:pt x="0" y="21340"/>
                  <a:pt x="21340" y="0"/>
                  <a:pt x="47625" y="0"/>
                </a:cubicBezTo>
                <a:cubicBezTo>
                  <a:pt x="73910" y="0"/>
                  <a:pt x="95250" y="21340"/>
                  <a:pt x="95250" y="47625"/>
                </a:cubicBezTo>
                <a:cubicBezTo>
                  <a:pt x="95250" y="73910"/>
                  <a:pt x="73910" y="95250"/>
                  <a:pt x="47625" y="95250"/>
                </a:cubicBezTo>
                <a:cubicBezTo>
                  <a:pt x="21340" y="95250"/>
                  <a:pt x="0" y="73910"/>
                  <a:pt x="0" y="47625"/>
                </a:cubicBezTo>
                <a:close/>
              </a:path>
            </a:pathLst>
          </a:custGeom>
          <a:solidFill>
            <a:srgbClr val="FDC700"/>
          </a:solidFill>
          <a:ln/>
        </p:spPr>
      </p:sp>
      <p:sp>
        <p:nvSpPr>
          <p:cNvPr id="31" name="Text 29"/>
          <p:cNvSpPr/>
          <p:nvPr/>
        </p:nvSpPr>
        <p:spPr>
          <a:xfrm>
            <a:off x="611188" y="4064000"/>
            <a:ext cx="547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 groups, friends, challenges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04031" y="42862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47625"/>
                </a:moveTo>
                <a:cubicBezTo>
                  <a:pt x="0" y="21340"/>
                  <a:pt x="21340" y="0"/>
                  <a:pt x="47625" y="0"/>
                </a:cubicBezTo>
                <a:cubicBezTo>
                  <a:pt x="73910" y="0"/>
                  <a:pt x="95250" y="21340"/>
                  <a:pt x="95250" y="47625"/>
                </a:cubicBezTo>
                <a:cubicBezTo>
                  <a:pt x="95250" y="73910"/>
                  <a:pt x="73910" y="95250"/>
                  <a:pt x="47625" y="95250"/>
                </a:cubicBezTo>
                <a:cubicBezTo>
                  <a:pt x="21340" y="95250"/>
                  <a:pt x="0" y="73910"/>
                  <a:pt x="0" y="47625"/>
                </a:cubicBezTo>
                <a:close/>
              </a:path>
            </a:pathLst>
          </a:custGeom>
          <a:solidFill>
            <a:srgbClr val="FDC700"/>
          </a:solidFill>
          <a:ln/>
        </p:spPr>
      </p:sp>
      <p:sp>
        <p:nvSpPr>
          <p:cNvPr id="33" name="Text 31"/>
          <p:cNvSpPr/>
          <p:nvPr/>
        </p:nvSpPr>
        <p:spPr>
          <a:xfrm>
            <a:off x="611188" y="4254500"/>
            <a:ext cx="547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Schedule optimizer, teacher module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59500" y="38417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Milestone: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159500" y="4064000"/>
            <a:ext cx="5540375" cy="539750"/>
          </a:xfrm>
          <a:custGeom>
            <a:avLst/>
            <a:gdLst/>
            <a:ahLst/>
            <a:cxnLst/>
            <a:rect l="l" t="t" r="r" b="b"/>
            <a:pathLst>
              <a:path w="5540375" h="539750">
                <a:moveTo>
                  <a:pt x="63502" y="0"/>
                </a:moveTo>
                <a:lnTo>
                  <a:pt x="5476873" y="0"/>
                </a:lnTo>
                <a:cubicBezTo>
                  <a:pt x="5511944" y="0"/>
                  <a:pt x="5540375" y="28431"/>
                  <a:pt x="5540375" y="63502"/>
                </a:cubicBezTo>
                <a:lnTo>
                  <a:pt x="5540375" y="476248"/>
                </a:lnTo>
                <a:cubicBezTo>
                  <a:pt x="5540375" y="511319"/>
                  <a:pt x="5511944" y="539750"/>
                  <a:pt x="5476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254750" y="4159250"/>
            <a:ext cx="541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Progress Demo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54750" y="4349750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Mar 9-13, 2026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25438" y="4945063"/>
            <a:ext cx="11541125" cy="1666875"/>
          </a:xfrm>
          <a:custGeom>
            <a:avLst/>
            <a:gdLst/>
            <a:ahLst/>
            <a:cxnLst/>
            <a:rect l="l" t="t" r="r" b="b"/>
            <a:pathLst>
              <a:path w="11541125" h="1666875">
                <a:moveTo>
                  <a:pt x="95245" y="0"/>
                </a:moveTo>
                <a:lnTo>
                  <a:pt x="11445880" y="0"/>
                </a:lnTo>
                <a:cubicBezTo>
                  <a:pt x="11498482" y="0"/>
                  <a:pt x="11541125" y="42643"/>
                  <a:pt x="11541125" y="95245"/>
                </a:cubicBezTo>
                <a:lnTo>
                  <a:pt x="11541125" y="1571630"/>
                </a:lnTo>
                <a:cubicBezTo>
                  <a:pt x="11541125" y="1624232"/>
                  <a:pt x="11498482" y="1666875"/>
                  <a:pt x="11445880" y="1666875"/>
                </a:cubicBezTo>
                <a:lnTo>
                  <a:pt x="95245" y="1666875"/>
                </a:lnTo>
                <a:cubicBezTo>
                  <a:pt x="42643" y="1666875"/>
                  <a:pt x="0" y="1624232"/>
                  <a:pt x="0" y="1571630"/>
                </a:cubicBezTo>
                <a:lnTo>
                  <a:pt x="0" y="95245"/>
                </a:lnTo>
                <a:cubicBezTo>
                  <a:pt x="0" y="42643"/>
                  <a:pt x="42643" y="0"/>
                  <a:pt x="95245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25400">
            <a:solidFill>
              <a:srgbClr val="3A5F7A">
                <a:alpha val="50196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2125" y="5111750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solidFill>
            <a:srgbClr val="3A5F7A"/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8" y="523875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1906" y="0"/>
                </a:moveTo>
                <a:cubicBezTo>
                  <a:pt x="5321" y="0"/>
                  <a:pt x="0" y="5321"/>
                  <a:pt x="0" y="11906"/>
                </a:cubicBezTo>
                <a:cubicBezTo>
                  <a:pt x="0" y="18492"/>
                  <a:pt x="5321" y="23812"/>
                  <a:pt x="11906" y="23812"/>
                </a:cubicBezTo>
                <a:lnTo>
                  <a:pt x="11906" y="27905"/>
                </a:lnTo>
                <a:cubicBezTo>
                  <a:pt x="11906" y="43681"/>
                  <a:pt x="18194" y="58824"/>
                  <a:pt x="29356" y="69986"/>
                </a:cubicBezTo>
                <a:lnTo>
                  <a:pt x="54620" y="95250"/>
                </a:lnTo>
                <a:lnTo>
                  <a:pt x="29356" y="120514"/>
                </a:lnTo>
                <a:cubicBezTo>
                  <a:pt x="18194" y="131676"/>
                  <a:pt x="11906" y="146819"/>
                  <a:pt x="11906" y="162595"/>
                </a:cubicBezTo>
                <a:lnTo>
                  <a:pt x="11906" y="166688"/>
                </a:lnTo>
                <a:cubicBezTo>
                  <a:pt x="5321" y="166688"/>
                  <a:pt x="0" y="172008"/>
                  <a:pt x="0" y="178594"/>
                </a:cubicBezTo>
                <a:cubicBezTo>
                  <a:pt x="0" y="185179"/>
                  <a:pt x="5321" y="190500"/>
                  <a:pt x="11906" y="190500"/>
                </a:cubicBezTo>
                <a:lnTo>
                  <a:pt x="130969" y="190500"/>
                </a:lnTo>
                <a:cubicBezTo>
                  <a:pt x="137554" y="190500"/>
                  <a:pt x="142875" y="185179"/>
                  <a:pt x="142875" y="178594"/>
                </a:cubicBezTo>
                <a:cubicBezTo>
                  <a:pt x="142875" y="172008"/>
                  <a:pt x="137554" y="166688"/>
                  <a:pt x="130969" y="166688"/>
                </a:cubicBezTo>
                <a:lnTo>
                  <a:pt x="130969" y="162595"/>
                </a:lnTo>
                <a:cubicBezTo>
                  <a:pt x="130969" y="146819"/>
                  <a:pt x="124681" y="131676"/>
                  <a:pt x="113519" y="120514"/>
                </a:cubicBezTo>
                <a:lnTo>
                  <a:pt x="88255" y="95250"/>
                </a:lnTo>
                <a:lnTo>
                  <a:pt x="113519" y="69986"/>
                </a:lnTo>
                <a:cubicBezTo>
                  <a:pt x="124681" y="58824"/>
                  <a:pt x="130969" y="43681"/>
                  <a:pt x="130969" y="27905"/>
                </a:cubicBezTo>
                <a:lnTo>
                  <a:pt x="130969" y="23812"/>
                </a:lnTo>
                <a:cubicBezTo>
                  <a:pt x="137554" y="23812"/>
                  <a:pt x="142875" y="18492"/>
                  <a:pt x="142875" y="11906"/>
                </a:cubicBezTo>
                <a:cubicBezTo>
                  <a:pt x="142875" y="5321"/>
                  <a:pt x="137554" y="0"/>
                  <a:pt x="130969" y="0"/>
                </a:cubicBezTo>
                <a:lnTo>
                  <a:pt x="11906" y="0"/>
                </a:lnTo>
                <a:close/>
                <a:moveTo>
                  <a:pt x="35719" y="27905"/>
                </a:moveTo>
                <a:lnTo>
                  <a:pt x="35719" y="23812"/>
                </a:lnTo>
                <a:lnTo>
                  <a:pt x="107156" y="23812"/>
                </a:lnTo>
                <a:lnTo>
                  <a:pt x="107156" y="27905"/>
                </a:lnTo>
                <a:cubicBezTo>
                  <a:pt x="107156" y="34975"/>
                  <a:pt x="105073" y="41821"/>
                  <a:pt x="101203" y="47625"/>
                </a:cubicBezTo>
                <a:lnTo>
                  <a:pt x="41672" y="47625"/>
                </a:lnTo>
                <a:cubicBezTo>
                  <a:pt x="37840" y="41821"/>
                  <a:pt x="35719" y="34975"/>
                  <a:pt x="35719" y="27905"/>
                </a:cubicBezTo>
                <a:close/>
                <a:moveTo>
                  <a:pt x="41672" y="142875"/>
                </a:moveTo>
                <a:cubicBezTo>
                  <a:pt x="42974" y="140903"/>
                  <a:pt x="44500" y="139043"/>
                  <a:pt x="46174" y="137331"/>
                </a:cubicBezTo>
                <a:lnTo>
                  <a:pt x="71438" y="112068"/>
                </a:lnTo>
                <a:lnTo>
                  <a:pt x="96701" y="137331"/>
                </a:lnTo>
                <a:cubicBezTo>
                  <a:pt x="98413" y="139043"/>
                  <a:pt x="99901" y="140903"/>
                  <a:pt x="101240" y="142875"/>
                </a:cubicBezTo>
                <a:lnTo>
                  <a:pt x="41672" y="142875"/>
                </a:lnTo>
                <a:close/>
              </a:path>
            </a:pathLst>
          </a:custGeom>
          <a:solidFill>
            <a:srgbClr val="E0E2E6"/>
          </a:solidFill>
          <a:ln/>
        </p:spPr>
      </p:sp>
      <p:sp>
        <p:nvSpPr>
          <p:cNvPr id="41" name="Text 39"/>
          <p:cNvSpPr/>
          <p:nvPr/>
        </p:nvSpPr>
        <p:spPr>
          <a:xfrm>
            <a:off x="1063625" y="5111750"/>
            <a:ext cx="984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Phase 3: Refinement &amp; Deployment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63625" y="5365750"/>
            <a:ext cx="9810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Apr 2026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940257" y="5191125"/>
            <a:ext cx="762000" cy="285750"/>
          </a:xfrm>
          <a:custGeom>
            <a:avLst/>
            <a:gdLst/>
            <a:ahLst/>
            <a:cxnLst/>
            <a:rect l="l" t="t" r="r" b="b"/>
            <a:pathLst>
              <a:path w="762000" h="285750">
                <a:moveTo>
                  <a:pt x="142875" y="0"/>
                </a:moveTo>
                <a:lnTo>
                  <a:pt x="619125" y="0"/>
                </a:lnTo>
                <a:cubicBezTo>
                  <a:pt x="697980" y="0"/>
                  <a:pt x="762000" y="64020"/>
                  <a:pt x="762000" y="142875"/>
                </a:cubicBezTo>
                <a:lnTo>
                  <a:pt x="762000" y="142875"/>
                </a:lnTo>
                <a:cubicBezTo>
                  <a:pt x="762000" y="221730"/>
                  <a:pt x="697980" y="285750"/>
                  <a:pt x="619125" y="285750"/>
                </a:cubicBezTo>
                <a:lnTo>
                  <a:pt x="142875" y="285750"/>
                </a:lnTo>
                <a:cubicBezTo>
                  <a:pt x="64020" y="285750"/>
                  <a:pt x="0" y="221730"/>
                  <a:pt x="0" y="142875"/>
                </a:cubicBezTo>
                <a:lnTo>
                  <a:pt x="0" y="142875"/>
                </a:lnTo>
                <a:cubicBezTo>
                  <a:pt x="0" y="64020"/>
                  <a:pt x="64020" y="0"/>
                  <a:pt x="142875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10940257" y="5191125"/>
            <a:ext cx="817563" cy="285750"/>
          </a:xfrm>
          <a:prstGeom prst="rect">
            <a:avLst/>
          </a:prstGeom>
          <a:noFill/>
          <a:ln/>
        </p:spPr>
        <p:txBody>
          <a:bodyPr wrap="square" lIns="127000" tIns="63500" rIns="127000" bIns="6350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PENDING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92125" y="56832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Deliverables: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4031" y="59372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47625"/>
                </a:moveTo>
                <a:cubicBezTo>
                  <a:pt x="0" y="21340"/>
                  <a:pt x="21340" y="0"/>
                  <a:pt x="47625" y="0"/>
                </a:cubicBezTo>
                <a:cubicBezTo>
                  <a:pt x="73910" y="0"/>
                  <a:pt x="95250" y="21340"/>
                  <a:pt x="95250" y="47625"/>
                </a:cubicBezTo>
                <a:cubicBezTo>
                  <a:pt x="95250" y="73910"/>
                  <a:pt x="73910" y="95250"/>
                  <a:pt x="47625" y="95250"/>
                </a:cubicBezTo>
                <a:cubicBezTo>
                  <a:pt x="21340" y="95250"/>
                  <a:pt x="0" y="73910"/>
                  <a:pt x="0" y="47625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88" y="5905500"/>
            <a:ext cx="547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Performance optimization, security hardening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04031" y="61277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47625"/>
                </a:moveTo>
                <a:cubicBezTo>
                  <a:pt x="0" y="21340"/>
                  <a:pt x="21340" y="0"/>
                  <a:pt x="47625" y="0"/>
                </a:cubicBezTo>
                <a:cubicBezTo>
                  <a:pt x="73910" y="0"/>
                  <a:pt x="95250" y="21340"/>
                  <a:pt x="95250" y="47625"/>
                </a:cubicBezTo>
                <a:cubicBezTo>
                  <a:pt x="95250" y="73910"/>
                  <a:pt x="73910" y="95250"/>
                  <a:pt x="47625" y="95250"/>
                </a:cubicBezTo>
                <a:cubicBezTo>
                  <a:pt x="21340" y="95250"/>
                  <a:pt x="0" y="73910"/>
                  <a:pt x="0" y="47625"/>
                </a:cubicBezTo>
                <a:close/>
              </a:path>
            </a:pathLst>
          </a:custGeom>
          <a:solidFill>
            <a:srgbClr val="5F6B7A"/>
          </a:solidFill>
          <a:ln/>
        </p:spPr>
      </p:sp>
      <p:sp>
        <p:nvSpPr>
          <p:cNvPr id="49" name="Text 47"/>
          <p:cNvSpPr/>
          <p:nvPr/>
        </p:nvSpPr>
        <p:spPr>
          <a:xfrm>
            <a:off x="611188" y="6096000"/>
            <a:ext cx="5476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testing, bug fixes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159500" y="5683250"/>
            <a:ext cx="5595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Milestone: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159500" y="5905500"/>
            <a:ext cx="5540375" cy="539750"/>
          </a:xfrm>
          <a:custGeom>
            <a:avLst/>
            <a:gdLst/>
            <a:ahLst/>
            <a:cxnLst/>
            <a:rect l="l" t="t" r="r" b="b"/>
            <a:pathLst>
              <a:path w="5540375" h="539750">
                <a:moveTo>
                  <a:pt x="63502" y="0"/>
                </a:moveTo>
                <a:lnTo>
                  <a:pt x="5476873" y="0"/>
                </a:lnTo>
                <a:cubicBezTo>
                  <a:pt x="5511944" y="0"/>
                  <a:pt x="5540375" y="28431"/>
                  <a:pt x="5540375" y="63502"/>
                </a:cubicBezTo>
                <a:lnTo>
                  <a:pt x="5540375" y="476248"/>
                </a:lnTo>
                <a:cubicBezTo>
                  <a:pt x="5540375" y="511319"/>
                  <a:pt x="5511944" y="539750"/>
                  <a:pt x="5476873" y="539750"/>
                </a:cubicBezTo>
                <a:lnTo>
                  <a:pt x="63502" y="539750"/>
                </a:lnTo>
                <a:cubicBezTo>
                  <a:pt x="28431" y="539750"/>
                  <a:pt x="0" y="511319"/>
                  <a:pt x="0" y="476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6254750" y="6000750"/>
            <a:ext cx="5413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Final Report &amp; Presentation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254750" y="6191250"/>
            <a:ext cx="5405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E0E2E6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Apr 20-30, 2026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86595" y="643725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4641" y="0"/>
                  <a:pt x="65782" y="248"/>
                  <a:pt x="66824" y="719"/>
                </a:cubicBezTo>
                <a:lnTo>
                  <a:pt x="113556" y="20538"/>
                </a:lnTo>
                <a:cubicBezTo>
                  <a:pt x="119013" y="22845"/>
                  <a:pt x="123081" y="28228"/>
                  <a:pt x="123056" y="34727"/>
                </a:cubicBezTo>
                <a:cubicBezTo>
                  <a:pt x="122932" y="59333"/>
                  <a:pt x="112812" y="104353"/>
                  <a:pt x="70073" y="124817"/>
                </a:cubicBezTo>
                <a:cubicBezTo>
                  <a:pt x="65931" y="126802"/>
                  <a:pt x="61119" y="126802"/>
                  <a:pt x="56976" y="124817"/>
                </a:cubicBezTo>
                <a:cubicBezTo>
                  <a:pt x="14213" y="104353"/>
                  <a:pt x="4118" y="59333"/>
                  <a:pt x="3994" y="34727"/>
                </a:cubicBezTo>
                <a:cubicBezTo>
                  <a:pt x="3969" y="28228"/>
                  <a:pt x="8037" y="22845"/>
                  <a:pt x="13494" y="20538"/>
                </a:cubicBezTo>
                <a:lnTo>
                  <a:pt x="60201" y="719"/>
                </a:lnTo>
                <a:cubicBezTo>
                  <a:pt x="61243" y="248"/>
                  <a:pt x="62359" y="0"/>
                  <a:pt x="63500" y="0"/>
                </a:cubicBezTo>
                <a:close/>
                <a:moveTo>
                  <a:pt x="63500" y="16570"/>
                </a:moveTo>
                <a:lnTo>
                  <a:pt x="63500" y="110356"/>
                </a:lnTo>
                <a:cubicBezTo>
                  <a:pt x="97730" y="93787"/>
                  <a:pt x="106933" y="57076"/>
                  <a:pt x="107156" y="35099"/>
                </a:cubicBezTo>
                <a:lnTo>
                  <a:pt x="63500" y="16594"/>
                </a:lnTo>
                <a:lnTo>
                  <a:pt x="63500" y="16594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6" name="Text 54"/>
          <p:cNvSpPr/>
          <p:nvPr/>
        </p:nvSpPr>
        <p:spPr>
          <a:xfrm>
            <a:off x="892970" y="6421377"/>
            <a:ext cx="1952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Risk Mitigation: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Buffer time in Phase 3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4565386" y="6437252"/>
            <a:ext cx="158750" cy="127000"/>
          </a:xfrm>
          <a:custGeom>
            <a:avLst/>
            <a:gdLst/>
            <a:ahLst/>
            <a:cxnLst/>
            <a:rect l="l" t="t" r="r" b="b"/>
            <a:pathLst>
              <a:path w="158750" h="127000">
                <a:moveTo>
                  <a:pt x="79375" y="3969"/>
                </a:moveTo>
                <a:cubicBezTo>
                  <a:pt x="93613" y="3969"/>
                  <a:pt x="105172" y="15528"/>
                  <a:pt x="105172" y="29766"/>
                </a:cubicBezTo>
                <a:cubicBezTo>
                  <a:pt x="105172" y="44003"/>
                  <a:pt x="93613" y="55563"/>
                  <a:pt x="79375" y="55563"/>
                </a:cubicBezTo>
                <a:cubicBezTo>
                  <a:pt x="65137" y="55563"/>
                  <a:pt x="53578" y="44003"/>
                  <a:pt x="53578" y="29766"/>
                </a:cubicBezTo>
                <a:cubicBezTo>
                  <a:pt x="53578" y="15528"/>
                  <a:pt x="65137" y="3969"/>
                  <a:pt x="79375" y="3969"/>
                </a:cubicBezTo>
                <a:close/>
                <a:moveTo>
                  <a:pt x="23812" y="21828"/>
                </a:moveTo>
                <a:cubicBezTo>
                  <a:pt x="33669" y="21828"/>
                  <a:pt x="41672" y="29831"/>
                  <a:pt x="41672" y="39688"/>
                </a:cubicBezTo>
                <a:cubicBezTo>
                  <a:pt x="41672" y="49544"/>
                  <a:pt x="33669" y="57547"/>
                  <a:pt x="23812" y="57547"/>
                </a:cubicBezTo>
                <a:cubicBezTo>
                  <a:pt x="13956" y="57547"/>
                  <a:pt x="5953" y="49544"/>
                  <a:pt x="5953" y="39688"/>
                </a:cubicBezTo>
                <a:cubicBezTo>
                  <a:pt x="5953" y="29831"/>
                  <a:pt x="13956" y="21828"/>
                  <a:pt x="23812" y="21828"/>
                </a:cubicBezTo>
                <a:close/>
                <a:moveTo>
                  <a:pt x="0" y="103188"/>
                </a:moveTo>
                <a:cubicBezTo>
                  <a:pt x="0" y="85651"/>
                  <a:pt x="14213" y="71438"/>
                  <a:pt x="31750" y="71438"/>
                </a:cubicBezTo>
                <a:cubicBezTo>
                  <a:pt x="34925" y="71438"/>
                  <a:pt x="38001" y="71909"/>
                  <a:pt x="40903" y="72777"/>
                </a:cubicBezTo>
                <a:cubicBezTo>
                  <a:pt x="32742" y="81905"/>
                  <a:pt x="27781" y="93960"/>
                  <a:pt x="27781" y="107156"/>
                </a:cubicBezTo>
                <a:lnTo>
                  <a:pt x="27781" y="111125"/>
                </a:lnTo>
                <a:cubicBezTo>
                  <a:pt x="27781" y="113953"/>
                  <a:pt x="28377" y="116632"/>
                  <a:pt x="29443" y="119063"/>
                </a:cubicBezTo>
                <a:lnTo>
                  <a:pt x="7938" y="119063"/>
                </a:lnTo>
                <a:cubicBezTo>
                  <a:pt x="3547" y="119063"/>
                  <a:pt x="0" y="115515"/>
                  <a:pt x="0" y="111125"/>
                </a:cubicBezTo>
                <a:lnTo>
                  <a:pt x="0" y="103188"/>
                </a:lnTo>
                <a:close/>
                <a:moveTo>
                  <a:pt x="129307" y="119063"/>
                </a:moveTo>
                <a:cubicBezTo>
                  <a:pt x="130373" y="116632"/>
                  <a:pt x="130969" y="113953"/>
                  <a:pt x="130969" y="111125"/>
                </a:cubicBezTo>
                <a:lnTo>
                  <a:pt x="130969" y="107156"/>
                </a:lnTo>
                <a:cubicBezTo>
                  <a:pt x="130969" y="93960"/>
                  <a:pt x="126008" y="81905"/>
                  <a:pt x="117847" y="72777"/>
                </a:cubicBezTo>
                <a:cubicBezTo>
                  <a:pt x="120749" y="71909"/>
                  <a:pt x="123825" y="71438"/>
                  <a:pt x="127000" y="71438"/>
                </a:cubicBezTo>
                <a:cubicBezTo>
                  <a:pt x="144537" y="71438"/>
                  <a:pt x="158750" y="85651"/>
                  <a:pt x="158750" y="103188"/>
                </a:cubicBezTo>
                <a:lnTo>
                  <a:pt x="158750" y="111125"/>
                </a:lnTo>
                <a:cubicBezTo>
                  <a:pt x="158750" y="115515"/>
                  <a:pt x="155203" y="119063"/>
                  <a:pt x="150813" y="119063"/>
                </a:cubicBezTo>
                <a:lnTo>
                  <a:pt x="129307" y="119063"/>
                </a:lnTo>
                <a:close/>
                <a:moveTo>
                  <a:pt x="117078" y="39688"/>
                </a:moveTo>
                <a:cubicBezTo>
                  <a:pt x="117078" y="29831"/>
                  <a:pt x="125081" y="21828"/>
                  <a:pt x="134938" y="21828"/>
                </a:cubicBezTo>
                <a:cubicBezTo>
                  <a:pt x="144794" y="21828"/>
                  <a:pt x="152797" y="29831"/>
                  <a:pt x="152797" y="39687"/>
                </a:cubicBezTo>
                <a:cubicBezTo>
                  <a:pt x="152797" y="49544"/>
                  <a:pt x="144794" y="57547"/>
                  <a:pt x="134938" y="57547"/>
                </a:cubicBezTo>
                <a:cubicBezTo>
                  <a:pt x="125081" y="57547"/>
                  <a:pt x="117078" y="49544"/>
                  <a:pt x="117078" y="39688"/>
                </a:cubicBezTo>
                <a:close/>
                <a:moveTo>
                  <a:pt x="39688" y="107156"/>
                </a:moveTo>
                <a:cubicBezTo>
                  <a:pt x="39688" y="85229"/>
                  <a:pt x="57448" y="67469"/>
                  <a:pt x="79375" y="67469"/>
                </a:cubicBezTo>
                <a:cubicBezTo>
                  <a:pt x="101302" y="67469"/>
                  <a:pt x="119063" y="85229"/>
                  <a:pt x="119063" y="107156"/>
                </a:cubicBezTo>
                <a:lnTo>
                  <a:pt x="119063" y="111125"/>
                </a:lnTo>
                <a:cubicBezTo>
                  <a:pt x="119063" y="115515"/>
                  <a:pt x="115515" y="119063"/>
                  <a:pt x="111125" y="119063"/>
                </a:cubicBezTo>
                <a:lnTo>
                  <a:pt x="47625" y="119063"/>
                </a:lnTo>
                <a:cubicBezTo>
                  <a:pt x="43235" y="119063"/>
                  <a:pt x="39688" y="115515"/>
                  <a:pt x="39688" y="111125"/>
                </a:cubicBezTo>
                <a:lnTo>
                  <a:pt x="39688" y="107156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59" name="Text 57"/>
          <p:cNvSpPr/>
          <p:nvPr/>
        </p:nvSpPr>
        <p:spPr>
          <a:xfrm>
            <a:off x="4787636" y="6421377"/>
            <a:ext cx="18653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Testing: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20+ students in March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483866" y="6437252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31750" y="0"/>
                </a:moveTo>
                <a:cubicBezTo>
                  <a:pt x="36140" y="0"/>
                  <a:pt x="39688" y="3547"/>
                  <a:pt x="39688" y="7938"/>
                </a:cubicBezTo>
                <a:lnTo>
                  <a:pt x="39688" y="15875"/>
                </a:lnTo>
                <a:lnTo>
                  <a:pt x="71438" y="15875"/>
                </a:lnTo>
                <a:lnTo>
                  <a:pt x="71438" y="7938"/>
                </a:lnTo>
                <a:cubicBezTo>
                  <a:pt x="71438" y="3547"/>
                  <a:pt x="74985" y="0"/>
                  <a:pt x="79375" y="0"/>
                </a:cubicBezTo>
                <a:cubicBezTo>
                  <a:pt x="83765" y="0"/>
                  <a:pt x="87313" y="3547"/>
                  <a:pt x="87313" y="7938"/>
                </a:cubicBezTo>
                <a:lnTo>
                  <a:pt x="87313" y="15875"/>
                </a:lnTo>
                <a:lnTo>
                  <a:pt x="95250" y="15875"/>
                </a:lnTo>
                <a:cubicBezTo>
                  <a:pt x="104006" y="15875"/>
                  <a:pt x="111125" y="22994"/>
                  <a:pt x="111125" y="31750"/>
                </a:cubicBezTo>
                <a:lnTo>
                  <a:pt x="111125" y="103188"/>
                </a:lnTo>
                <a:cubicBezTo>
                  <a:pt x="111125" y="111944"/>
                  <a:pt x="104006" y="119063"/>
                  <a:pt x="95250" y="119063"/>
                </a:cubicBezTo>
                <a:lnTo>
                  <a:pt x="15875" y="119063"/>
                </a:lnTo>
                <a:cubicBezTo>
                  <a:pt x="7119" y="119063"/>
                  <a:pt x="0" y="111944"/>
                  <a:pt x="0" y="103188"/>
                </a:cubicBezTo>
                <a:lnTo>
                  <a:pt x="0" y="31750"/>
                </a:lnTo>
                <a:cubicBezTo>
                  <a:pt x="0" y="22994"/>
                  <a:pt x="7119" y="15875"/>
                  <a:pt x="15875" y="15875"/>
                </a:cubicBezTo>
                <a:lnTo>
                  <a:pt x="23812" y="15875"/>
                </a:lnTo>
                <a:lnTo>
                  <a:pt x="23812" y="7938"/>
                </a:lnTo>
                <a:cubicBezTo>
                  <a:pt x="23812" y="3547"/>
                  <a:pt x="27360" y="0"/>
                  <a:pt x="31750" y="0"/>
                </a:cubicBezTo>
                <a:close/>
                <a:moveTo>
                  <a:pt x="76498" y="56728"/>
                </a:moveTo>
                <a:cubicBezTo>
                  <a:pt x="78234" y="53950"/>
                  <a:pt x="77391" y="50279"/>
                  <a:pt x="74612" y="48518"/>
                </a:cubicBezTo>
                <a:cubicBezTo>
                  <a:pt x="71834" y="46757"/>
                  <a:pt x="68163" y="47625"/>
                  <a:pt x="66402" y="50403"/>
                </a:cubicBezTo>
                <a:lnTo>
                  <a:pt x="51172" y="74786"/>
                </a:lnTo>
                <a:lnTo>
                  <a:pt x="44475" y="65856"/>
                </a:lnTo>
                <a:cubicBezTo>
                  <a:pt x="42490" y="63227"/>
                  <a:pt x="38770" y="62681"/>
                  <a:pt x="36140" y="64666"/>
                </a:cubicBezTo>
                <a:cubicBezTo>
                  <a:pt x="33511" y="66650"/>
                  <a:pt x="32965" y="70371"/>
                  <a:pt x="34950" y="73000"/>
                </a:cubicBezTo>
                <a:lnTo>
                  <a:pt x="46856" y="88875"/>
                </a:lnTo>
                <a:cubicBezTo>
                  <a:pt x="48022" y="90438"/>
                  <a:pt x="49907" y="91331"/>
                  <a:pt x="51867" y="91256"/>
                </a:cubicBezTo>
                <a:cubicBezTo>
                  <a:pt x="53826" y="91182"/>
                  <a:pt x="55612" y="90140"/>
                  <a:pt x="56654" y="88454"/>
                </a:cubicBezTo>
                <a:lnTo>
                  <a:pt x="76498" y="56704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2" name="Text 60"/>
          <p:cNvSpPr/>
          <p:nvPr/>
        </p:nvSpPr>
        <p:spPr>
          <a:xfrm>
            <a:off x="8682303" y="6421377"/>
            <a:ext cx="1889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Supervisor Meetings:</a:t>
            </a:r>
            <a:r>
              <a:rPr lang="en-US" sz="875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Every 2 weeks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2285" y="332285"/>
            <a:ext cx="754821" cy="237933"/>
          </a:xfrm>
          <a:custGeom>
            <a:avLst/>
            <a:gdLst/>
            <a:ahLst/>
            <a:cxnLst/>
            <a:rect l="l" t="t" r="r" b="b"/>
            <a:pathLst>
              <a:path w="754821" h="237933">
                <a:moveTo>
                  <a:pt x="118966" y="0"/>
                </a:moveTo>
                <a:lnTo>
                  <a:pt x="635855" y="0"/>
                </a:lnTo>
                <a:cubicBezTo>
                  <a:pt x="701558" y="0"/>
                  <a:pt x="754821" y="53263"/>
                  <a:pt x="754821" y="118966"/>
                </a:cubicBezTo>
                <a:lnTo>
                  <a:pt x="754821" y="118966"/>
                </a:lnTo>
                <a:cubicBezTo>
                  <a:pt x="754821" y="184670"/>
                  <a:pt x="701558" y="237933"/>
                  <a:pt x="635855" y="237933"/>
                </a:cubicBezTo>
                <a:lnTo>
                  <a:pt x="118966" y="237933"/>
                </a:lnTo>
                <a:cubicBezTo>
                  <a:pt x="53307" y="237933"/>
                  <a:pt x="0" y="184626"/>
                  <a:pt x="0" y="118966"/>
                </a:cubicBezTo>
                <a:lnTo>
                  <a:pt x="0" y="118966"/>
                </a:lnTo>
                <a:cubicBezTo>
                  <a:pt x="0" y="53307"/>
                  <a:pt x="53307" y="0"/>
                  <a:pt x="118966" y="0"/>
                </a:cubicBezTo>
                <a:close/>
              </a:path>
            </a:pathLst>
          </a:custGeom>
          <a:solidFill>
            <a:srgbClr val="3A5F7A">
              <a:alpha val="20000"/>
            </a:srgbClr>
          </a:solidFill>
          <a:ln w="12700">
            <a:solidFill>
              <a:srgbClr val="3A5F7A">
                <a:alpha val="4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4843" y="385615"/>
            <a:ext cx="598934" cy="1312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75" b="1" kern="0" spc="39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SUMMARY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8183" y="672775"/>
            <a:ext cx="11683316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26" b="1" dirty="0">
                <a:solidFill>
                  <a:srgbClr val="E0E2E6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Interim Achievements: What We've Proven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8183" y="1099413"/>
            <a:ext cx="656366" cy="32818"/>
          </a:xfrm>
          <a:custGeom>
            <a:avLst/>
            <a:gdLst/>
            <a:ahLst/>
            <a:cxnLst/>
            <a:rect l="l" t="t" r="r" b="b"/>
            <a:pathLst>
              <a:path w="656366" h="32818">
                <a:moveTo>
                  <a:pt x="0" y="0"/>
                </a:moveTo>
                <a:lnTo>
                  <a:pt x="656366" y="0"/>
                </a:lnTo>
                <a:lnTo>
                  <a:pt x="656366" y="32818"/>
                </a:lnTo>
                <a:lnTo>
                  <a:pt x="0" y="32818"/>
                </a:lnTo>
                <a:lnTo>
                  <a:pt x="0" y="0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6" name="Shape 4"/>
          <p:cNvSpPr/>
          <p:nvPr/>
        </p:nvSpPr>
        <p:spPr>
          <a:xfrm>
            <a:off x="332285" y="1300425"/>
            <a:ext cx="3724878" cy="1616301"/>
          </a:xfrm>
          <a:custGeom>
            <a:avLst/>
            <a:gdLst/>
            <a:ahLst/>
            <a:cxnLst/>
            <a:rect l="l" t="t" r="r" b="b"/>
            <a:pathLst>
              <a:path w="3724878" h="1616301">
                <a:moveTo>
                  <a:pt x="98449" y="0"/>
                </a:moveTo>
                <a:lnTo>
                  <a:pt x="3626429" y="0"/>
                </a:lnTo>
                <a:cubicBezTo>
                  <a:pt x="3680800" y="0"/>
                  <a:pt x="3724878" y="44077"/>
                  <a:pt x="3724878" y="98449"/>
                </a:cubicBezTo>
                <a:lnTo>
                  <a:pt x="3724878" y="1517853"/>
                </a:lnTo>
                <a:cubicBezTo>
                  <a:pt x="3724878" y="1572224"/>
                  <a:pt x="3680800" y="1616301"/>
                  <a:pt x="3626429" y="1616301"/>
                </a:cubicBezTo>
                <a:lnTo>
                  <a:pt x="98449" y="1616301"/>
                </a:lnTo>
                <a:cubicBezTo>
                  <a:pt x="44077" y="1616301"/>
                  <a:pt x="0" y="1572224"/>
                  <a:pt x="0" y="1517853"/>
                </a:cubicBezTo>
                <a:lnTo>
                  <a:pt x="0" y="98449"/>
                </a:lnTo>
                <a:cubicBezTo>
                  <a:pt x="0" y="44113"/>
                  <a:pt x="44113" y="0"/>
                  <a:pt x="984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0479" y="1468619"/>
            <a:ext cx="393820" cy="393820"/>
          </a:xfrm>
          <a:custGeom>
            <a:avLst/>
            <a:gdLst/>
            <a:ahLst/>
            <a:cxnLst/>
            <a:rect l="l" t="t" r="r" b="b"/>
            <a:pathLst>
              <a:path w="393820" h="393820">
                <a:moveTo>
                  <a:pt x="98455" y="0"/>
                </a:moveTo>
                <a:lnTo>
                  <a:pt x="295365" y="0"/>
                </a:lnTo>
                <a:cubicBezTo>
                  <a:pt x="349740" y="0"/>
                  <a:pt x="393820" y="44080"/>
                  <a:pt x="393820" y="98455"/>
                </a:cubicBezTo>
                <a:lnTo>
                  <a:pt x="393820" y="295365"/>
                </a:lnTo>
                <a:cubicBezTo>
                  <a:pt x="393820" y="349740"/>
                  <a:pt x="349740" y="393820"/>
                  <a:pt x="295365" y="393820"/>
                </a:cubicBezTo>
                <a:lnTo>
                  <a:pt x="98455" y="393820"/>
                </a:lnTo>
                <a:cubicBezTo>
                  <a:pt x="44080" y="393820"/>
                  <a:pt x="0" y="349740"/>
                  <a:pt x="0" y="295365"/>
                </a:cubicBezTo>
                <a:lnTo>
                  <a:pt x="0" y="98455"/>
                </a:lnTo>
                <a:cubicBezTo>
                  <a:pt x="0" y="44080"/>
                  <a:pt x="44080" y="0"/>
                  <a:pt x="98455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8" name="Shape 6"/>
          <p:cNvSpPr/>
          <p:nvPr/>
        </p:nvSpPr>
        <p:spPr>
          <a:xfrm>
            <a:off x="594832" y="1583483"/>
            <a:ext cx="205114" cy="164092"/>
          </a:xfrm>
          <a:custGeom>
            <a:avLst/>
            <a:gdLst/>
            <a:ahLst/>
            <a:cxnLst/>
            <a:rect l="l" t="t" r="r" b="b"/>
            <a:pathLst>
              <a:path w="205114" h="164092">
                <a:moveTo>
                  <a:pt x="133292" y="67463"/>
                </a:moveTo>
                <a:cubicBezTo>
                  <a:pt x="137202" y="66406"/>
                  <a:pt x="141305" y="68265"/>
                  <a:pt x="143067" y="71886"/>
                </a:cubicBezTo>
                <a:lnTo>
                  <a:pt x="149028" y="83937"/>
                </a:lnTo>
                <a:cubicBezTo>
                  <a:pt x="152329" y="84385"/>
                  <a:pt x="155566" y="85283"/>
                  <a:pt x="158611" y="86533"/>
                </a:cubicBezTo>
                <a:lnTo>
                  <a:pt x="169828" y="79065"/>
                </a:lnTo>
                <a:cubicBezTo>
                  <a:pt x="173193" y="76822"/>
                  <a:pt x="177648" y="77270"/>
                  <a:pt x="180501" y="80123"/>
                </a:cubicBezTo>
                <a:lnTo>
                  <a:pt x="186654" y="86276"/>
                </a:lnTo>
                <a:cubicBezTo>
                  <a:pt x="189506" y="89129"/>
                  <a:pt x="189955" y="93615"/>
                  <a:pt x="187712" y="96949"/>
                </a:cubicBezTo>
                <a:lnTo>
                  <a:pt x="180244" y="108134"/>
                </a:lnTo>
                <a:cubicBezTo>
                  <a:pt x="180853" y="109640"/>
                  <a:pt x="181398" y="111210"/>
                  <a:pt x="181847" y="112845"/>
                </a:cubicBezTo>
                <a:cubicBezTo>
                  <a:pt x="182295" y="114479"/>
                  <a:pt x="182584" y="116082"/>
                  <a:pt x="182808" y="117716"/>
                </a:cubicBezTo>
                <a:lnTo>
                  <a:pt x="194891" y="123678"/>
                </a:lnTo>
                <a:cubicBezTo>
                  <a:pt x="198512" y="125472"/>
                  <a:pt x="200371" y="129575"/>
                  <a:pt x="199314" y="133453"/>
                </a:cubicBezTo>
                <a:lnTo>
                  <a:pt x="197070" y="141849"/>
                </a:lnTo>
                <a:cubicBezTo>
                  <a:pt x="196012" y="145727"/>
                  <a:pt x="192391" y="148355"/>
                  <a:pt x="188353" y="148099"/>
                </a:cubicBezTo>
                <a:lnTo>
                  <a:pt x="174892" y="147234"/>
                </a:lnTo>
                <a:cubicBezTo>
                  <a:pt x="172873" y="149830"/>
                  <a:pt x="170533" y="152233"/>
                  <a:pt x="167873" y="154284"/>
                </a:cubicBezTo>
                <a:lnTo>
                  <a:pt x="168739" y="167713"/>
                </a:lnTo>
                <a:cubicBezTo>
                  <a:pt x="168995" y="171751"/>
                  <a:pt x="166367" y="175405"/>
                  <a:pt x="162489" y="176430"/>
                </a:cubicBezTo>
                <a:lnTo>
                  <a:pt x="154092" y="178674"/>
                </a:lnTo>
                <a:cubicBezTo>
                  <a:pt x="150182" y="179731"/>
                  <a:pt x="146112" y="177873"/>
                  <a:pt x="144317" y="174251"/>
                </a:cubicBezTo>
                <a:lnTo>
                  <a:pt x="138356" y="162201"/>
                </a:lnTo>
                <a:cubicBezTo>
                  <a:pt x="135055" y="161752"/>
                  <a:pt x="131818" y="160855"/>
                  <a:pt x="128773" y="159605"/>
                </a:cubicBezTo>
                <a:lnTo>
                  <a:pt x="117556" y="167072"/>
                </a:lnTo>
                <a:cubicBezTo>
                  <a:pt x="114191" y="169316"/>
                  <a:pt x="109736" y="168867"/>
                  <a:pt x="106884" y="166014"/>
                </a:cubicBezTo>
                <a:lnTo>
                  <a:pt x="100730" y="159861"/>
                </a:lnTo>
                <a:cubicBezTo>
                  <a:pt x="97878" y="157009"/>
                  <a:pt x="97429" y="152554"/>
                  <a:pt x="99673" y="149189"/>
                </a:cubicBezTo>
                <a:lnTo>
                  <a:pt x="107140" y="137971"/>
                </a:lnTo>
                <a:cubicBezTo>
                  <a:pt x="106531" y="136465"/>
                  <a:pt x="105986" y="134895"/>
                  <a:pt x="105538" y="133260"/>
                </a:cubicBezTo>
                <a:cubicBezTo>
                  <a:pt x="105089" y="131626"/>
                  <a:pt x="104801" y="129991"/>
                  <a:pt x="104576" y="128389"/>
                </a:cubicBezTo>
                <a:lnTo>
                  <a:pt x="92494" y="122428"/>
                </a:lnTo>
                <a:cubicBezTo>
                  <a:pt x="88872" y="120633"/>
                  <a:pt x="87045" y="116531"/>
                  <a:pt x="88071" y="112653"/>
                </a:cubicBezTo>
                <a:lnTo>
                  <a:pt x="90314" y="104256"/>
                </a:lnTo>
                <a:cubicBezTo>
                  <a:pt x="91372" y="100378"/>
                  <a:pt x="94994" y="97750"/>
                  <a:pt x="99032" y="98006"/>
                </a:cubicBezTo>
                <a:lnTo>
                  <a:pt x="112460" y="98872"/>
                </a:lnTo>
                <a:cubicBezTo>
                  <a:pt x="114479" y="96276"/>
                  <a:pt x="116819" y="93872"/>
                  <a:pt x="119479" y="91821"/>
                </a:cubicBezTo>
                <a:lnTo>
                  <a:pt x="118614" y="78424"/>
                </a:lnTo>
                <a:cubicBezTo>
                  <a:pt x="118357" y="74386"/>
                  <a:pt x="120985" y="70732"/>
                  <a:pt x="124863" y="69707"/>
                </a:cubicBezTo>
                <a:lnTo>
                  <a:pt x="133260" y="67463"/>
                </a:lnTo>
                <a:close/>
                <a:moveTo>
                  <a:pt x="143708" y="108967"/>
                </a:moveTo>
                <a:cubicBezTo>
                  <a:pt x="135925" y="108976"/>
                  <a:pt x="129614" y="115302"/>
                  <a:pt x="129623" y="123085"/>
                </a:cubicBezTo>
                <a:cubicBezTo>
                  <a:pt x="129632" y="130868"/>
                  <a:pt x="135957" y="137179"/>
                  <a:pt x="143740" y="137170"/>
                </a:cubicBezTo>
                <a:cubicBezTo>
                  <a:pt x="151523" y="137161"/>
                  <a:pt x="157835" y="130836"/>
                  <a:pt x="157826" y="123053"/>
                </a:cubicBezTo>
                <a:cubicBezTo>
                  <a:pt x="157817" y="115270"/>
                  <a:pt x="151491" y="108958"/>
                  <a:pt x="143708" y="108967"/>
                </a:cubicBezTo>
                <a:close/>
                <a:moveTo>
                  <a:pt x="72078" y="-14582"/>
                </a:moveTo>
                <a:lnTo>
                  <a:pt x="80475" y="-12339"/>
                </a:lnTo>
                <a:cubicBezTo>
                  <a:pt x="84353" y="-11281"/>
                  <a:pt x="86981" y="-7628"/>
                  <a:pt x="86725" y="-3622"/>
                </a:cubicBezTo>
                <a:lnTo>
                  <a:pt x="85860" y="9775"/>
                </a:lnTo>
                <a:cubicBezTo>
                  <a:pt x="88520" y="11826"/>
                  <a:pt x="90859" y="14198"/>
                  <a:pt x="92878" y="16826"/>
                </a:cubicBezTo>
                <a:lnTo>
                  <a:pt x="106339" y="15960"/>
                </a:lnTo>
                <a:cubicBezTo>
                  <a:pt x="110345" y="15704"/>
                  <a:pt x="113999" y="18332"/>
                  <a:pt x="115056" y="22210"/>
                </a:cubicBezTo>
                <a:lnTo>
                  <a:pt x="117300" y="30607"/>
                </a:lnTo>
                <a:cubicBezTo>
                  <a:pt x="118325" y="34485"/>
                  <a:pt x="116499" y="38587"/>
                  <a:pt x="112877" y="40382"/>
                </a:cubicBezTo>
                <a:lnTo>
                  <a:pt x="100794" y="46343"/>
                </a:lnTo>
                <a:cubicBezTo>
                  <a:pt x="100570" y="47978"/>
                  <a:pt x="100250" y="49612"/>
                  <a:pt x="99833" y="51215"/>
                </a:cubicBezTo>
                <a:cubicBezTo>
                  <a:pt x="99416" y="52817"/>
                  <a:pt x="98840" y="54419"/>
                  <a:pt x="98231" y="55926"/>
                </a:cubicBezTo>
                <a:lnTo>
                  <a:pt x="105698" y="67143"/>
                </a:lnTo>
                <a:cubicBezTo>
                  <a:pt x="107941" y="70508"/>
                  <a:pt x="107493" y="74963"/>
                  <a:pt x="104640" y="77815"/>
                </a:cubicBezTo>
                <a:lnTo>
                  <a:pt x="98487" y="83969"/>
                </a:lnTo>
                <a:cubicBezTo>
                  <a:pt x="95635" y="86821"/>
                  <a:pt x="91180" y="87270"/>
                  <a:pt x="87815" y="85026"/>
                </a:cubicBezTo>
                <a:lnTo>
                  <a:pt x="76597" y="77559"/>
                </a:lnTo>
                <a:cubicBezTo>
                  <a:pt x="73553" y="78809"/>
                  <a:pt x="70316" y="79706"/>
                  <a:pt x="67015" y="80155"/>
                </a:cubicBezTo>
                <a:lnTo>
                  <a:pt x="61054" y="92205"/>
                </a:lnTo>
                <a:cubicBezTo>
                  <a:pt x="59259" y="95827"/>
                  <a:pt x="55157" y="97654"/>
                  <a:pt x="51279" y="96628"/>
                </a:cubicBezTo>
                <a:lnTo>
                  <a:pt x="42882" y="94385"/>
                </a:lnTo>
                <a:cubicBezTo>
                  <a:pt x="38972" y="93327"/>
                  <a:pt x="36376" y="89673"/>
                  <a:pt x="36632" y="85667"/>
                </a:cubicBezTo>
                <a:lnTo>
                  <a:pt x="37497" y="72239"/>
                </a:lnTo>
                <a:cubicBezTo>
                  <a:pt x="34837" y="70188"/>
                  <a:pt x="32498" y="67816"/>
                  <a:pt x="30479" y="65188"/>
                </a:cubicBezTo>
                <a:lnTo>
                  <a:pt x="17018" y="66053"/>
                </a:lnTo>
                <a:cubicBezTo>
                  <a:pt x="13012" y="66310"/>
                  <a:pt x="9358" y="63682"/>
                  <a:pt x="8301" y="59804"/>
                </a:cubicBezTo>
                <a:lnTo>
                  <a:pt x="6057" y="51407"/>
                </a:lnTo>
                <a:cubicBezTo>
                  <a:pt x="5032" y="47529"/>
                  <a:pt x="6859" y="43427"/>
                  <a:pt x="10480" y="41632"/>
                </a:cubicBezTo>
                <a:lnTo>
                  <a:pt x="22563" y="35671"/>
                </a:lnTo>
                <a:cubicBezTo>
                  <a:pt x="22787" y="34036"/>
                  <a:pt x="23107" y="32434"/>
                  <a:pt x="23524" y="30799"/>
                </a:cubicBezTo>
                <a:cubicBezTo>
                  <a:pt x="23973" y="29165"/>
                  <a:pt x="24486" y="27594"/>
                  <a:pt x="25127" y="26088"/>
                </a:cubicBezTo>
                <a:lnTo>
                  <a:pt x="17659" y="14903"/>
                </a:lnTo>
                <a:cubicBezTo>
                  <a:pt x="15416" y="11538"/>
                  <a:pt x="15864" y="7083"/>
                  <a:pt x="18717" y="4230"/>
                </a:cubicBezTo>
                <a:lnTo>
                  <a:pt x="24870" y="-1923"/>
                </a:lnTo>
                <a:cubicBezTo>
                  <a:pt x="27722" y="-4775"/>
                  <a:pt x="32177" y="-5224"/>
                  <a:pt x="35542" y="-2981"/>
                </a:cubicBezTo>
                <a:lnTo>
                  <a:pt x="46760" y="4487"/>
                </a:lnTo>
                <a:cubicBezTo>
                  <a:pt x="49804" y="3237"/>
                  <a:pt x="53041" y="2340"/>
                  <a:pt x="56342" y="1891"/>
                </a:cubicBezTo>
                <a:lnTo>
                  <a:pt x="62303" y="-10160"/>
                </a:lnTo>
                <a:cubicBezTo>
                  <a:pt x="64098" y="-13781"/>
                  <a:pt x="68168" y="-15608"/>
                  <a:pt x="72078" y="-14582"/>
                </a:cubicBezTo>
                <a:close/>
                <a:moveTo>
                  <a:pt x="61663" y="26921"/>
                </a:moveTo>
                <a:cubicBezTo>
                  <a:pt x="53880" y="26921"/>
                  <a:pt x="47561" y="33240"/>
                  <a:pt x="47561" y="41023"/>
                </a:cubicBezTo>
                <a:cubicBezTo>
                  <a:pt x="47561" y="48806"/>
                  <a:pt x="53880" y="55124"/>
                  <a:pt x="61663" y="55124"/>
                </a:cubicBezTo>
                <a:cubicBezTo>
                  <a:pt x="69445" y="55124"/>
                  <a:pt x="75764" y="48806"/>
                  <a:pt x="75764" y="41023"/>
                </a:cubicBezTo>
                <a:cubicBezTo>
                  <a:pt x="75764" y="33240"/>
                  <a:pt x="69445" y="26921"/>
                  <a:pt x="61663" y="26921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9" name="Text 7"/>
          <p:cNvSpPr/>
          <p:nvPr/>
        </p:nvSpPr>
        <p:spPr>
          <a:xfrm>
            <a:off x="992754" y="1550665"/>
            <a:ext cx="1632711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2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Validation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7658" y="2026530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1" name="Text 9"/>
          <p:cNvSpPr/>
          <p:nvPr/>
        </p:nvSpPr>
        <p:spPr>
          <a:xfrm>
            <a:off x="677561" y="1993712"/>
            <a:ext cx="3273626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Three-tier architecture successfully implemented with React, Node.js, PostgreSQL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7658" y="2453168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4262" y="2420350"/>
            <a:ext cx="3265421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PWA approach enables cross-platform deployment without app store barriers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32741" y="1300425"/>
            <a:ext cx="3724878" cy="1616301"/>
          </a:xfrm>
          <a:custGeom>
            <a:avLst/>
            <a:gdLst/>
            <a:ahLst/>
            <a:cxnLst/>
            <a:rect l="l" t="t" r="r" b="b"/>
            <a:pathLst>
              <a:path w="3724878" h="1616301">
                <a:moveTo>
                  <a:pt x="98449" y="0"/>
                </a:moveTo>
                <a:lnTo>
                  <a:pt x="3626429" y="0"/>
                </a:lnTo>
                <a:cubicBezTo>
                  <a:pt x="3680800" y="0"/>
                  <a:pt x="3724878" y="44077"/>
                  <a:pt x="3724878" y="98449"/>
                </a:cubicBezTo>
                <a:lnTo>
                  <a:pt x="3724878" y="1517853"/>
                </a:lnTo>
                <a:cubicBezTo>
                  <a:pt x="3724878" y="1572224"/>
                  <a:pt x="3680800" y="1616301"/>
                  <a:pt x="3626429" y="1616301"/>
                </a:cubicBezTo>
                <a:lnTo>
                  <a:pt x="98449" y="1616301"/>
                </a:lnTo>
                <a:cubicBezTo>
                  <a:pt x="44077" y="1616301"/>
                  <a:pt x="0" y="1572224"/>
                  <a:pt x="0" y="1517853"/>
                </a:cubicBezTo>
                <a:lnTo>
                  <a:pt x="0" y="98449"/>
                </a:lnTo>
                <a:cubicBezTo>
                  <a:pt x="0" y="44113"/>
                  <a:pt x="44113" y="0"/>
                  <a:pt x="984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0935" y="1468619"/>
            <a:ext cx="393820" cy="393820"/>
          </a:xfrm>
          <a:custGeom>
            <a:avLst/>
            <a:gdLst/>
            <a:ahLst/>
            <a:cxnLst/>
            <a:rect l="l" t="t" r="r" b="b"/>
            <a:pathLst>
              <a:path w="393820" h="393820">
                <a:moveTo>
                  <a:pt x="98455" y="0"/>
                </a:moveTo>
                <a:lnTo>
                  <a:pt x="295365" y="0"/>
                </a:lnTo>
                <a:cubicBezTo>
                  <a:pt x="349740" y="0"/>
                  <a:pt x="393820" y="44080"/>
                  <a:pt x="393820" y="98455"/>
                </a:cubicBezTo>
                <a:lnTo>
                  <a:pt x="393820" y="295365"/>
                </a:lnTo>
                <a:cubicBezTo>
                  <a:pt x="393820" y="349740"/>
                  <a:pt x="349740" y="393820"/>
                  <a:pt x="295365" y="393820"/>
                </a:cubicBezTo>
                <a:lnTo>
                  <a:pt x="98455" y="393820"/>
                </a:lnTo>
                <a:cubicBezTo>
                  <a:pt x="44080" y="393820"/>
                  <a:pt x="0" y="349740"/>
                  <a:pt x="0" y="295365"/>
                </a:cubicBezTo>
                <a:lnTo>
                  <a:pt x="0" y="98455"/>
                </a:lnTo>
                <a:cubicBezTo>
                  <a:pt x="0" y="44080"/>
                  <a:pt x="44080" y="0"/>
                  <a:pt x="98455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36310" y="1583483"/>
            <a:ext cx="123069" cy="164092"/>
          </a:xfrm>
          <a:custGeom>
            <a:avLst/>
            <a:gdLst/>
            <a:ahLst/>
            <a:cxnLst/>
            <a:rect l="l" t="t" r="r" b="b"/>
            <a:pathLst>
              <a:path w="123069" h="164092">
                <a:moveTo>
                  <a:pt x="80091" y="21409"/>
                </a:moveTo>
                <a:cubicBezTo>
                  <a:pt x="83424" y="16826"/>
                  <a:pt x="82398" y="10416"/>
                  <a:pt x="77815" y="7083"/>
                </a:cubicBezTo>
                <a:cubicBezTo>
                  <a:pt x="73232" y="3750"/>
                  <a:pt x="66822" y="4775"/>
                  <a:pt x="63489" y="9358"/>
                </a:cubicBezTo>
                <a:lnTo>
                  <a:pt x="29517" y="56054"/>
                </a:lnTo>
                <a:lnTo>
                  <a:pt x="17499" y="44035"/>
                </a:lnTo>
                <a:cubicBezTo>
                  <a:pt x="13493" y="40029"/>
                  <a:pt x="6987" y="40029"/>
                  <a:pt x="2981" y="44035"/>
                </a:cubicBezTo>
                <a:cubicBezTo>
                  <a:pt x="-1026" y="48042"/>
                  <a:pt x="-1026" y="54548"/>
                  <a:pt x="2981" y="58554"/>
                </a:cubicBezTo>
                <a:lnTo>
                  <a:pt x="23492" y="79065"/>
                </a:lnTo>
                <a:cubicBezTo>
                  <a:pt x="25607" y="81180"/>
                  <a:pt x="28556" y="82270"/>
                  <a:pt x="31536" y="82046"/>
                </a:cubicBezTo>
                <a:cubicBezTo>
                  <a:pt x="34517" y="81821"/>
                  <a:pt x="37273" y="80283"/>
                  <a:pt x="39036" y="77847"/>
                </a:cubicBezTo>
                <a:lnTo>
                  <a:pt x="80059" y="21441"/>
                </a:lnTo>
                <a:close/>
                <a:moveTo>
                  <a:pt x="121114" y="64996"/>
                </a:moveTo>
                <a:cubicBezTo>
                  <a:pt x="124447" y="60413"/>
                  <a:pt x="123421" y="54003"/>
                  <a:pt x="118838" y="50670"/>
                </a:cubicBezTo>
                <a:cubicBezTo>
                  <a:pt x="114255" y="47337"/>
                  <a:pt x="107845" y="48362"/>
                  <a:pt x="104512" y="52945"/>
                </a:cubicBezTo>
                <a:lnTo>
                  <a:pt x="50029" y="127844"/>
                </a:lnTo>
                <a:lnTo>
                  <a:pt x="27755" y="105570"/>
                </a:lnTo>
                <a:cubicBezTo>
                  <a:pt x="23748" y="101564"/>
                  <a:pt x="17242" y="101564"/>
                  <a:pt x="13236" y="105570"/>
                </a:cubicBezTo>
                <a:cubicBezTo>
                  <a:pt x="9230" y="109576"/>
                  <a:pt x="9230" y="116082"/>
                  <a:pt x="13236" y="120088"/>
                </a:cubicBezTo>
                <a:lnTo>
                  <a:pt x="44003" y="150855"/>
                </a:lnTo>
                <a:cubicBezTo>
                  <a:pt x="46119" y="152970"/>
                  <a:pt x="49067" y="154060"/>
                  <a:pt x="52048" y="153836"/>
                </a:cubicBezTo>
                <a:cubicBezTo>
                  <a:pt x="55028" y="153611"/>
                  <a:pt x="57785" y="152073"/>
                  <a:pt x="59547" y="149637"/>
                </a:cubicBezTo>
                <a:lnTo>
                  <a:pt x="121082" y="65028"/>
                </a:ln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4893209" y="1550665"/>
            <a:ext cx="1345550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2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Functional Proof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24523" y="2026530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19" name="Text 17"/>
          <p:cNvSpPr/>
          <p:nvPr/>
        </p:nvSpPr>
        <p:spPr>
          <a:xfrm>
            <a:off x="4610151" y="1993712"/>
            <a:ext cx="324080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15+ working API endpoints handling real data with JWT security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424523" y="2289077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1" name="Text 19"/>
          <p:cNvSpPr/>
          <p:nvPr/>
        </p:nvSpPr>
        <p:spPr>
          <a:xfrm>
            <a:off x="4610151" y="2256258"/>
            <a:ext cx="3084921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Gamification engine calculates XP, levels, streaks accurately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3196" y="1300425"/>
            <a:ext cx="3724878" cy="1616301"/>
          </a:xfrm>
          <a:custGeom>
            <a:avLst/>
            <a:gdLst/>
            <a:ahLst/>
            <a:cxnLst/>
            <a:rect l="l" t="t" r="r" b="b"/>
            <a:pathLst>
              <a:path w="3724878" h="1616301">
                <a:moveTo>
                  <a:pt x="98449" y="0"/>
                </a:moveTo>
                <a:lnTo>
                  <a:pt x="3626429" y="0"/>
                </a:lnTo>
                <a:cubicBezTo>
                  <a:pt x="3680800" y="0"/>
                  <a:pt x="3724878" y="44077"/>
                  <a:pt x="3724878" y="98449"/>
                </a:cubicBezTo>
                <a:lnTo>
                  <a:pt x="3724878" y="1517853"/>
                </a:lnTo>
                <a:cubicBezTo>
                  <a:pt x="3724878" y="1572224"/>
                  <a:pt x="3680800" y="1616301"/>
                  <a:pt x="3626429" y="1616301"/>
                </a:cubicBezTo>
                <a:lnTo>
                  <a:pt x="98449" y="1616301"/>
                </a:lnTo>
                <a:cubicBezTo>
                  <a:pt x="44077" y="1616301"/>
                  <a:pt x="0" y="1572224"/>
                  <a:pt x="0" y="1517853"/>
                </a:cubicBezTo>
                <a:lnTo>
                  <a:pt x="0" y="98449"/>
                </a:lnTo>
                <a:cubicBezTo>
                  <a:pt x="0" y="44113"/>
                  <a:pt x="44113" y="0"/>
                  <a:pt x="98449" y="0"/>
                </a:cubicBezTo>
                <a:close/>
              </a:path>
            </a:pathLst>
          </a:custGeom>
          <a:solidFill>
            <a:srgbClr val="3A5F7A">
              <a:alpha val="10196"/>
            </a:srgbClr>
          </a:solidFill>
          <a:ln w="12700">
            <a:solidFill>
              <a:srgbClr val="3A5F7A">
                <a:alpha val="30196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01390" y="1468619"/>
            <a:ext cx="393820" cy="393820"/>
          </a:xfrm>
          <a:custGeom>
            <a:avLst/>
            <a:gdLst/>
            <a:ahLst/>
            <a:cxnLst/>
            <a:rect l="l" t="t" r="r" b="b"/>
            <a:pathLst>
              <a:path w="393820" h="393820">
                <a:moveTo>
                  <a:pt x="98455" y="0"/>
                </a:moveTo>
                <a:lnTo>
                  <a:pt x="295365" y="0"/>
                </a:lnTo>
                <a:cubicBezTo>
                  <a:pt x="349740" y="0"/>
                  <a:pt x="393820" y="44080"/>
                  <a:pt x="393820" y="98455"/>
                </a:cubicBezTo>
                <a:lnTo>
                  <a:pt x="393820" y="295365"/>
                </a:lnTo>
                <a:cubicBezTo>
                  <a:pt x="393820" y="349740"/>
                  <a:pt x="349740" y="393820"/>
                  <a:pt x="295365" y="393820"/>
                </a:cubicBezTo>
                <a:lnTo>
                  <a:pt x="98455" y="393820"/>
                </a:lnTo>
                <a:cubicBezTo>
                  <a:pt x="44080" y="393820"/>
                  <a:pt x="0" y="349740"/>
                  <a:pt x="0" y="295365"/>
                </a:cubicBezTo>
                <a:lnTo>
                  <a:pt x="0" y="98455"/>
                </a:lnTo>
                <a:cubicBezTo>
                  <a:pt x="0" y="44080"/>
                  <a:pt x="44080" y="0"/>
                  <a:pt x="98455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4" name="Shape 22"/>
          <p:cNvSpPr/>
          <p:nvPr/>
        </p:nvSpPr>
        <p:spPr>
          <a:xfrm>
            <a:off x="8416254" y="1583483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>
                <a:moveTo>
                  <a:pt x="41023" y="102557"/>
                </a:moveTo>
                <a:lnTo>
                  <a:pt x="7852" y="102557"/>
                </a:lnTo>
                <a:cubicBezTo>
                  <a:pt x="-128" y="102557"/>
                  <a:pt x="-5032" y="93872"/>
                  <a:pt x="-929" y="87013"/>
                </a:cubicBezTo>
                <a:lnTo>
                  <a:pt x="16025" y="58746"/>
                </a:lnTo>
                <a:cubicBezTo>
                  <a:pt x="18813" y="54099"/>
                  <a:pt x="23812" y="51279"/>
                  <a:pt x="29229" y="51279"/>
                </a:cubicBezTo>
                <a:lnTo>
                  <a:pt x="59675" y="51279"/>
                </a:lnTo>
                <a:cubicBezTo>
                  <a:pt x="84065" y="9967"/>
                  <a:pt x="120441" y="7884"/>
                  <a:pt x="144766" y="11442"/>
                </a:cubicBezTo>
                <a:cubicBezTo>
                  <a:pt x="148868" y="12050"/>
                  <a:pt x="152073" y="15255"/>
                  <a:pt x="152650" y="19326"/>
                </a:cubicBezTo>
                <a:cubicBezTo>
                  <a:pt x="156207" y="43651"/>
                  <a:pt x="154124" y="80027"/>
                  <a:pt x="112813" y="104416"/>
                </a:cubicBezTo>
                <a:lnTo>
                  <a:pt x="112813" y="134863"/>
                </a:lnTo>
                <a:cubicBezTo>
                  <a:pt x="112813" y="140279"/>
                  <a:pt x="109993" y="145279"/>
                  <a:pt x="105345" y="148067"/>
                </a:cubicBezTo>
                <a:lnTo>
                  <a:pt x="77078" y="165021"/>
                </a:lnTo>
                <a:cubicBezTo>
                  <a:pt x="70252" y="169123"/>
                  <a:pt x="61534" y="164188"/>
                  <a:pt x="61534" y="156239"/>
                </a:cubicBezTo>
                <a:lnTo>
                  <a:pt x="61534" y="123069"/>
                </a:lnTo>
                <a:cubicBezTo>
                  <a:pt x="61534" y="111755"/>
                  <a:pt x="52336" y="102557"/>
                  <a:pt x="41023" y="102557"/>
                </a:cubicBezTo>
                <a:lnTo>
                  <a:pt x="40991" y="102557"/>
                </a:lnTo>
                <a:close/>
                <a:moveTo>
                  <a:pt x="128197" y="51279"/>
                </a:moveTo>
                <a:cubicBezTo>
                  <a:pt x="128197" y="42788"/>
                  <a:pt x="121303" y="35895"/>
                  <a:pt x="112813" y="35895"/>
                </a:cubicBezTo>
                <a:cubicBezTo>
                  <a:pt x="104322" y="35895"/>
                  <a:pt x="97429" y="42788"/>
                  <a:pt x="97429" y="51279"/>
                </a:cubicBezTo>
                <a:cubicBezTo>
                  <a:pt x="97429" y="59769"/>
                  <a:pt x="104322" y="66662"/>
                  <a:pt x="112813" y="66662"/>
                </a:cubicBezTo>
                <a:cubicBezTo>
                  <a:pt x="121303" y="66662"/>
                  <a:pt x="128197" y="59769"/>
                  <a:pt x="128197" y="51279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5" name="Text 23"/>
          <p:cNvSpPr/>
          <p:nvPr/>
        </p:nvSpPr>
        <p:spPr>
          <a:xfrm>
            <a:off x="8793665" y="1550665"/>
            <a:ext cx="1337346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2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Impact Potential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316774" y="2026530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7" name="Text 25"/>
          <p:cNvSpPr/>
          <p:nvPr/>
        </p:nvSpPr>
        <p:spPr>
          <a:xfrm>
            <a:off x="8501581" y="1993712"/>
            <a:ext cx="3249012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Research-backed design addresses documented educational needs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320876" y="2453168"/>
            <a:ext cx="100506" cy="114864"/>
          </a:xfrm>
          <a:custGeom>
            <a:avLst/>
            <a:gdLst/>
            <a:ahLst/>
            <a:cxnLst/>
            <a:rect l="l" t="t" r="r" b="b"/>
            <a:pathLst>
              <a:path w="100506" h="114864">
                <a:moveTo>
                  <a:pt x="97545" y="15727"/>
                </a:moveTo>
                <a:cubicBezTo>
                  <a:pt x="100753" y="18060"/>
                  <a:pt x="101471" y="22547"/>
                  <a:pt x="99138" y="25755"/>
                </a:cubicBezTo>
                <a:lnTo>
                  <a:pt x="41706" y="104724"/>
                </a:lnTo>
                <a:cubicBezTo>
                  <a:pt x="40472" y="106429"/>
                  <a:pt x="38565" y="107483"/>
                  <a:pt x="36456" y="107663"/>
                </a:cubicBezTo>
                <a:cubicBezTo>
                  <a:pt x="34347" y="107842"/>
                  <a:pt x="32306" y="107057"/>
                  <a:pt x="30825" y="105576"/>
                </a:cubicBezTo>
                <a:lnTo>
                  <a:pt x="2109" y="76860"/>
                </a:lnTo>
                <a:cubicBezTo>
                  <a:pt x="-695" y="74056"/>
                  <a:pt x="-695" y="69502"/>
                  <a:pt x="2109" y="66697"/>
                </a:cubicBezTo>
                <a:cubicBezTo>
                  <a:pt x="4913" y="63893"/>
                  <a:pt x="9467" y="63893"/>
                  <a:pt x="12272" y="66697"/>
                </a:cubicBezTo>
                <a:lnTo>
                  <a:pt x="35043" y="89468"/>
                </a:lnTo>
                <a:lnTo>
                  <a:pt x="87539" y="17297"/>
                </a:lnTo>
                <a:cubicBezTo>
                  <a:pt x="89872" y="14089"/>
                  <a:pt x="94359" y="13371"/>
                  <a:pt x="97567" y="15704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29" name="Text 27"/>
          <p:cNvSpPr/>
          <p:nvPr/>
        </p:nvSpPr>
        <p:spPr>
          <a:xfrm>
            <a:off x="8509376" y="2420350"/>
            <a:ext cx="3240808" cy="328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Parent-student collaboration model transforms family dynamics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32285" y="3089023"/>
            <a:ext cx="11527429" cy="3093125"/>
          </a:xfrm>
          <a:custGeom>
            <a:avLst/>
            <a:gdLst/>
            <a:ahLst/>
            <a:cxnLst/>
            <a:rect l="l" t="t" r="r" b="b"/>
            <a:pathLst>
              <a:path w="11527429" h="3093125">
                <a:moveTo>
                  <a:pt x="98454" y="0"/>
                </a:moveTo>
                <a:lnTo>
                  <a:pt x="11428975" y="0"/>
                </a:lnTo>
                <a:cubicBezTo>
                  <a:pt x="11483350" y="0"/>
                  <a:pt x="11527429" y="44079"/>
                  <a:pt x="11527429" y="98454"/>
                </a:cubicBezTo>
                <a:lnTo>
                  <a:pt x="11527429" y="2994671"/>
                </a:lnTo>
                <a:cubicBezTo>
                  <a:pt x="11527429" y="3049046"/>
                  <a:pt x="11483350" y="3093125"/>
                  <a:pt x="11428975" y="3093125"/>
                </a:cubicBezTo>
                <a:lnTo>
                  <a:pt x="98454" y="3093125"/>
                </a:lnTo>
                <a:cubicBezTo>
                  <a:pt x="44079" y="3093125"/>
                  <a:pt x="0" y="3049046"/>
                  <a:pt x="0" y="2994671"/>
                </a:cubicBezTo>
                <a:lnTo>
                  <a:pt x="0" y="98454"/>
                </a:lnTo>
                <a:cubicBezTo>
                  <a:pt x="0" y="44079"/>
                  <a:pt x="44079" y="0"/>
                  <a:pt x="98454" y="0"/>
                </a:cubicBezTo>
                <a:close/>
              </a:path>
            </a:pathLst>
          </a:custGeom>
          <a:solidFill>
            <a:srgbClr val="E8A95E">
              <a:alpha val="10196"/>
            </a:srgbClr>
          </a:solidFill>
          <a:ln w="12700">
            <a:solidFill>
              <a:srgbClr val="E8A95E">
                <a:alpha val="30196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0991" y="3290035"/>
            <a:ext cx="164092" cy="164092"/>
          </a:xfrm>
          <a:custGeom>
            <a:avLst/>
            <a:gdLst/>
            <a:ahLst/>
            <a:cxnLst/>
            <a:rect l="l" t="t" r="r" b="b"/>
            <a:pathLst>
              <a:path w="164092" h="164092">
                <a:moveTo>
                  <a:pt x="161079" y="89289"/>
                </a:moveTo>
                <a:cubicBezTo>
                  <a:pt x="165085" y="85283"/>
                  <a:pt x="165085" y="78777"/>
                  <a:pt x="161079" y="74771"/>
                </a:cubicBezTo>
                <a:lnTo>
                  <a:pt x="109800" y="23492"/>
                </a:lnTo>
                <a:cubicBezTo>
                  <a:pt x="105794" y="19486"/>
                  <a:pt x="99288" y="19486"/>
                  <a:pt x="95282" y="23492"/>
                </a:cubicBezTo>
                <a:cubicBezTo>
                  <a:pt x="91276" y="27498"/>
                  <a:pt x="91276" y="34004"/>
                  <a:pt x="95282" y="38010"/>
                </a:cubicBezTo>
                <a:lnTo>
                  <a:pt x="129062" y="71790"/>
                </a:lnTo>
                <a:lnTo>
                  <a:pt x="10256" y="71790"/>
                </a:lnTo>
                <a:cubicBezTo>
                  <a:pt x="4583" y="71790"/>
                  <a:pt x="0" y="76373"/>
                  <a:pt x="0" y="82046"/>
                </a:cubicBezTo>
                <a:cubicBezTo>
                  <a:pt x="0" y="87718"/>
                  <a:pt x="4583" y="92301"/>
                  <a:pt x="10256" y="92301"/>
                </a:cubicBezTo>
                <a:lnTo>
                  <a:pt x="129062" y="92301"/>
                </a:lnTo>
                <a:lnTo>
                  <a:pt x="95282" y="126081"/>
                </a:lnTo>
                <a:cubicBezTo>
                  <a:pt x="91276" y="130087"/>
                  <a:pt x="91276" y="136593"/>
                  <a:pt x="95282" y="140600"/>
                </a:cubicBezTo>
                <a:cubicBezTo>
                  <a:pt x="99288" y="144606"/>
                  <a:pt x="105794" y="144606"/>
                  <a:pt x="109800" y="140600"/>
                </a:cubicBezTo>
                <a:lnTo>
                  <a:pt x="161079" y="89321"/>
                </a:ln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2" name="Text 30"/>
          <p:cNvSpPr/>
          <p:nvPr/>
        </p:nvSpPr>
        <p:spPr>
          <a:xfrm>
            <a:off x="705594" y="3257217"/>
            <a:ext cx="11067973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92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Next Steps (Phase 2 &amp; 3)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00479" y="3618218"/>
            <a:ext cx="5513475" cy="1148641"/>
          </a:xfrm>
          <a:custGeom>
            <a:avLst/>
            <a:gdLst/>
            <a:ahLst/>
            <a:cxnLst/>
            <a:rect l="l" t="t" r="r" b="b"/>
            <a:pathLst>
              <a:path w="5513475" h="1148641">
                <a:moveTo>
                  <a:pt x="65633" y="0"/>
                </a:moveTo>
                <a:lnTo>
                  <a:pt x="5447842" y="0"/>
                </a:lnTo>
                <a:cubicBezTo>
                  <a:pt x="5484090" y="0"/>
                  <a:pt x="5513475" y="29385"/>
                  <a:pt x="5513475" y="65633"/>
                </a:cubicBezTo>
                <a:lnTo>
                  <a:pt x="5513475" y="1083007"/>
                </a:lnTo>
                <a:cubicBezTo>
                  <a:pt x="5513475" y="1119256"/>
                  <a:pt x="5484090" y="1148641"/>
                  <a:pt x="5447842" y="1148641"/>
                </a:cubicBezTo>
                <a:lnTo>
                  <a:pt x="65633" y="1148641"/>
                </a:lnTo>
                <a:cubicBezTo>
                  <a:pt x="29385" y="1148641"/>
                  <a:pt x="0" y="1119256"/>
                  <a:pt x="0" y="1083007"/>
                </a:cubicBezTo>
                <a:lnTo>
                  <a:pt x="0" y="65633"/>
                </a:lnTo>
                <a:cubicBezTo>
                  <a:pt x="0" y="29409"/>
                  <a:pt x="29409" y="0"/>
                  <a:pt x="6563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31752" y="3749491"/>
            <a:ext cx="262546" cy="262546"/>
          </a:xfrm>
          <a:custGeom>
            <a:avLst/>
            <a:gdLst/>
            <a:ahLst/>
            <a:cxnLst/>
            <a:rect l="l" t="t" r="r" b="b"/>
            <a:pathLst>
              <a:path w="262546" h="262546">
                <a:moveTo>
                  <a:pt x="131273" y="0"/>
                </a:moveTo>
                <a:lnTo>
                  <a:pt x="131273" y="0"/>
                </a:lnTo>
                <a:cubicBezTo>
                  <a:pt x="203773" y="0"/>
                  <a:pt x="262546" y="58773"/>
                  <a:pt x="262546" y="131273"/>
                </a:cubicBezTo>
                <a:lnTo>
                  <a:pt x="262546" y="131273"/>
                </a:lnTo>
                <a:cubicBezTo>
                  <a:pt x="262546" y="203773"/>
                  <a:pt x="203773" y="262546"/>
                  <a:pt x="131273" y="262546"/>
                </a:cubicBezTo>
                <a:lnTo>
                  <a:pt x="131273" y="262546"/>
                </a:lnTo>
                <a:cubicBezTo>
                  <a:pt x="58773" y="262546"/>
                  <a:pt x="0" y="203773"/>
                  <a:pt x="0" y="131273"/>
                </a:cubicBezTo>
                <a:lnTo>
                  <a:pt x="0" y="131273"/>
                </a:lnTo>
                <a:cubicBezTo>
                  <a:pt x="0" y="58773"/>
                  <a:pt x="58773" y="0"/>
                  <a:pt x="13127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35" name="Text 33"/>
          <p:cNvSpPr/>
          <p:nvPr/>
        </p:nvSpPr>
        <p:spPr>
          <a:xfrm>
            <a:off x="603036" y="3749491"/>
            <a:ext cx="319978" cy="2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4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59935" y="3765900"/>
            <a:ext cx="1887052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3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Social Features (Feb-Mar)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59935" y="407767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Study groups with shared goals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59935" y="427458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Friend challenges and leaderboards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59935" y="447149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Achievement sharing (optional privacy)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0479" y="4865314"/>
            <a:ext cx="5513475" cy="1148641"/>
          </a:xfrm>
          <a:custGeom>
            <a:avLst/>
            <a:gdLst/>
            <a:ahLst/>
            <a:cxnLst/>
            <a:rect l="l" t="t" r="r" b="b"/>
            <a:pathLst>
              <a:path w="5513475" h="1148641">
                <a:moveTo>
                  <a:pt x="65633" y="0"/>
                </a:moveTo>
                <a:lnTo>
                  <a:pt x="5447842" y="0"/>
                </a:lnTo>
                <a:cubicBezTo>
                  <a:pt x="5484090" y="0"/>
                  <a:pt x="5513475" y="29385"/>
                  <a:pt x="5513475" y="65633"/>
                </a:cubicBezTo>
                <a:lnTo>
                  <a:pt x="5513475" y="1083007"/>
                </a:lnTo>
                <a:cubicBezTo>
                  <a:pt x="5513475" y="1119256"/>
                  <a:pt x="5484090" y="1148641"/>
                  <a:pt x="5447842" y="1148641"/>
                </a:cubicBezTo>
                <a:lnTo>
                  <a:pt x="65633" y="1148641"/>
                </a:lnTo>
                <a:cubicBezTo>
                  <a:pt x="29385" y="1148641"/>
                  <a:pt x="0" y="1119256"/>
                  <a:pt x="0" y="1083007"/>
                </a:cubicBezTo>
                <a:lnTo>
                  <a:pt x="0" y="65633"/>
                </a:lnTo>
                <a:cubicBezTo>
                  <a:pt x="0" y="29409"/>
                  <a:pt x="29409" y="0"/>
                  <a:pt x="6563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31752" y="4996587"/>
            <a:ext cx="262546" cy="262546"/>
          </a:xfrm>
          <a:custGeom>
            <a:avLst/>
            <a:gdLst/>
            <a:ahLst/>
            <a:cxnLst/>
            <a:rect l="l" t="t" r="r" b="b"/>
            <a:pathLst>
              <a:path w="262546" h="262546">
                <a:moveTo>
                  <a:pt x="131273" y="0"/>
                </a:moveTo>
                <a:lnTo>
                  <a:pt x="131273" y="0"/>
                </a:lnTo>
                <a:cubicBezTo>
                  <a:pt x="203773" y="0"/>
                  <a:pt x="262546" y="58773"/>
                  <a:pt x="262546" y="131273"/>
                </a:cubicBezTo>
                <a:lnTo>
                  <a:pt x="262546" y="131273"/>
                </a:lnTo>
                <a:cubicBezTo>
                  <a:pt x="262546" y="203773"/>
                  <a:pt x="203773" y="262546"/>
                  <a:pt x="131273" y="262546"/>
                </a:cubicBezTo>
                <a:lnTo>
                  <a:pt x="131273" y="262546"/>
                </a:lnTo>
                <a:cubicBezTo>
                  <a:pt x="58773" y="262546"/>
                  <a:pt x="0" y="203773"/>
                  <a:pt x="0" y="131273"/>
                </a:cubicBezTo>
                <a:lnTo>
                  <a:pt x="0" y="131273"/>
                </a:lnTo>
                <a:cubicBezTo>
                  <a:pt x="0" y="58773"/>
                  <a:pt x="58773" y="0"/>
                  <a:pt x="13127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2" name="Text 40"/>
          <p:cNvSpPr/>
          <p:nvPr/>
        </p:nvSpPr>
        <p:spPr>
          <a:xfrm>
            <a:off x="603036" y="4996587"/>
            <a:ext cx="319978" cy="2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4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59935" y="5012996"/>
            <a:ext cx="1952689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3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Enhancement (Feb-Mar)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59935" y="5324770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Personalized schedule optimization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959935" y="5521680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Pattern analysis for study recommendations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959935" y="5718590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Teacher dashboard integration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179003" y="3618218"/>
            <a:ext cx="5513475" cy="1345550"/>
          </a:xfrm>
          <a:custGeom>
            <a:avLst/>
            <a:gdLst/>
            <a:ahLst/>
            <a:cxnLst/>
            <a:rect l="l" t="t" r="r" b="b"/>
            <a:pathLst>
              <a:path w="5513475" h="1345550">
                <a:moveTo>
                  <a:pt x="65636" y="0"/>
                </a:moveTo>
                <a:lnTo>
                  <a:pt x="5447839" y="0"/>
                </a:lnTo>
                <a:cubicBezTo>
                  <a:pt x="5484089" y="0"/>
                  <a:pt x="5513475" y="29386"/>
                  <a:pt x="5513475" y="65636"/>
                </a:cubicBezTo>
                <a:lnTo>
                  <a:pt x="5513475" y="1279915"/>
                </a:lnTo>
                <a:cubicBezTo>
                  <a:pt x="5513475" y="1316164"/>
                  <a:pt x="5484089" y="1345550"/>
                  <a:pt x="5447839" y="1345550"/>
                </a:cubicBezTo>
                <a:lnTo>
                  <a:pt x="65636" y="1345550"/>
                </a:lnTo>
                <a:cubicBezTo>
                  <a:pt x="29410" y="1345550"/>
                  <a:pt x="0" y="1316140"/>
                  <a:pt x="0" y="1279915"/>
                </a:cubicBezTo>
                <a:lnTo>
                  <a:pt x="0" y="65636"/>
                </a:lnTo>
                <a:cubicBezTo>
                  <a:pt x="0" y="29386"/>
                  <a:pt x="29386" y="0"/>
                  <a:pt x="65636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310276" y="3749491"/>
            <a:ext cx="262546" cy="262546"/>
          </a:xfrm>
          <a:custGeom>
            <a:avLst/>
            <a:gdLst/>
            <a:ahLst/>
            <a:cxnLst/>
            <a:rect l="l" t="t" r="r" b="b"/>
            <a:pathLst>
              <a:path w="262546" h="262546">
                <a:moveTo>
                  <a:pt x="131273" y="0"/>
                </a:moveTo>
                <a:lnTo>
                  <a:pt x="131273" y="0"/>
                </a:lnTo>
                <a:cubicBezTo>
                  <a:pt x="203773" y="0"/>
                  <a:pt x="262546" y="58773"/>
                  <a:pt x="262546" y="131273"/>
                </a:cubicBezTo>
                <a:lnTo>
                  <a:pt x="262546" y="131273"/>
                </a:lnTo>
                <a:cubicBezTo>
                  <a:pt x="262546" y="203773"/>
                  <a:pt x="203773" y="262546"/>
                  <a:pt x="131273" y="262546"/>
                </a:cubicBezTo>
                <a:lnTo>
                  <a:pt x="131273" y="262546"/>
                </a:lnTo>
                <a:cubicBezTo>
                  <a:pt x="58773" y="262546"/>
                  <a:pt x="0" y="203773"/>
                  <a:pt x="0" y="131273"/>
                </a:cubicBezTo>
                <a:lnTo>
                  <a:pt x="0" y="131273"/>
                </a:lnTo>
                <a:cubicBezTo>
                  <a:pt x="0" y="58773"/>
                  <a:pt x="58773" y="0"/>
                  <a:pt x="131273" y="0"/>
                </a:cubicBezTo>
                <a:close/>
              </a:path>
            </a:pathLst>
          </a:custGeom>
          <a:solidFill>
            <a:srgbClr val="E8A95E"/>
          </a:solidFill>
          <a:ln/>
        </p:spPr>
      </p:sp>
      <p:sp>
        <p:nvSpPr>
          <p:cNvPr id="49" name="Text 47"/>
          <p:cNvSpPr/>
          <p:nvPr/>
        </p:nvSpPr>
        <p:spPr>
          <a:xfrm>
            <a:off x="6281560" y="3749491"/>
            <a:ext cx="319978" cy="2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4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638459" y="3765900"/>
            <a:ext cx="2198826" cy="22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3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Validation &amp; Deployment (Apr)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638459" y="407767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User testing with 20+ secondary students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638459" y="427458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Performance optimization (Redis caching)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638459" y="447149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Security audit and penetration testing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638459" y="4668404"/>
            <a:ext cx="4980178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4" dirty="0">
                <a:solidFill>
                  <a:srgbClr val="E0E2E6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Production deployment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183106" y="5066326"/>
            <a:ext cx="5505271" cy="664571"/>
          </a:xfrm>
          <a:custGeom>
            <a:avLst/>
            <a:gdLst/>
            <a:ahLst/>
            <a:cxnLst/>
            <a:rect l="l" t="t" r="r" b="b"/>
            <a:pathLst>
              <a:path w="5505271" h="664571">
                <a:moveTo>
                  <a:pt x="65640" y="0"/>
                </a:moveTo>
                <a:lnTo>
                  <a:pt x="5439631" y="0"/>
                </a:lnTo>
                <a:cubicBezTo>
                  <a:pt x="5475858" y="0"/>
                  <a:pt x="5505271" y="29412"/>
                  <a:pt x="5505271" y="65640"/>
                </a:cubicBezTo>
                <a:lnTo>
                  <a:pt x="5505271" y="598931"/>
                </a:lnTo>
                <a:cubicBezTo>
                  <a:pt x="5505271" y="635159"/>
                  <a:pt x="5475858" y="664571"/>
                  <a:pt x="5439631" y="664571"/>
                </a:cubicBezTo>
                <a:lnTo>
                  <a:pt x="65640" y="664571"/>
                </a:lnTo>
                <a:cubicBezTo>
                  <a:pt x="29412" y="664571"/>
                  <a:pt x="0" y="635159"/>
                  <a:pt x="0" y="598931"/>
                </a:cubicBezTo>
                <a:lnTo>
                  <a:pt x="0" y="65640"/>
                </a:lnTo>
                <a:cubicBezTo>
                  <a:pt x="0" y="29412"/>
                  <a:pt x="29412" y="0"/>
                  <a:pt x="65640" y="0"/>
                </a:cubicBezTo>
                <a:close/>
              </a:path>
            </a:pathLst>
          </a:custGeom>
          <a:solidFill>
            <a:srgbClr val="E8A95E">
              <a:alpha val="20000"/>
            </a:srgbClr>
          </a:solidFill>
          <a:ln w="12700">
            <a:solidFill>
              <a:srgbClr val="E8A95E">
                <a:alpha val="4000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285663" y="5201701"/>
            <a:ext cx="5300156" cy="393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4" b="1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Deliverable Promise:</a:t>
            </a:r>
            <a:r>
              <a:rPr lang="en-US" sz="1034" b="1" dirty="0">
                <a:solidFill>
                  <a:srgbClr val="E0E2E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 polished, research-backed platform that makes studying engaging, measurable, and collaborative.</a:t>
            </a:r>
            <a:endParaRPr lang="en-US" sz="1600" dirty="0"/>
          </a:p>
        </p:txBody>
      </p:sp>
      <p:sp>
        <p:nvSpPr>
          <p:cNvPr id="60" name="Shape 1">
            <a:extLst>
              <a:ext uri="{FF2B5EF4-FFF2-40B4-BE49-F238E27FC236}">
                <a16:creationId xmlns:a16="http://schemas.microsoft.com/office/drawing/2014/main" id="{D5A38C96-D0E6-5C6B-3242-3E13666DE7A5}"/>
              </a:ext>
            </a:extLst>
          </p:cNvPr>
          <p:cNvSpPr/>
          <p:nvPr/>
        </p:nvSpPr>
        <p:spPr>
          <a:xfrm>
            <a:off x="383396" y="6415979"/>
            <a:ext cx="2485987" cy="303569"/>
          </a:xfrm>
          <a:custGeom>
            <a:avLst/>
            <a:gdLst/>
            <a:ahLst/>
            <a:cxnLst/>
            <a:rect l="l" t="t" r="r" b="b"/>
            <a:pathLst>
              <a:path w="2485987" h="303569">
                <a:moveTo>
                  <a:pt x="151785" y="0"/>
                </a:moveTo>
                <a:lnTo>
                  <a:pt x="2334202" y="0"/>
                </a:lnTo>
                <a:cubicBezTo>
                  <a:pt x="2418030" y="0"/>
                  <a:pt x="2485987" y="67956"/>
                  <a:pt x="2485987" y="151785"/>
                </a:cubicBezTo>
                <a:lnTo>
                  <a:pt x="2485987" y="151785"/>
                </a:lnTo>
                <a:cubicBezTo>
                  <a:pt x="2485987" y="235613"/>
                  <a:pt x="2418030" y="303569"/>
                  <a:pt x="2334202" y="303569"/>
                </a:cubicBezTo>
                <a:lnTo>
                  <a:pt x="151785" y="303569"/>
                </a:lnTo>
                <a:cubicBezTo>
                  <a:pt x="68012" y="303569"/>
                  <a:pt x="0" y="235557"/>
                  <a:pt x="0" y="151785"/>
                </a:cubicBezTo>
                <a:lnTo>
                  <a:pt x="0" y="151785"/>
                </a:lnTo>
                <a:cubicBezTo>
                  <a:pt x="0" y="68012"/>
                  <a:pt x="68012" y="0"/>
                  <a:pt x="151785" y="0"/>
                </a:cubicBezTo>
                <a:close/>
              </a:path>
            </a:pathLst>
          </a:custGeom>
          <a:solidFill>
            <a:srgbClr val="E8A95E">
              <a:alpha val="20000"/>
            </a:srgbClr>
          </a:solidFill>
          <a:ln w="12700">
            <a:solidFill>
              <a:srgbClr val="E8A95E">
                <a:alpha val="40000"/>
              </a:srgbClr>
            </a:solidFill>
            <a:prstDash val="solid"/>
          </a:ln>
        </p:spPr>
      </p:sp>
      <p:sp>
        <p:nvSpPr>
          <p:cNvPr id="61" name="Text 3">
            <a:extLst>
              <a:ext uri="{FF2B5EF4-FFF2-40B4-BE49-F238E27FC236}">
                <a16:creationId xmlns:a16="http://schemas.microsoft.com/office/drawing/2014/main" id="{7AD454D1-BDC4-59A5-5B89-B6703FC192AC}"/>
              </a:ext>
            </a:extLst>
          </p:cNvPr>
          <p:cNvSpPr/>
          <p:nvPr/>
        </p:nvSpPr>
        <p:spPr>
          <a:xfrm>
            <a:off x="500479" y="6472385"/>
            <a:ext cx="2042939" cy="164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4" b="1" kern="0" spc="45" dirty="0">
                <a:solidFill>
                  <a:srgbClr val="E8A9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DEMONSTRATION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3109</Words>
  <Application>Microsoft Office PowerPoint</Application>
  <PresentationFormat>Widescreen</PresentationFormat>
  <Paragraphs>655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Hedvig Letters Sans</vt:lpstr>
      <vt:lpstr>微软雅黑</vt:lpstr>
      <vt:lpstr>Liter</vt:lpstr>
      <vt:lpstr>MiSans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StudyQuest: Gamified Study Habit Builder for Secondary Students</dc:title>
  <dc:subject>StudyQuest: Gamified Study Habit Builder for Secondary Students</dc:subject>
  <dc:creator>Kimi</dc:creator>
  <cp:lastModifiedBy>Wai Ki Cheung</cp:lastModifiedBy>
  <cp:revision>5</cp:revision>
  <dcterms:created xsi:type="dcterms:W3CDTF">2026-02-10T13:45:55Z</dcterms:created>
  <dcterms:modified xsi:type="dcterms:W3CDTF">2026-02-10T14:31:38Z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{"Label":"StudyQuest: Gamified Study Habit Builder for Secondary Students","ContentProducer":"001191110108MACG2KBH8F10000","ProduceID":"19c47b9c-cdb2-8065-8000-000084b532d4","ReservedCode1":"","ContentPropagator":"001191110108MACG2KBH8F20000","PropagateID":"19c47b9c-cdb2-8065-8000-000084b532d4","ReservedCode2":""}</vt:lpwstr>
  </property>
</Properties>
</file>