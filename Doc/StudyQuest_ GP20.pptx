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0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微软雅黑" panose="020B0503020204020204" pitchFamily="34" charset="-122"/>
      <p:regular r:id="rId21"/>
      <p:bold r:id="rId22"/>
    </p:embeddedFont>
    <p:embeddedFont>
      <p:font typeface="MiSans" panose="02020500000000000000" charset="-122"/>
      <p:regular r:id="rId23"/>
    </p:embeddedFont>
    <p:embeddedFont>
      <p:font typeface="Hedvig Letters Sans" panose="02020500000000000000" charset="0"/>
      <p:regular r:id="rId24"/>
    </p:embeddedFont>
    <p:embeddedFont>
      <p:font typeface="Liter" panose="02020500000000000000" charset="0"/>
      <p:regular r:id="rId25"/>
    </p:embeddedFont>
  </p:embeddedFontLst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3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483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24109e9710f6d469132f6c6a0af350e18e93897c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79" b="77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1619250" cy="352425"/>
          </a:xfrm>
          <a:custGeom>
            <a:avLst/>
            <a:gdLst/>
            <a:ahLst/>
            <a:cxnLst/>
            <a:rect l="l" t="t" r="r" b="b"/>
            <a:pathLst>
              <a:path w="1619250" h="352425">
                <a:moveTo>
                  <a:pt x="176213" y="0"/>
                </a:moveTo>
                <a:lnTo>
                  <a:pt x="1443038" y="0"/>
                </a:lnTo>
                <a:cubicBezTo>
                  <a:pt x="1540292" y="0"/>
                  <a:pt x="1619250" y="78958"/>
                  <a:pt x="1619250" y="176213"/>
                </a:cubicBezTo>
                <a:lnTo>
                  <a:pt x="1619250" y="176213"/>
                </a:lnTo>
                <a:cubicBezTo>
                  <a:pt x="1619250" y="273467"/>
                  <a:pt x="1540292" y="352425"/>
                  <a:pt x="1443038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12700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2925" y="5238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Text 3"/>
          <p:cNvSpPr/>
          <p:nvPr/>
        </p:nvSpPr>
        <p:spPr>
          <a:xfrm>
            <a:off x="695325" y="46672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59795" y="38100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2025/2026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059795" y="57150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ITE4116M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1300163"/>
            <a:ext cx="1733550" cy="466725"/>
          </a:xfrm>
          <a:custGeom>
            <a:avLst/>
            <a:gdLst/>
            <a:ahLst/>
            <a:cxnLst/>
            <a:rect l="l" t="t" r="r" b="b"/>
            <a:pathLst>
              <a:path w="1733550" h="466725">
                <a:moveTo>
                  <a:pt x="76202" y="0"/>
                </a:moveTo>
                <a:lnTo>
                  <a:pt x="1657348" y="0"/>
                </a:lnTo>
                <a:cubicBezTo>
                  <a:pt x="1699433" y="0"/>
                  <a:pt x="1733550" y="34117"/>
                  <a:pt x="1733550" y="76202"/>
                </a:cubicBezTo>
                <a:lnTo>
                  <a:pt x="1733550" y="390523"/>
                </a:lnTo>
                <a:cubicBezTo>
                  <a:pt x="1733550" y="432608"/>
                  <a:pt x="1699433" y="466725"/>
                  <a:pt x="165734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2931" y="14382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1" name="Text 8"/>
          <p:cNvSpPr/>
          <p:nvPr/>
        </p:nvSpPr>
        <p:spPr>
          <a:xfrm>
            <a:off x="933450" y="140017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34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StudyQuest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2000250"/>
            <a:ext cx="8820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Gamified Study Habit Builder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8A95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 Secondary Students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1000" y="36576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8A95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4" name="Text 11"/>
          <p:cNvSpPr/>
          <p:nvPr/>
        </p:nvSpPr>
        <p:spPr>
          <a:xfrm>
            <a:off x="381000" y="39243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Prototype Demonstration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1000" y="4762500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E0E2E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1000" y="51244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7" name="Text 14"/>
          <p:cNvSpPr/>
          <p:nvPr/>
        </p:nvSpPr>
        <p:spPr>
          <a:xfrm>
            <a:off x="347663" y="51244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0100" y="5067300"/>
            <a:ext cx="1319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Cheung King Wa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0100" y="52959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230360616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1000" y="5619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1" name="Text 18"/>
          <p:cNvSpPr/>
          <p:nvPr/>
        </p:nvSpPr>
        <p:spPr>
          <a:xfrm>
            <a:off x="347663" y="56197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WW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0100" y="55626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Wang Wai Shing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00100" y="57912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240213349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1000" y="61150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5" name="Text 22"/>
          <p:cNvSpPr/>
          <p:nvPr/>
        </p:nvSpPr>
        <p:spPr>
          <a:xfrm>
            <a:off x="347663" y="61150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LF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0100" y="60579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Liang Fai Hung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0100" y="62865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240034175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48400" y="4762500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E0E2E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76975" y="5105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0" name="Text 27"/>
          <p:cNvSpPr/>
          <p:nvPr/>
        </p:nvSpPr>
        <p:spPr>
          <a:xfrm>
            <a:off x="6553200" y="50673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Mr. Rory Lau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76975" y="5410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2" name="Text 29"/>
          <p:cNvSpPr/>
          <p:nvPr/>
        </p:nvSpPr>
        <p:spPr>
          <a:xfrm>
            <a:off x="6553200" y="53721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Mr. Cheng Pok Hong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48400" y="5757863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0" y="0"/>
                </a:moveTo>
                <a:lnTo>
                  <a:pt x="5562600" y="0"/>
                </a:lnTo>
                <a:lnTo>
                  <a:pt x="5562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248400" y="5915025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248400" y="6105525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Diploma in Software Engineering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2095500" cy="276225"/>
          </a:xfrm>
          <a:custGeom>
            <a:avLst/>
            <a:gdLst/>
            <a:ahLst/>
            <a:cxnLst/>
            <a:rect l="l" t="t" r="r" b="b"/>
            <a:pathLst>
              <a:path w="2095500" h="276225">
                <a:moveTo>
                  <a:pt x="138113" y="0"/>
                </a:moveTo>
                <a:lnTo>
                  <a:pt x="1957388" y="0"/>
                </a:lnTo>
                <a:cubicBezTo>
                  <a:pt x="2033614" y="0"/>
                  <a:pt x="2095500" y="61886"/>
                  <a:pt x="2095500" y="138113"/>
                </a:cubicBezTo>
                <a:lnTo>
                  <a:pt x="2095500" y="138113"/>
                </a:lnTo>
                <a:cubicBezTo>
                  <a:pt x="2095500" y="214339"/>
                  <a:pt x="2033614" y="276225"/>
                  <a:pt x="1957388" y="276225"/>
                </a:cubicBezTo>
                <a:lnTo>
                  <a:pt x="138113" y="276225"/>
                </a:lnTo>
                <a:cubicBezTo>
                  <a:pt x="61886" y="276225"/>
                  <a:pt x="0" y="214339"/>
                  <a:pt x="0" y="138113"/>
                </a:cubicBezTo>
                <a:lnTo>
                  <a:pt x="0" y="138113"/>
                </a:lnTo>
                <a:cubicBezTo>
                  <a:pt x="0" y="61886"/>
                  <a:pt x="61886" y="0"/>
                  <a:pt x="138112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3875" y="457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25003"/>
                </a:moveTo>
                <a:cubicBezTo>
                  <a:pt x="133350" y="38078"/>
                  <a:pt x="117957" y="57585"/>
                  <a:pt x="111316" y="65373"/>
                </a:cubicBezTo>
                <a:cubicBezTo>
                  <a:pt x="110326" y="66519"/>
                  <a:pt x="108868" y="66961"/>
                  <a:pt x="107539" y="66675"/>
                </a:cubicBezTo>
                <a:lnTo>
                  <a:pt x="83344" y="66675"/>
                </a:lnTo>
                <a:cubicBezTo>
                  <a:pt x="78734" y="66675"/>
                  <a:pt x="75009" y="70399"/>
                  <a:pt x="75009" y="75009"/>
                </a:cubicBezTo>
                <a:cubicBezTo>
                  <a:pt x="75009" y="79619"/>
                  <a:pt x="78734" y="83344"/>
                  <a:pt x="83344" y="83344"/>
                </a:cubicBezTo>
                <a:lnTo>
                  <a:pt x="108347" y="83344"/>
                </a:lnTo>
                <a:cubicBezTo>
                  <a:pt x="122151" y="83344"/>
                  <a:pt x="133350" y="94543"/>
                  <a:pt x="133350" y="108347"/>
                </a:cubicBezTo>
                <a:cubicBezTo>
                  <a:pt x="133350" y="122151"/>
                  <a:pt x="122151" y="133350"/>
                  <a:pt x="108347" y="133350"/>
                </a:cubicBezTo>
                <a:lnTo>
                  <a:pt x="36359" y="133350"/>
                </a:lnTo>
                <a:cubicBezTo>
                  <a:pt x="38625" y="130772"/>
                  <a:pt x="41385" y="127464"/>
                  <a:pt x="44172" y="123765"/>
                </a:cubicBezTo>
                <a:cubicBezTo>
                  <a:pt x="45813" y="121578"/>
                  <a:pt x="47506" y="119182"/>
                  <a:pt x="49121" y="116681"/>
                </a:cubicBezTo>
                <a:lnTo>
                  <a:pt x="108347" y="116681"/>
                </a:lnTo>
                <a:cubicBezTo>
                  <a:pt x="112957" y="116681"/>
                  <a:pt x="116681" y="112957"/>
                  <a:pt x="116681" y="108347"/>
                </a:cubicBezTo>
                <a:cubicBezTo>
                  <a:pt x="116681" y="103737"/>
                  <a:pt x="112957" y="100013"/>
                  <a:pt x="108347" y="100013"/>
                </a:cubicBezTo>
                <a:lnTo>
                  <a:pt x="83344" y="100013"/>
                </a:lnTo>
                <a:cubicBezTo>
                  <a:pt x="69540" y="100013"/>
                  <a:pt x="58341" y="88813"/>
                  <a:pt x="58341" y="75009"/>
                </a:cubicBezTo>
                <a:cubicBezTo>
                  <a:pt x="58341" y="61206"/>
                  <a:pt x="69540" y="50006"/>
                  <a:pt x="83344" y="50006"/>
                </a:cubicBezTo>
                <a:lnTo>
                  <a:pt x="93710" y="50006"/>
                </a:lnTo>
                <a:cubicBezTo>
                  <a:pt x="88240" y="41802"/>
                  <a:pt x="83344" y="32374"/>
                  <a:pt x="83344" y="25003"/>
                </a:cubicBezTo>
                <a:cubicBezTo>
                  <a:pt x="83344" y="11199"/>
                  <a:pt x="94543" y="0"/>
                  <a:pt x="108347" y="0"/>
                </a:cubicBezTo>
                <a:cubicBezTo>
                  <a:pt x="122151" y="0"/>
                  <a:pt x="133350" y="11199"/>
                  <a:pt x="133350" y="25003"/>
                </a:cubicBezTo>
                <a:close/>
                <a:moveTo>
                  <a:pt x="30499" y="127386"/>
                </a:moveTo>
                <a:cubicBezTo>
                  <a:pt x="29509" y="128506"/>
                  <a:pt x="28623" y="129495"/>
                  <a:pt x="27868" y="130329"/>
                </a:cubicBezTo>
                <a:lnTo>
                  <a:pt x="27399" y="130850"/>
                </a:lnTo>
                <a:lnTo>
                  <a:pt x="27347" y="130798"/>
                </a:lnTo>
                <a:cubicBezTo>
                  <a:pt x="25784" y="131996"/>
                  <a:pt x="23545" y="131839"/>
                  <a:pt x="22138" y="130329"/>
                </a:cubicBezTo>
                <a:cubicBezTo>
                  <a:pt x="15575" y="123192"/>
                  <a:pt x="0" y="104831"/>
                  <a:pt x="0" y="91678"/>
                </a:cubicBezTo>
                <a:cubicBezTo>
                  <a:pt x="0" y="77874"/>
                  <a:pt x="11199" y="66675"/>
                  <a:pt x="25003" y="66675"/>
                </a:cubicBezTo>
                <a:cubicBezTo>
                  <a:pt x="38807" y="66675"/>
                  <a:pt x="50006" y="77874"/>
                  <a:pt x="50006" y="91678"/>
                </a:cubicBezTo>
                <a:cubicBezTo>
                  <a:pt x="50006" y="99492"/>
                  <a:pt x="44511" y="109128"/>
                  <a:pt x="38677" y="117176"/>
                </a:cubicBezTo>
                <a:cubicBezTo>
                  <a:pt x="35890" y="121005"/>
                  <a:pt x="33025" y="124469"/>
                  <a:pt x="30655" y="127203"/>
                </a:cubicBezTo>
                <a:lnTo>
                  <a:pt x="30499" y="127386"/>
                </a:lnTo>
                <a:close/>
                <a:moveTo>
                  <a:pt x="33337" y="91678"/>
                </a:moveTo>
                <a:cubicBezTo>
                  <a:pt x="33337" y="87078"/>
                  <a:pt x="29603" y="83344"/>
                  <a:pt x="25003" y="83344"/>
                </a:cubicBezTo>
                <a:cubicBezTo>
                  <a:pt x="20403" y="83344"/>
                  <a:pt x="16669" y="87078"/>
                  <a:pt x="16669" y="91678"/>
                </a:cubicBezTo>
                <a:cubicBezTo>
                  <a:pt x="16669" y="96278"/>
                  <a:pt x="20403" y="100013"/>
                  <a:pt x="25003" y="100013"/>
                </a:cubicBezTo>
                <a:cubicBezTo>
                  <a:pt x="29603" y="100013"/>
                  <a:pt x="33337" y="96278"/>
                  <a:pt x="33337" y="91678"/>
                </a:cubicBezTo>
                <a:close/>
                <a:moveTo>
                  <a:pt x="108347" y="33337"/>
                </a:moveTo>
                <a:cubicBezTo>
                  <a:pt x="112947" y="33337"/>
                  <a:pt x="116681" y="29603"/>
                  <a:pt x="116681" y="25003"/>
                </a:cubicBezTo>
                <a:cubicBezTo>
                  <a:pt x="116681" y="20403"/>
                  <a:pt x="112947" y="16669"/>
                  <a:pt x="108347" y="16669"/>
                </a:cubicBezTo>
                <a:cubicBezTo>
                  <a:pt x="103747" y="16669"/>
                  <a:pt x="100013" y="20403"/>
                  <a:pt x="100013" y="25003"/>
                </a:cubicBezTo>
                <a:cubicBezTo>
                  <a:pt x="100013" y="29603"/>
                  <a:pt x="103747" y="33337"/>
                  <a:pt x="108347" y="33337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" name="Text 2"/>
          <p:cNvSpPr/>
          <p:nvPr/>
        </p:nvSpPr>
        <p:spPr>
          <a:xfrm>
            <a:off x="747713" y="447675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191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We'll Cover Today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4287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" name="Shape 5"/>
          <p:cNvSpPr/>
          <p:nvPr/>
        </p:nvSpPr>
        <p:spPr>
          <a:xfrm>
            <a:off x="385763" y="1776413"/>
            <a:ext cx="5553075" cy="962025"/>
          </a:xfrm>
          <a:custGeom>
            <a:avLst/>
            <a:gdLst/>
            <a:ahLst/>
            <a:cxnLst/>
            <a:rect l="l" t="t" r="r" b="b"/>
            <a:pathLst>
              <a:path w="5553075" h="962025">
                <a:moveTo>
                  <a:pt x="114298" y="0"/>
                </a:moveTo>
                <a:lnTo>
                  <a:pt x="5438777" y="0"/>
                </a:lnTo>
                <a:cubicBezTo>
                  <a:pt x="5501902" y="0"/>
                  <a:pt x="5553075" y="51173"/>
                  <a:pt x="5553075" y="114298"/>
                </a:cubicBezTo>
                <a:lnTo>
                  <a:pt x="5553075" y="847727"/>
                </a:lnTo>
                <a:cubicBezTo>
                  <a:pt x="5553075" y="910852"/>
                  <a:pt x="5501902" y="962025"/>
                  <a:pt x="543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1971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9" name="Text 7"/>
          <p:cNvSpPr/>
          <p:nvPr/>
        </p:nvSpPr>
        <p:spPr>
          <a:xfrm>
            <a:off x="705326" y="2066925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197167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Objectives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0625" y="231457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StudyQuest and why does it matter?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3163" y="1776413"/>
            <a:ext cx="5553075" cy="962025"/>
          </a:xfrm>
          <a:custGeom>
            <a:avLst/>
            <a:gdLst/>
            <a:ahLst/>
            <a:cxnLst/>
            <a:rect l="l" t="t" r="r" b="b"/>
            <a:pathLst>
              <a:path w="5553075" h="962025">
                <a:moveTo>
                  <a:pt x="114298" y="0"/>
                </a:moveTo>
                <a:lnTo>
                  <a:pt x="5438777" y="0"/>
                </a:lnTo>
                <a:cubicBezTo>
                  <a:pt x="5501902" y="0"/>
                  <a:pt x="5553075" y="51173"/>
                  <a:pt x="5553075" y="114298"/>
                </a:cubicBezTo>
                <a:lnTo>
                  <a:pt x="5553075" y="847727"/>
                </a:lnTo>
                <a:cubicBezTo>
                  <a:pt x="5553075" y="910852"/>
                  <a:pt x="5501902" y="962025"/>
                  <a:pt x="543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8425" y="1971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4" name="Text 12"/>
          <p:cNvSpPr/>
          <p:nvPr/>
        </p:nvSpPr>
        <p:spPr>
          <a:xfrm>
            <a:off x="6555423" y="2066925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8025" y="197167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Background &amp; Gap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58025" y="231457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 challenges students and parents face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2938463"/>
            <a:ext cx="5553075" cy="962025"/>
          </a:xfrm>
          <a:custGeom>
            <a:avLst/>
            <a:gdLst/>
            <a:ahLst/>
            <a:cxnLst/>
            <a:rect l="l" t="t" r="r" b="b"/>
            <a:pathLst>
              <a:path w="5553075" h="962025">
                <a:moveTo>
                  <a:pt x="114298" y="0"/>
                </a:moveTo>
                <a:lnTo>
                  <a:pt x="5438777" y="0"/>
                </a:lnTo>
                <a:cubicBezTo>
                  <a:pt x="5501902" y="0"/>
                  <a:pt x="5553075" y="51173"/>
                  <a:pt x="5553075" y="114298"/>
                </a:cubicBezTo>
                <a:lnTo>
                  <a:pt x="5553075" y="847727"/>
                </a:lnTo>
                <a:cubicBezTo>
                  <a:pt x="5553075" y="910852"/>
                  <a:pt x="5501902" y="962025"/>
                  <a:pt x="543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025" y="3133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9" name="Text 17"/>
          <p:cNvSpPr/>
          <p:nvPr/>
        </p:nvSpPr>
        <p:spPr>
          <a:xfrm>
            <a:off x="687229" y="3228975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90625" y="313372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Foundation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0625" y="347662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that guides our design decisions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3163" y="2938463"/>
            <a:ext cx="5553075" cy="962025"/>
          </a:xfrm>
          <a:custGeom>
            <a:avLst/>
            <a:gdLst/>
            <a:ahLst/>
            <a:cxnLst/>
            <a:rect l="l" t="t" r="r" b="b"/>
            <a:pathLst>
              <a:path w="5553075" h="962025">
                <a:moveTo>
                  <a:pt x="114298" y="0"/>
                </a:moveTo>
                <a:lnTo>
                  <a:pt x="5438777" y="0"/>
                </a:lnTo>
                <a:cubicBezTo>
                  <a:pt x="5501902" y="0"/>
                  <a:pt x="5553075" y="51173"/>
                  <a:pt x="5553075" y="114298"/>
                </a:cubicBezTo>
                <a:lnTo>
                  <a:pt x="5553075" y="847727"/>
                </a:lnTo>
                <a:cubicBezTo>
                  <a:pt x="5553075" y="910852"/>
                  <a:pt x="5501902" y="962025"/>
                  <a:pt x="543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8425" y="3133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4" name="Text 22"/>
          <p:cNvSpPr/>
          <p:nvPr/>
        </p:nvSpPr>
        <p:spPr>
          <a:xfrm>
            <a:off x="6554629" y="3228975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58025" y="313372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&amp; Design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58025" y="347662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we built the technical foundation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4100513"/>
            <a:ext cx="5553075" cy="962025"/>
          </a:xfrm>
          <a:custGeom>
            <a:avLst/>
            <a:gdLst/>
            <a:ahLst/>
            <a:cxnLst/>
            <a:rect l="l" t="t" r="r" b="b"/>
            <a:pathLst>
              <a:path w="5553075" h="962025">
                <a:moveTo>
                  <a:pt x="114298" y="0"/>
                </a:moveTo>
                <a:lnTo>
                  <a:pt x="5438777" y="0"/>
                </a:lnTo>
                <a:cubicBezTo>
                  <a:pt x="5501902" y="0"/>
                  <a:pt x="5553075" y="51173"/>
                  <a:pt x="5553075" y="114298"/>
                </a:cubicBezTo>
                <a:lnTo>
                  <a:pt x="5553075" y="847727"/>
                </a:lnTo>
                <a:cubicBezTo>
                  <a:pt x="5553075" y="910852"/>
                  <a:pt x="5501902" y="962025"/>
                  <a:pt x="543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1025" y="4295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9" name="Text 27"/>
          <p:cNvSpPr/>
          <p:nvPr/>
        </p:nvSpPr>
        <p:spPr>
          <a:xfrm>
            <a:off x="688499" y="43910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90625" y="429577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 &amp; Implementation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90625" y="463867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works in our current prototype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53163" y="4100513"/>
            <a:ext cx="5553075" cy="962025"/>
          </a:xfrm>
          <a:custGeom>
            <a:avLst/>
            <a:gdLst/>
            <a:ahLst/>
            <a:cxnLst/>
            <a:rect l="l" t="t" r="r" b="b"/>
            <a:pathLst>
              <a:path w="5553075" h="962025">
                <a:moveTo>
                  <a:pt x="114298" y="0"/>
                </a:moveTo>
                <a:lnTo>
                  <a:pt x="5438777" y="0"/>
                </a:lnTo>
                <a:cubicBezTo>
                  <a:pt x="5501902" y="0"/>
                  <a:pt x="5553075" y="51173"/>
                  <a:pt x="5553075" y="114298"/>
                </a:cubicBezTo>
                <a:lnTo>
                  <a:pt x="5553075" y="847727"/>
                </a:lnTo>
                <a:cubicBezTo>
                  <a:pt x="5553075" y="910852"/>
                  <a:pt x="5501902" y="962025"/>
                  <a:pt x="543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8425" y="4295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4" name="Text 32"/>
          <p:cNvSpPr/>
          <p:nvPr/>
        </p:nvSpPr>
        <p:spPr>
          <a:xfrm>
            <a:off x="6553835" y="4391025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58025" y="429577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Stack &amp; Database Design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58025" y="463867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and technologies we employed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5262563"/>
            <a:ext cx="5553075" cy="962025"/>
          </a:xfrm>
          <a:custGeom>
            <a:avLst/>
            <a:gdLst/>
            <a:ahLst/>
            <a:cxnLst/>
            <a:rect l="l" t="t" r="r" b="b"/>
            <a:pathLst>
              <a:path w="5553075" h="962025">
                <a:moveTo>
                  <a:pt x="114298" y="0"/>
                </a:moveTo>
                <a:lnTo>
                  <a:pt x="5438777" y="0"/>
                </a:lnTo>
                <a:cubicBezTo>
                  <a:pt x="5501902" y="0"/>
                  <a:pt x="5553075" y="51173"/>
                  <a:pt x="5553075" y="114298"/>
                </a:cubicBezTo>
                <a:lnTo>
                  <a:pt x="5553075" y="847727"/>
                </a:lnTo>
                <a:cubicBezTo>
                  <a:pt x="5553075" y="910852"/>
                  <a:pt x="5501902" y="962025"/>
                  <a:pt x="543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102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9" name="Text 37"/>
          <p:cNvSpPr/>
          <p:nvPr/>
        </p:nvSpPr>
        <p:spPr>
          <a:xfrm>
            <a:off x="694690" y="55530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90625" y="545782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Summary &amp; Demonstration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90625" y="580072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prototype showcase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57925" y="5205413"/>
            <a:ext cx="5553075" cy="962025"/>
          </a:xfrm>
          <a:custGeom>
            <a:avLst/>
            <a:gdLst/>
            <a:ahLst/>
            <a:cxnLst/>
            <a:rect l="l" t="t" r="r" b="b"/>
            <a:pathLst>
              <a:path w="5553075" h="962025">
                <a:moveTo>
                  <a:pt x="114298" y="0"/>
                </a:moveTo>
                <a:lnTo>
                  <a:pt x="5438777" y="0"/>
                </a:lnTo>
                <a:cubicBezTo>
                  <a:pt x="5501902" y="0"/>
                  <a:pt x="5553075" y="51173"/>
                  <a:pt x="5553075" y="114298"/>
                </a:cubicBezTo>
                <a:lnTo>
                  <a:pt x="5553075" y="847727"/>
                </a:lnTo>
                <a:cubicBezTo>
                  <a:pt x="5553075" y="910852"/>
                  <a:pt x="5501902" y="962025"/>
                  <a:pt x="54387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842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4" name="Text 42"/>
          <p:cNvSpPr/>
          <p:nvPr/>
        </p:nvSpPr>
        <p:spPr>
          <a:xfrm>
            <a:off x="6552248" y="5553075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58025" y="545782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58025" y="580072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646271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452563" cy="230188"/>
          </a:xfrm>
          <a:custGeom>
            <a:avLst/>
            <a:gdLst/>
            <a:ahLst/>
            <a:cxnLst/>
            <a:rect l="l" t="t" r="r" b="b"/>
            <a:pathLst>
              <a:path w="1452563" h="230188">
                <a:moveTo>
                  <a:pt x="115094" y="0"/>
                </a:moveTo>
                <a:lnTo>
                  <a:pt x="1337469" y="0"/>
                </a:lnTo>
                <a:cubicBezTo>
                  <a:pt x="1400991" y="0"/>
                  <a:pt x="1452563" y="51572"/>
                  <a:pt x="1452563" y="115094"/>
                </a:cubicBezTo>
                <a:lnTo>
                  <a:pt x="1452563" y="115094"/>
                </a:lnTo>
                <a:cubicBezTo>
                  <a:pt x="1452563" y="178616"/>
                  <a:pt x="1400991" y="230188"/>
                  <a:pt x="1337469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130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BACKGROUND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Student Struggle: Why Studying Feels Impossible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675313" cy="3278188"/>
          </a:xfrm>
          <a:custGeom>
            <a:avLst/>
            <a:gdLst/>
            <a:ahLst/>
            <a:cxnLst/>
            <a:rect l="l" t="t" r="r" b="b"/>
            <a:pathLst>
              <a:path w="5675313" h="3278188">
                <a:moveTo>
                  <a:pt x="95264" y="0"/>
                </a:moveTo>
                <a:lnTo>
                  <a:pt x="5580048" y="0"/>
                </a:lnTo>
                <a:cubicBezTo>
                  <a:pt x="5632661" y="0"/>
                  <a:pt x="5675313" y="42651"/>
                  <a:pt x="5675313" y="95264"/>
                </a:cubicBezTo>
                <a:lnTo>
                  <a:pt x="5675313" y="3182923"/>
                </a:lnTo>
                <a:cubicBezTo>
                  <a:pt x="5675313" y="3235536"/>
                  <a:pt x="5632661" y="3278188"/>
                  <a:pt x="5580048" y="3278188"/>
                </a:cubicBezTo>
                <a:lnTo>
                  <a:pt x="95264" y="3278188"/>
                </a:lnTo>
                <a:cubicBezTo>
                  <a:pt x="42651" y="3278188"/>
                  <a:pt x="0" y="3235536"/>
                  <a:pt x="0" y="3182923"/>
                </a:cubicBezTo>
                <a:lnTo>
                  <a:pt x="0" y="95264"/>
                </a:lnTo>
                <a:cubicBezTo>
                  <a:pt x="0" y="42651"/>
                  <a:pt x="42651" y="0"/>
                  <a:pt x="9526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187" y="1420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3484" y="1508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9" name="Text 7"/>
          <p:cNvSpPr/>
          <p:nvPr/>
        </p:nvSpPr>
        <p:spPr>
          <a:xfrm>
            <a:off x="896938" y="1468438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Attention War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187" y="1865312"/>
            <a:ext cx="5349875" cy="1174750"/>
          </a:xfrm>
          <a:custGeom>
            <a:avLst/>
            <a:gdLst/>
            <a:ahLst/>
            <a:cxnLst/>
            <a:rect l="l" t="t" r="r" b="b"/>
            <a:pathLst>
              <a:path w="5349875" h="1174750">
                <a:moveTo>
                  <a:pt x="63495" y="0"/>
                </a:moveTo>
                <a:lnTo>
                  <a:pt x="5286380" y="0"/>
                </a:lnTo>
                <a:cubicBezTo>
                  <a:pt x="5321447" y="0"/>
                  <a:pt x="5349875" y="28428"/>
                  <a:pt x="5349875" y="63495"/>
                </a:cubicBezTo>
                <a:lnTo>
                  <a:pt x="5349875" y="1111255"/>
                </a:lnTo>
                <a:cubicBezTo>
                  <a:pt x="5349875" y="1146322"/>
                  <a:pt x="5321447" y="1174750"/>
                  <a:pt x="5286380" y="1174750"/>
                </a:cubicBezTo>
                <a:lnTo>
                  <a:pt x="63495" y="1174750"/>
                </a:lnTo>
                <a:cubicBezTo>
                  <a:pt x="28428" y="1174750"/>
                  <a:pt x="0" y="1146322"/>
                  <a:pt x="0" y="1111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9438" y="1960563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438" y="218281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rewards in 3 seconds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438" y="240506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Notification dopamine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59556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Infinite scroll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438" y="278606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Social validation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187" y="3135313"/>
            <a:ext cx="5349875" cy="571500"/>
          </a:xfrm>
          <a:custGeom>
            <a:avLst/>
            <a:gdLst/>
            <a:ahLst/>
            <a:cxnLst/>
            <a:rect l="l" t="t" r="r" b="b"/>
            <a:pathLst>
              <a:path w="5349875" h="571500">
                <a:moveTo>
                  <a:pt x="63499" y="0"/>
                </a:moveTo>
                <a:lnTo>
                  <a:pt x="5286376" y="0"/>
                </a:lnTo>
                <a:cubicBezTo>
                  <a:pt x="5321445" y="0"/>
                  <a:pt x="5349875" y="28430"/>
                  <a:pt x="5349875" y="63499"/>
                </a:cubicBezTo>
                <a:lnTo>
                  <a:pt x="5349875" y="508001"/>
                </a:lnTo>
                <a:cubicBezTo>
                  <a:pt x="5349875" y="543070"/>
                  <a:pt x="5321445" y="571500"/>
                  <a:pt x="5286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9438" y="3230563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Games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9438" y="345281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goals, immediate achievements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0063" y="3802062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31750" y="0"/>
                </a:moveTo>
                <a:lnTo>
                  <a:pt x="5270501" y="0"/>
                </a:lnTo>
                <a:cubicBezTo>
                  <a:pt x="5305570" y="0"/>
                  <a:pt x="5334000" y="28430"/>
                  <a:pt x="5334000" y="63499"/>
                </a:cubicBezTo>
                <a:lnTo>
                  <a:pt x="5334000" y="508001"/>
                </a:lnTo>
                <a:cubicBezTo>
                  <a:pt x="5334000" y="543070"/>
                  <a:pt x="5305570" y="571500"/>
                  <a:pt x="5270501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0063" y="3802062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1" name="Text 19"/>
          <p:cNvSpPr/>
          <p:nvPr/>
        </p:nvSpPr>
        <p:spPr>
          <a:xfrm>
            <a:off x="611188" y="3897313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1188" y="4119562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Delayed, invisible outcomes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5219" y="1258094"/>
            <a:ext cx="5675313" cy="3278188"/>
          </a:xfrm>
          <a:custGeom>
            <a:avLst/>
            <a:gdLst/>
            <a:ahLst/>
            <a:cxnLst/>
            <a:rect l="l" t="t" r="r" b="b"/>
            <a:pathLst>
              <a:path w="5675313" h="3278188">
                <a:moveTo>
                  <a:pt x="95264" y="0"/>
                </a:moveTo>
                <a:lnTo>
                  <a:pt x="5580048" y="0"/>
                </a:lnTo>
                <a:cubicBezTo>
                  <a:pt x="5632661" y="0"/>
                  <a:pt x="5675313" y="42651"/>
                  <a:pt x="5675313" y="95264"/>
                </a:cubicBezTo>
                <a:lnTo>
                  <a:pt x="5675313" y="3182923"/>
                </a:lnTo>
                <a:cubicBezTo>
                  <a:pt x="5675313" y="3235536"/>
                  <a:pt x="5632661" y="3278188"/>
                  <a:pt x="5580048" y="3278188"/>
                </a:cubicBezTo>
                <a:lnTo>
                  <a:pt x="95264" y="3278188"/>
                </a:lnTo>
                <a:cubicBezTo>
                  <a:pt x="42651" y="3278188"/>
                  <a:pt x="0" y="3235536"/>
                  <a:pt x="0" y="3182923"/>
                </a:cubicBezTo>
                <a:lnTo>
                  <a:pt x="0" y="95264"/>
                </a:lnTo>
                <a:cubicBezTo>
                  <a:pt x="0" y="42651"/>
                  <a:pt x="42651" y="0"/>
                  <a:pt x="9526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7938" y="1420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29375" y="150812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47340" y="35719"/>
                </a:moveTo>
                <a:cubicBezTo>
                  <a:pt x="149796" y="35719"/>
                  <a:pt x="151805" y="37728"/>
                  <a:pt x="151805" y="40184"/>
                </a:cubicBezTo>
                <a:lnTo>
                  <a:pt x="151805" y="102691"/>
                </a:lnTo>
                <a:cubicBezTo>
                  <a:pt x="151805" y="105147"/>
                  <a:pt x="149796" y="107156"/>
                  <a:pt x="147340" y="107156"/>
                </a:cubicBezTo>
                <a:lnTo>
                  <a:pt x="31254" y="107156"/>
                </a:lnTo>
                <a:cubicBezTo>
                  <a:pt x="28798" y="107156"/>
                  <a:pt x="26789" y="105147"/>
                  <a:pt x="26789" y="102691"/>
                </a:cubicBezTo>
                <a:lnTo>
                  <a:pt x="26789" y="40184"/>
                </a:lnTo>
                <a:cubicBezTo>
                  <a:pt x="26789" y="37728"/>
                  <a:pt x="28798" y="35719"/>
                  <a:pt x="31254" y="35719"/>
                </a:cubicBezTo>
                <a:lnTo>
                  <a:pt x="147340" y="35719"/>
                </a:lnTo>
                <a:close/>
                <a:moveTo>
                  <a:pt x="31254" y="17859"/>
                </a:moveTo>
                <a:cubicBezTo>
                  <a:pt x="18920" y="17859"/>
                  <a:pt x="8930" y="27849"/>
                  <a:pt x="8930" y="40184"/>
                </a:cubicBezTo>
                <a:lnTo>
                  <a:pt x="8930" y="102691"/>
                </a:lnTo>
                <a:cubicBezTo>
                  <a:pt x="8930" y="115026"/>
                  <a:pt x="18920" y="125016"/>
                  <a:pt x="31254" y="125016"/>
                </a:cubicBezTo>
                <a:lnTo>
                  <a:pt x="147340" y="125016"/>
                </a:lnTo>
                <a:cubicBezTo>
                  <a:pt x="159674" y="125016"/>
                  <a:pt x="169664" y="115026"/>
                  <a:pt x="169664" y="102691"/>
                </a:cubicBezTo>
                <a:lnTo>
                  <a:pt x="169664" y="89297"/>
                </a:lnTo>
                <a:cubicBezTo>
                  <a:pt x="174603" y="89297"/>
                  <a:pt x="178594" y="85306"/>
                  <a:pt x="178594" y="80367"/>
                </a:cubicBezTo>
                <a:lnTo>
                  <a:pt x="178594" y="62508"/>
                </a:lnTo>
                <a:cubicBezTo>
                  <a:pt x="178594" y="57569"/>
                  <a:pt x="174603" y="53578"/>
                  <a:pt x="169664" y="53578"/>
                </a:cubicBezTo>
                <a:lnTo>
                  <a:pt x="169664" y="40184"/>
                </a:lnTo>
                <a:cubicBezTo>
                  <a:pt x="169664" y="27849"/>
                  <a:pt x="159674" y="17859"/>
                  <a:pt x="147340" y="17859"/>
                </a:cubicBezTo>
                <a:lnTo>
                  <a:pt x="31254" y="17859"/>
                </a:lnTo>
                <a:close/>
                <a:moveTo>
                  <a:pt x="46881" y="49113"/>
                </a:moveTo>
                <a:cubicBezTo>
                  <a:pt x="43169" y="49113"/>
                  <a:pt x="40184" y="52099"/>
                  <a:pt x="40184" y="55811"/>
                </a:cubicBezTo>
                <a:lnTo>
                  <a:pt x="40184" y="87064"/>
                </a:lnTo>
                <a:cubicBezTo>
                  <a:pt x="40184" y="90776"/>
                  <a:pt x="43169" y="93762"/>
                  <a:pt x="46881" y="93762"/>
                </a:cubicBezTo>
                <a:lnTo>
                  <a:pt x="64740" y="93762"/>
                </a:lnTo>
                <a:cubicBezTo>
                  <a:pt x="68452" y="93762"/>
                  <a:pt x="71438" y="90776"/>
                  <a:pt x="71438" y="87064"/>
                </a:cubicBezTo>
                <a:lnTo>
                  <a:pt x="71438" y="55811"/>
                </a:lnTo>
                <a:cubicBezTo>
                  <a:pt x="71438" y="52099"/>
                  <a:pt x="68452" y="49113"/>
                  <a:pt x="64740" y="49113"/>
                </a:cubicBezTo>
                <a:lnTo>
                  <a:pt x="46881" y="49113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26" name="Text 24"/>
          <p:cNvSpPr/>
          <p:nvPr/>
        </p:nvSpPr>
        <p:spPr>
          <a:xfrm>
            <a:off x="6770688" y="1468438"/>
            <a:ext cx="152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Motivation Gap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7938" y="1865312"/>
            <a:ext cx="5349875" cy="984250"/>
          </a:xfrm>
          <a:custGeom>
            <a:avLst/>
            <a:gdLst/>
            <a:ahLst/>
            <a:cxnLst/>
            <a:rect l="l" t="t" r="r" b="b"/>
            <a:pathLst>
              <a:path w="5349875" h="984250">
                <a:moveTo>
                  <a:pt x="63504" y="0"/>
                </a:moveTo>
                <a:lnTo>
                  <a:pt x="5286371" y="0"/>
                </a:lnTo>
                <a:cubicBezTo>
                  <a:pt x="5321443" y="0"/>
                  <a:pt x="5349875" y="28432"/>
                  <a:pt x="5349875" y="63504"/>
                </a:cubicBezTo>
                <a:lnTo>
                  <a:pt x="5349875" y="920746"/>
                </a:lnTo>
                <a:cubicBezTo>
                  <a:pt x="5349875" y="955818"/>
                  <a:pt x="5321443" y="984250"/>
                  <a:pt x="5286371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53188" y="1960563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Studying offers: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82953" y="2230438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0" name="Text 28"/>
          <p:cNvSpPr/>
          <p:nvPr/>
        </p:nvSpPr>
        <p:spPr>
          <a:xfrm>
            <a:off x="6655594" y="2214563"/>
            <a:ext cx="122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immediate feedback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2953" y="2420938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2" name="Text 30"/>
          <p:cNvSpPr/>
          <p:nvPr/>
        </p:nvSpPr>
        <p:spPr>
          <a:xfrm>
            <a:off x="6655594" y="2405063"/>
            <a:ext cx="99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visible progress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82953" y="2611438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4" name="Text 32"/>
          <p:cNvSpPr/>
          <p:nvPr/>
        </p:nvSpPr>
        <p:spPr>
          <a:xfrm>
            <a:off x="6655594" y="2595563"/>
            <a:ext cx="107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clear "done" state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1906" y="2948781"/>
            <a:ext cx="5341938" cy="452438"/>
          </a:xfrm>
          <a:custGeom>
            <a:avLst/>
            <a:gdLst/>
            <a:ahLst/>
            <a:cxnLst/>
            <a:rect l="l" t="t" r="r" b="b"/>
            <a:pathLst>
              <a:path w="5341938" h="452438">
                <a:moveTo>
                  <a:pt x="63500" y="0"/>
                </a:moveTo>
                <a:lnTo>
                  <a:pt x="5278438" y="0"/>
                </a:lnTo>
                <a:cubicBezTo>
                  <a:pt x="5313508" y="0"/>
                  <a:pt x="5341938" y="28430"/>
                  <a:pt x="5341938" y="63500"/>
                </a:cubicBezTo>
                <a:lnTo>
                  <a:pt x="5341938" y="388938"/>
                </a:lnTo>
                <a:cubicBezTo>
                  <a:pt x="5341938" y="424008"/>
                  <a:pt x="5313508" y="452438"/>
                  <a:pt x="5278438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875" y="307975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"Feels like pushing a rock uphill with no destination"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938" y="3500438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53188" y="359568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3188" y="37861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Brain naturally resists studying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1469" y="4702969"/>
            <a:ext cx="3762375" cy="706438"/>
          </a:xfrm>
          <a:custGeom>
            <a:avLst/>
            <a:gdLst/>
            <a:ahLst/>
            <a:cxnLst/>
            <a:rect l="l" t="t" r="r" b="b"/>
            <a:pathLst>
              <a:path w="3762375" h="706438">
                <a:moveTo>
                  <a:pt x="95249" y="0"/>
                </a:moveTo>
                <a:lnTo>
                  <a:pt x="3667126" y="0"/>
                </a:lnTo>
                <a:cubicBezTo>
                  <a:pt x="3719731" y="0"/>
                  <a:pt x="3762375" y="42644"/>
                  <a:pt x="3762375" y="95249"/>
                </a:cubicBezTo>
                <a:lnTo>
                  <a:pt x="3762375" y="611189"/>
                </a:lnTo>
                <a:cubicBezTo>
                  <a:pt x="3762375" y="663793"/>
                  <a:pt x="3719731" y="706438"/>
                  <a:pt x="3667126" y="706437"/>
                </a:cubicBezTo>
                <a:lnTo>
                  <a:pt x="95249" y="706438"/>
                </a:lnTo>
                <a:cubicBezTo>
                  <a:pt x="42680" y="706437"/>
                  <a:pt x="0" y="663758"/>
                  <a:pt x="0" y="6111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2281" y="4865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2" name="Text 40"/>
          <p:cNvSpPr/>
          <p:nvPr/>
        </p:nvSpPr>
        <p:spPr>
          <a:xfrm>
            <a:off x="746125" y="4833938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Management Chaos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2438" y="511968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Juggling academics, activities, social life → Planning fails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16136" y="4702969"/>
            <a:ext cx="3762375" cy="706438"/>
          </a:xfrm>
          <a:custGeom>
            <a:avLst/>
            <a:gdLst/>
            <a:ahLst/>
            <a:cxnLst/>
            <a:rect l="l" t="t" r="r" b="b"/>
            <a:pathLst>
              <a:path w="3762375" h="706438">
                <a:moveTo>
                  <a:pt x="95249" y="0"/>
                </a:moveTo>
                <a:lnTo>
                  <a:pt x="3667126" y="0"/>
                </a:lnTo>
                <a:cubicBezTo>
                  <a:pt x="3719731" y="0"/>
                  <a:pt x="3762375" y="42644"/>
                  <a:pt x="3762375" y="95249"/>
                </a:cubicBezTo>
                <a:lnTo>
                  <a:pt x="3762375" y="611189"/>
                </a:lnTo>
                <a:cubicBezTo>
                  <a:pt x="3762375" y="663793"/>
                  <a:pt x="3719731" y="706438"/>
                  <a:pt x="3667126" y="706437"/>
                </a:cubicBezTo>
                <a:lnTo>
                  <a:pt x="95249" y="706438"/>
                </a:lnTo>
                <a:cubicBezTo>
                  <a:pt x="42680" y="706437"/>
                  <a:pt x="0" y="663758"/>
                  <a:pt x="0" y="6111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57026" y="486568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2712" y="-7720"/>
                </a:moveTo>
                <a:cubicBezTo>
                  <a:pt x="9798" y="-10635"/>
                  <a:pt x="5085" y="-10635"/>
                  <a:pt x="2201" y="-7720"/>
                </a:cubicBezTo>
                <a:cubicBezTo>
                  <a:pt x="-682" y="-4806"/>
                  <a:pt x="-713" y="-93"/>
                  <a:pt x="2170" y="2822"/>
                </a:cubicBezTo>
                <a:lnTo>
                  <a:pt x="165881" y="166532"/>
                </a:lnTo>
                <a:cubicBezTo>
                  <a:pt x="168796" y="169447"/>
                  <a:pt x="173509" y="169447"/>
                  <a:pt x="176392" y="166532"/>
                </a:cubicBezTo>
                <a:cubicBezTo>
                  <a:pt x="179276" y="163618"/>
                  <a:pt x="179307" y="158905"/>
                  <a:pt x="176392" y="156021"/>
                </a:cubicBezTo>
                <a:lnTo>
                  <a:pt x="96583" y="76181"/>
                </a:lnTo>
                <a:cubicBezTo>
                  <a:pt x="113636" y="72802"/>
                  <a:pt x="126504" y="57733"/>
                  <a:pt x="126504" y="39688"/>
                </a:cubicBezTo>
                <a:cubicBezTo>
                  <a:pt x="126504" y="19131"/>
                  <a:pt x="109854" y="2480"/>
                  <a:pt x="89297" y="2480"/>
                </a:cubicBezTo>
                <a:cubicBezTo>
                  <a:pt x="71251" y="2480"/>
                  <a:pt x="56183" y="15348"/>
                  <a:pt x="52803" y="32401"/>
                </a:cubicBezTo>
                <a:lnTo>
                  <a:pt x="12712" y="-7720"/>
                </a:lnTo>
                <a:close/>
                <a:moveTo>
                  <a:pt x="73050" y="94692"/>
                </a:moveTo>
                <a:cubicBezTo>
                  <a:pt x="45858" y="98165"/>
                  <a:pt x="24805" y="121388"/>
                  <a:pt x="24805" y="149541"/>
                </a:cubicBezTo>
                <a:cubicBezTo>
                  <a:pt x="24805" y="154626"/>
                  <a:pt x="28928" y="158750"/>
                  <a:pt x="34013" y="158750"/>
                </a:cubicBezTo>
                <a:lnTo>
                  <a:pt x="137108" y="158750"/>
                </a:lnTo>
                <a:lnTo>
                  <a:pt x="73050" y="94692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6" name="Text 44"/>
          <p:cNvSpPr/>
          <p:nvPr/>
        </p:nvSpPr>
        <p:spPr>
          <a:xfrm>
            <a:off x="4640792" y="4833938"/>
            <a:ext cx="107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Isolation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347104" y="511968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Friends online, student alone with textbook → Feels like punishment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10802" y="4702969"/>
            <a:ext cx="3762375" cy="706438"/>
          </a:xfrm>
          <a:custGeom>
            <a:avLst/>
            <a:gdLst/>
            <a:ahLst/>
            <a:cxnLst/>
            <a:rect l="l" t="t" r="r" b="b"/>
            <a:pathLst>
              <a:path w="3762375" h="706438">
                <a:moveTo>
                  <a:pt x="95249" y="0"/>
                </a:moveTo>
                <a:lnTo>
                  <a:pt x="3667126" y="0"/>
                </a:lnTo>
                <a:cubicBezTo>
                  <a:pt x="3719731" y="0"/>
                  <a:pt x="3762375" y="42644"/>
                  <a:pt x="3762375" y="95249"/>
                </a:cubicBezTo>
                <a:lnTo>
                  <a:pt x="3762375" y="611189"/>
                </a:lnTo>
                <a:cubicBezTo>
                  <a:pt x="3762375" y="663793"/>
                  <a:pt x="3719731" y="706438"/>
                  <a:pt x="3667126" y="706437"/>
                </a:cubicBezTo>
                <a:lnTo>
                  <a:pt x="95249" y="706438"/>
                </a:lnTo>
                <a:cubicBezTo>
                  <a:pt x="42680" y="706437"/>
                  <a:pt x="0" y="663758"/>
                  <a:pt x="0" y="611189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61615" y="4865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54570"/>
                </a:moveTo>
                <a:cubicBezTo>
                  <a:pt x="73887" y="54570"/>
                  <a:pt x="69453" y="59004"/>
                  <a:pt x="69453" y="64492"/>
                </a:cubicBezTo>
                <a:cubicBezTo>
                  <a:pt x="69453" y="68616"/>
                  <a:pt x="66135" y="71934"/>
                  <a:pt x="62012" y="71934"/>
                </a:cubicBezTo>
                <a:cubicBezTo>
                  <a:pt x="57888" y="71934"/>
                  <a:pt x="54570" y="68616"/>
                  <a:pt x="54570" y="64492"/>
                </a:cubicBezTo>
                <a:cubicBezTo>
                  <a:pt x="54570" y="50788"/>
                  <a:pt x="65670" y="39688"/>
                  <a:pt x="79375" y="39688"/>
                </a:cubicBezTo>
                <a:cubicBezTo>
                  <a:pt x="93080" y="39688"/>
                  <a:pt x="104180" y="50788"/>
                  <a:pt x="104180" y="64492"/>
                </a:cubicBezTo>
                <a:cubicBezTo>
                  <a:pt x="104180" y="79127"/>
                  <a:pt x="93018" y="85328"/>
                  <a:pt x="86816" y="87592"/>
                </a:cubicBezTo>
                <a:lnTo>
                  <a:pt x="86816" y="88770"/>
                </a:lnTo>
                <a:cubicBezTo>
                  <a:pt x="86816" y="92894"/>
                  <a:pt x="83499" y="96211"/>
                  <a:pt x="79375" y="96211"/>
                </a:cubicBezTo>
                <a:cubicBezTo>
                  <a:pt x="75251" y="96211"/>
                  <a:pt x="71934" y="92894"/>
                  <a:pt x="71934" y="88770"/>
                </a:cubicBezTo>
                <a:lnTo>
                  <a:pt x="71934" y="86258"/>
                </a:lnTo>
                <a:cubicBezTo>
                  <a:pt x="71934" y="79902"/>
                  <a:pt x="76522" y="75344"/>
                  <a:pt x="81266" y="73794"/>
                </a:cubicBezTo>
                <a:cubicBezTo>
                  <a:pt x="83251" y="73143"/>
                  <a:pt x="85359" y="72089"/>
                  <a:pt x="86909" y="70600"/>
                </a:cubicBezTo>
                <a:cubicBezTo>
                  <a:pt x="88243" y="69298"/>
                  <a:pt x="89297" y="67500"/>
                  <a:pt x="89297" y="64523"/>
                </a:cubicBezTo>
                <a:cubicBezTo>
                  <a:pt x="89297" y="59035"/>
                  <a:pt x="84863" y="54601"/>
                  <a:pt x="79375" y="54601"/>
                </a:cubicBezTo>
                <a:close/>
                <a:moveTo>
                  <a:pt x="69453" y="114102"/>
                </a:moveTo>
                <a:cubicBezTo>
                  <a:pt x="69453" y="108626"/>
                  <a:pt x="73899" y="104180"/>
                  <a:pt x="79375" y="104180"/>
                </a:cubicBezTo>
                <a:cubicBezTo>
                  <a:pt x="84851" y="104180"/>
                  <a:pt x="89297" y="108626"/>
                  <a:pt x="89297" y="114102"/>
                </a:cubicBezTo>
                <a:cubicBezTo>
                  <a:pt x="89297" y="119578"/>
                  <a:pt x="84851" y="124023"/>
                  <a:pt x="79375" y="124023"/>
                </a:cubicBezTo>
                <a:cubicBezTo>
                  <a:pt x="73899" y="124023"/>
                  <a:pt x="69453" y="119578"/>
                  <a:pt x="69453" y="114102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0" name="Text 48"/>
          <p:cNvSpPr/>
          <p:nvPr/>
        </p:nvSpPr>
        <p:spPr>
          <a:xfrm>
            <a:off x="8535459" y="4833938"/>
            <a:ext cx="125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Help Available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41771" y="511968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Stuck on problem at 9 PM → Parents forgot algebra, teacher gone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1469" y="5576094"/>
            <a:ext cx="11549063" cy="1349375"/>
          </a:xfrm>
          <a:custGeom>
            <a:avLst/>
            <a:gdLst/>
            <a:ahLst/>
            <a:cxnLst/>
            <a:rect l="l" t="t" r="r" b="b"/>
            <a:pathLst>
              <a:path w="11549063" h="1349375">
                <a:moveTo>
                  <a:pt x="95252" y="0"/>
                </a:moveTo>
                <a:lnTo>
                  <a:pt x="11453810" y="0"/>
                </a:lnTo>
                <a:cubicBezTo>
                  <a:pt x="11506417" y="0"/>
                  <a:pt x="11549063" y="42646"/>
                  <a:pt x="11549063" y="95252"/>
                </a:cubicBezTo>
                <a:lnTo>
                  <a:pt x="11549063" y="1254123"/>
                </a:lnTo>
                <a:cubicBezTo>
                  <a:pt x="11549063" y="1306729"/>
                  <a:pt x="11506417" y="1349375"/>
                  <a:pt x="11453810" y="1349375"/>
                </a:cubicBezTo>
                <a:lnTo>
                  <a:pt x="95252" y="1349375"/>
                </a:lnTo>
                <a:cubicBezTo>
                  <a:pt x="42646" y="1349375"/>
                  <a:pt x="0" y="1306729"/>
                  <a:pt x="0" y="125412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8156" y="57070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4" name="Text 52"/>
          <p:cNvSpPr/>
          <p:nvPr/>
        </p:nvSpPr>
        <p:spPr>
          <a:xfrm>
            <a:off x="817563" y="5707063"/>
            <a:ext cx="1099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Statistic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7563" y="5992813"/>
            <a:ext cx="1098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"75% of school administrators identified students' lack of focus as the </a:t>
            </a: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BARRIER to learning</a:t>
            </a: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2024"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7563" y="6246813"/>
            <a:ext cx="1097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Goldman, Education Week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52438" y="6504781"/>
            <a:ext cx="11287125" cy="7938"/>
          </a:xfrm>
          <a:custGeom>
            <a:avLst/>
            <a:gdLst/>
            <a:ahLst/>
            <a:cxnLst/>
            <a:rect l="l" t="t" r="r" b="b"/>
            <a:pathLst>
              <a:path w="11287125" h="7938">
                <a:moveTo>
                  <a:pt x="0" y="0"/>
                </a:moveTo>
                <a:lnTo>
                  <a:pt x="11287125" y="0"/>
                </a:lnTo>
                <a:lnTo>
                  <a:pt x="1128712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E8A95E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52438" y="6611938"/>
            <a:ext cx="4774009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not laziness. This is a design problem with how studying currently works.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452563" cy="230188"/>
          </a:xfrm>
          <a:custGeom>
            <a:avLst/>
            <a:gdLst/>
            <a:ahLst/>
            <a:cxnLst/>
            <a:rect l="l" t="t" r="r" b="b"/>
            <a:pathLst>
              <a:path w="1452563" h="230188">
                <a:moveTo>
                  <a:pt x="115094" y="0"/>
                </a:moveTo>
                <a:lnTo>
                  <a:pt x="1337469" y="0"/>
                </a:lnTo>
                <a:cubicBezTo>
                  <a:pt x="1400991" y="0"/>
                  <a:pt x="1452563" y="51572"/>
                  <a:pt x="1452563" y="115094"/>
                </a:cubicBezTo>
                <a:lnTo>
                  <a:pt x="1452563" y="115094"/>
                </a:lnTo>
                <a:cubicBezTo>
                  <a:pt x="1452563" y="178616"/>
                  <a:pt x="1400991" y="230188"/>
                  <a:pt x="1337469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130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BACKGROUND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Parent Paradox: Wanting to Help Without Creating Conflict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675313" cy="4246563"/>
          </a:xfrm>
          <a:custGeom>
            <a:avLst/>
            <a:gdLst/>
            <a:ahLst/>
            <a:cxnLst/>
            <a:rect l="l" t="t" r="r" b="b"/>
            <a:pathLst>
              <a:path w="5675313" h="4246563">
                <a:moveTo>
                  <a:pt x="95250" y="0"/>
                </a:moveTo>
                <a:lnTo>
                  <a:pt x="5580062" y="0"/>
                </a:lnTo>
                <a:cubicBezTo>
                  <a:pt x="5632667" y="0"/>
                  <a:pt x="5675313" y="42645"/>
                  <a:pt x="5675313" y="95250"/>
                </a:cubicBezTo>
                <a:lnTo>
                  <a:pt x="5675313" y="4151312"/>
                </a:lnTo>
                <a:cubicBezTo>
                  <a:pt x="5675313" y="4203917"/>
                  <a:pt x="5632667" y="4246563"/>
                  <a:pt x="5580062" y="4246563"/>
                </a:cubicBezTo>
                <a:lnTo>
                  <a:pt x="95250" y="4246563"/>
                </a:lnTo>
                <a:cubicBezTo>
                  <a:pt x="42645" y="4246563"/>
                  <a:pt x="0" y="4203917"/>
                  <a:pt x="0" y="4151312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4109" y="1452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9062" y="44648"/>
                </a:moveTo>
                <a:cubicBezTo>
                  <a:pt x="119062" y="74786"/>
                  <a:pt x="92397" y="99219"/>
                  <a:pt x="59531" y="99219"/>
                </a:cubicBezTo>
                <a:cubicBezTo>
                  <a:pt x="51253" y="99219"/>
                  <a:pt x="43377" y="97668"/>
                  <a:pt x="36215" y="94878"/>
                </a:cubicBezTo>
                <a:lnTo>
                  <a:pt x="10914" y="108272"/>
                </a:lnTo>
                <a:cubicBezTo>
                  <a:pt x="8031" y="109792"/>
                  <a:pt x="4496" y="109265"/>
                  <a:pt x="2170" y="106970"/>
                </a:cubicBezTo>
                <a:cubicBezTo>
                  <a:pt x="-155" y="104676"/>
                  <a:pt x="-682" y="101110"/>
                  <a:pt x="868" y="98227"/>
                </a:cubicBezTo>
                <a:lnTo>
                  <a:pt x="11906" y="77391"/>
                </a:lnTo>
                <a:cubicBezTo>
                  <a:pt x="4434" y="68275"/>
                  <a:pt x="0" y="56927"/>
                  <a:pt x="0" y="44648"/>
                </a:cubicBezTo>
                <a:cubicBezTo>
                  <a:pt x="0" y="14511"/>
                  <a:pt x="26665" y="-9922"/>
                  <a:pt x="59531" y="-9922"/>
                </a:cubicBezTo>
                <a:cubicBezTo>
                  <a:pt x="92397" y="-9922"/>
                  <a:pt x="119062" y="14511"/>
                  <a:pt x="119062" y="44648"/>
                </a:cubicBezTo>
                <a:close/>
                <a:moveTo>
                  <a:pt x="119062" y="158750"/>
                </a:moveTo>
                <a:cubicBezTo>
                  <a:pt x="89886" y="158750"/>
                  <a:pt x="65608" y="139495"/>
                  <a:pt x="60523" y="114102"/>
                </a:cubicBezTo>
                <a:cubicBezTo>
                  <a:pt x="97730" y="113636"/>
                  <a:pt x="130070" y="87157"/>
                  <a:pt x="133635" y="51253"/>
                </a:cubicBezTo>
                <a:cubicBezTo>
                  <a:pt x="159463" y="57206"/>
                  <a:pt x="178594" y="78631"/>
                  <a:pt x="178594" y="104180"/>
                </a:cubicBezTo>
                <a:cubicBezTo>
                  <a:pt x="178594" y="116458"/>
                  <a:pt x="174160" y="127806"/>
                  <a:pt x="166688" y="136922"/>
                </a:cubicBezTo>
                <a:lnTo>
                  <a:pt x="177726" y="157758"/>
                </a:lnTo>
                <a:cubicBezTo>
                  <a:pt x="179245" y="160641"/>
                  <a:pt x="178718" y="164176"/>
                  <a:pt x="176423" y="166501"/>
                </a:cubicBezTo>
                <a:cubicBezTo>
                  <a:pt x="174129" y="168827"/>
                  <a:pt x="170563" y="169354"/>
                  <a:pt x="167680" y="167804"/>
                </a:cubicBezTo>
                <a:lnTo>
                  <a:pt x="142379" y="154409"/>
                </a:lnTo>
                <a:cubicBezTo>
                  <a:pt x="135217" y="157200"/>
                  <a:pt x="127341" y="158750"/>
                  <a:pt x="119062" y="15875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Text 6"/>
          <p:cNvSpPr/>
          <p:nvPr/>
        </p:nvSpPr>
        <p:spPr>
          <a:xfrm>
            <a:off x="682625" y="1420813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Daily Conflict Trap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770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0" name="Text 8"/>
          <p:cNvSpPr/>
          <p:nvPr/>
        </p:nvSpPr>
        <p:spPr>
          <a:xfrm>
            <a:off x="456406" y="177006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938" y="1770063"/>
            <a:ext cx="4937125" cy="571500"/>
          </a:xfrm>
          <a:custGeom>
            <a:avLst/>
            <a:gdLst/>
            <a:ahLst/>
            <a:cxnLst/>
            <a:rect l="l" t="t" r="r" b="b"/>
            <a:pathLst>
              <a:path w="4937125" h="571500">
                <a:moveTo>
                  <a:pt x="0" y="0"/>
                </a:moveTo>
                <a:lnTo>
                  <a:pt x="4873626" y="0"/>
                </a:lnTo>
                <a:cubicBezTo>
                  <a:pt x="4908695" y="0"/>
                  <a:pt x="4937125" y="28430"/>
                  <a:pt x="4937125" y="63499"/>
                </a:cubicBezTo>
                <a:lnTo>
                  <a:pt x="4937125" y="508001"/>
                </a:lnTo>
                <a:cubicBezTo>
                  <a:pt x="4937125" y="543070"/>
                  <a:pt x="4908695" y="571500"/>
                  <a:pt x="4873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2188" y="1865312"/>
            <a:ext cx="480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2188" y="2055813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"Did you study today?"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16563" y="2436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8781" y="243681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187" y="2436813"/>
            <a:ext cx="4937125" cy="571500"/>
          </a:xfrm>
          <a:custGeom>
            <a:avLst/>
            <a:gdLst/>
            <a:ahLst/>
            <a:cxnLst/>
            <a:rect l="l" t="t" r="r" b="b"/>
            <a:pathLst>
              <a:path w="4937125" h="571500">
                <a:moveTo>
                  <a:pt x="63499" y="0"/>
                </a:moveTo>
                <a:lnTo>
                  <a:pt x="4937125" y="0"/>
                </a:lnTo>
                <a:lnTo>
                  <a:pt x="4937125" y="508001"/>
                </a:lnTo>
                <a:cubicBezTo>
                  <a:pt x="4937125" y="543070"/>
                  <a:pt x="4908695" y="571500"/>
                  <a:pt x="4873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9438" y="2532063"/>
            <a:ext cx="480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9438" y="2722563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"Yes" </a:t>
            </a:r>
            <a:r>
              <a:rPr lang="en-US" sz="1000" dirty="0">
                <a:solidFill>
                  <a:srgbClr val="E0E2E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(maybe)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187" y="31035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0" name="Text 18"/>
          <p:cNvSpPr/>
          <p:nvPr/>
        </p:nvSpPr>
        <p:spPr>
          <a:xfrm>
            <a:off x="456406" y="310356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6938" y="3103563"/>
            <a:ext cx="4937125" cy="571500"/>
          </a:xfrm>
          <a:custGeom>
            <a:avLst/>
            <a:gdLst/>
            <a:ahLst/>
            <a:cxnLst/>
            <a:rect l="l" t="t" r="r" b="b"/>
            <a:pathLst>
              <a:path w="4937125" h="571500">
                <a:moveTo>
                  <a:pt x="0" y="0"/>
                </a:moveTo>
                <a:lnTo>
                  <a:pt x="4873626" y="0"/>
                </a:lnTo>
                <a:cubicBezTo>
                  <a:pt x="4908695" y="0"/>
                  <a:pt x="4937125" y="28430"/>
                  <a:pt x="4937125" y="63499"/>
                </a:cubicBezTo>
                <a:lnTo>
                  <a:pt x="4937125" y="508001"/>
                </a:lnTo>
                <a:cubicBezTo>
                  <a:pt x="4937125" y="543070"/>
                  <a:pt x="4908695" y="571500"/>
                  <a:pt x="4873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2188" y="3198813"/>
            <a:ext cx="480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2188" y="3389313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"For how long?"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16563" y="37703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8781" y="377031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187" y="3770313"/>
            <a:ext cx="4937125" cy="571500"/>
          </a:xfrm>
          <a:custGeom>
            <a:avLst/>
            <a:gdLst/>
            <a:ahLst/>
            <a:cxnLst/>
            <a:rect l="l" t="t" r="r" b="b"/>
            <a:pathLst>
              <a:path w="4937125" h="571500">
                <a:moveTo>
                  <a:pt x="63499" y="0"/>
                </a:moveTo>
                <a:lnTo>
                  <a:pt x="4937125" y="0"/>
                </a:lnTo>
                <a:lnTo>
                  <a:pt x="4937125" y="508001"/>
                </a:lnTo>
                <a:cubicBezTo>
                  <a:pt x="4937125" y="543070"/>
                  <a:pt x="4908695" y="571500"/>
                  <a:pt x="4873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79438" y="3865563"/>
            <a:ext cx="480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9438" y="4056063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"Two hours" </a:t>
            </a:r>
            <a:r>
              <a:rPr lang="en-US" sz="1000" dirty="0">
                <a:solidFill>
                  <a:srgbClr val="E0E2E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(actually: 20 min)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16563" y="4437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8781" y="443706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8156" y="4441031"/>
            <a:ext cx="4929188" cy="388938"/>
          </a:xfrm>
          <a:custGeom>
            <a:avLst/>
            <a:gdLst/>
            <a:ahLst/>
            <a:cxnLst/>
            <a:rect l="l" t="t" r="r" b="b"/>
            <a:pathLst>
              <a:path w="4929188" h="388938">
                <a:moveTo>
                  <a:pt x="63502" y="0"/>
                </a:moveTo>
                <a:lnTo>
                  <a:pt x="4929188" y="0"/>
                </a:lnTo>
                <a:lnTo>
                  <a:pt x="4929188" y="325436"/>
                </a:lnTo>
                <a:cubicBezTo>
                  <a:pt x="4929188" y="360507"/>
                  <a:pt x="4900757" y="388938"/>
                  <a:pt x="4865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375" y="4540250"/>
            <a:ext cx="479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"Stop nagging! I said I would do it!"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4187" y="4960938"/>
            <a:ext cx="5349875" cy="381000"/>
          </a:xfrm>
          <a:custGeom>
            <a:avLst/>
            <a:gdLst/>
            <a:ahLst/>
            <a:cxnLst/>
            <a:rect l="l" t="t" r="r" b="b"/>
            <a:pathLst>
              <a:path w="5349875" h="3810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17499"/>
                </a:lnTo>
                <a:cubicBezTo>
                  <a:pt x="5349875" y="352570"/>
                  <a:pt x="5321445" y="381000"/>
                  <a:pt x="528637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7688" y="505618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Conflict, dishonesty, damaged relationship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219" y="1258094"/>
            <a:ext cx="5675313" cy="2778125"/>
          </a:xfrm>
          <a:custGeom>
            <a:avLst/>
            <a:gdLst/>
            <a:ahLst/>
            <a:cxnLst/>
            <a:rect l="l" t="t" r="r" b="b"/>
            <a:pathLst>
              <a:path w="5675313" h="2778125">
                <a:moveTo>
                  <a:pt x="95262" y="0"/>
                </a:moveTo>
                <a:lnTo>
                  <a:pt x="5580051" y="0"/>
                </a:lnTo>
                <a:cubicBezTo>
                  <a:pt x="5632662" y="0"/>
                  <a:pt x="5675313" y="42650"/>
                  <a:pt x="5675313" y="95262"/>
                </a:cubicBezTo>
                <a:lnTo>
                  <a:pt x="5675313" y="2682863"/>
                </a:lnTo>
                <a:cubicBezTo>
                  <a:pt x="5675312" y="2735475"/>
                  <a:pt x="5632662" y="2778125"/>
                  <a:pt x="5580051" y="2778125"/>
                </a:cubicBezTo>
                <a:lnTo>
                  <a:pt x="95262" y="2778125"/>
                </a:lnTo>
                <a:cubicBezTo>
                  <a:pt x="42650" y="2778125"/>
                  <a:pt x="0" y="2735475"/>
                  <a:pt x="0" y="2682863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7781" y="1452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7" name="Text 35"/>
          <p:cNvSpPr/>
          <p:nvPr/>
        </p:nvSpPr>
        <p:spPr>
          <a:xfrm>
            <a:off x="6556375" y="1420813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Information Gap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7938" y="1770063"/>
            <a:ext cx="540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Parents need to know: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0758" y="2016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0" name="Text 38"/>
          <p:cNvSpPr/>
          <p:nvPr/>
        </p:nvSpPr>
        <p:spPr>
          <a:xfrm>
            <a:off x="6500813" y="1992313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study time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0758" y="22066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2" name="Text 40"/>
          <p:cNvSpPr/>
          <p:nvPr/>
        </p:nvSpPr>
        <p:spPr>
          <a:xfrm>
            <a:off x="6500813" y="2182813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Subject balance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0758" y="23971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4" name="Text 42"/>
          <p:cNvSpPr/>
          <p:nvPr/>
        </p:nvSpPr>
        <p:spPr>
          <a:xfrm>
            <a:off x="6500813" y="2373313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 patterns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0758" y="25876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6" name="Text 44"/>
          <p:cNvSpPr/>
          <p:nvPr/>
        </p:nvSpPr>
        <p:spPr>
          <a:xfrm>
            <a:off x="6500813" y="2563813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encourage vs. push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7938" y="2821781"/>
            <a:ext cx="5349875" cy="7938"/>
          </a:xfrm>
          <a:custGeom>
            <a:avLst/>
            <a:gdLst/>
            <a:ahLst/>
            <a:cxnLst/>
            <a:rect l="l" t="t" r="r" b="b"/>
            <a:pathLst>
              <a:path w="5349875" h="7938">
                <a:moveTo>
                  <a:pt x="0" y="0"/>
                </a:moveTo>
                <a:lnTo>
                  <a:pt x="5349875" y="0"/>
                </a:lnTo>
                <a:lnTo>
                  <a:pt x="534987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57938" y="2921000"/>
            <a:ext cx="540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they actually get: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87703" y="3167063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0" name="Text 48"/>
          <p:cNvSpPr/>
          <p:nvPr/>
        </p:nvSpPr>
        <p:spPr>
          <a:xfrm>
            <a:off x="6500813" y="314325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studied" (unverified)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87703" y="3357563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2" name="Text 50"/>
          <p:cNvSpPr/>
          <p:nvPr/>
        </p:nvSpPr>
        <p:spPr>
          <a:xfrm>
            <a:off x="6500813" y="333375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cards (too late)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7703" y="3548063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4" name="Text 52"/>
          <p:cNvSpPr/>
          <p:nvPr/>
        </p:nvSpPr>
        <p:spPr>
          <a:xfrm>
            <a:off x="6500813" y="352425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Arguments and resistance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87703" y="3738563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1959" y="15931"/>
                </a:moveTo>
                <a:cubicBezTo>
                  <a:pt x="9246" y="13218"/>
                  <a:pt x="4840" y="13218"/>
                  <a:pt x="2127" y="15931"/>
                </a:cubicBezTo>
                <a:cubicBezTo>
                  <a:pt x="-586" y="18644"/>
                  <a:pt x="-586" y="23050"/>
                  <a:pt x="2127" y="25763"/>
                </a:cubicBezTo>
                <a:lnTo>
                  <a:pt x="31948" y="55563"/>
                </a:lnTo>
                <a:lnTo>
                  <a:pt x="2149" y="85384"/>
                </a:lnTo>
                <a:cubicBezTo>
                  <a:pt x="-564" y="88097"/>
                  <a:pt x="-564" y="92503"/>
                  <a:pt x="2149" y="95216"/>
                </a:cubicBezTo>
                <a:cubicBezTo>
                  <a:pt x="4862" y="97929"/>
                  <a:pt x="9268" y="97929"/>
                  <a:pt x="11981" y="95216"/>
                </a:cubicBezTo>
                <a:lnTo>
                  <a:pt x="41780" y="65394"/>
                </a:lnTo>
                <a:lnTo>
                  <a:pt x="71602" y="95194"/>
                </a:lnTo>
                <a:cubicBezTo>
                  <a:pt x="74315" y="97907"/>
                  <a:pt x="78721" y="97907"/>
                  <a:pt x="81434" y="95194"/>
                </a:cubicBezTo>
                <a:cubicBezTo>
                  <a:pt x="84147" y="92481"/>
                  <a:pt x="84147" y="88075"/>
                  <a:pt x="81434" y="85362"/>
                </a:cubicBezTo>
                <a:lnTo>
                  <a:pt x="51612" y="55563"/>
                </a:lnTo>
                <a:lnTo>
                  <a:pt x="81412" y="25741"/>
                </a:lnTo>
                <a:cubicBezTo>
                  <a:pt x="84125" y="23028"/>
                  <a:pt x="84125" y="18622"/>
                  <a:pt x="81412" y="15909"/>
                </a:cubicBezTo>
                <a:cubicBezTo>
                  <a:pt x="78699" y="13196"/>
                  <a:pt x="74293" y="13196"/>
                  <a:pt x="71580" y="15909"/>
                </a:cubicBezTo>
                <a:lnTo>
                  <a:pt x="41780" y="45731"/>
                </a:lnTo>
                <a:lnTo>
                  <a:pt x="11959" y="15931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6" name="Text 54"/>
          <p:cNvSpPr/>
          <p:nvPr/>
        </p:nvSpPr>
        <p:spPr>
          <a:xfrm>
            <a:off x="6500813" y="3714750"/>
            <a:ext cx="526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Guessing and anxiety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5219" y="4171156"/>
            <a:ext cx="5675313" cy="801688"/>
          </a:xfrm>
          <a:custGeom>
            <a:avLst/>
            <a:gdLst/>
            <a:ahLst/>
            <a:cxnLst/>
            <a:rect l="l" t="t" r="r" b="b"/>
            <a:pathLst>
              <a:path w="5675313" h="801688">
                <a:moveTo>
                  <a:pt x="95248" y="0"/>
                </a:moveTo>
                <a:lnTo>
                  <a:pt x="5580064" y="0"/>
                </a:lnTo>
                <a:cubicBezTo>
                  <a:pt x="5632668" y="0"/>
                  <a:pt x="5675312" y="42644"/>
                  <a:pt x="5675312" y="95248"/>
                </a:cubicBezTo>
                <a:lnTo>
                  <a:pt x="5675313" y="706439"/>
                </a:lnTo>
                <a:cubicBezTo>
                  <a:pt x="5675312" y="759043"/>
                  <a:pt x="5632668" y="801688"/>
                  <a:pt x="5580064" y="801688"/>
                </a:cubicBezTo>
                <a:lnTo>
                  <a:pt x="95248" y="801688"/>
                </a:lnTo>
                <a:cubicBezTo>
                  <a:pt x="42644" y="801688"/>
                  <a:pt x="0" y="759043"/>
                  <a:pt x="0" y="706439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61906" y="430212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9" name="Text 57"/>
          <p:cNvSpPr/>
          <p:nvPr/>
        </p:nvSpPr>
        <p:spPr>
          <a:xfrm>
            <a:off x="6612334" y="4302125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Finding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612334" y="4524375"/>
            <a:ext cx="51831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"Controlling parental involvement harms academic performance </a:t>
            </a: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than helping it</a:t>
            </a: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— Hempenstall, 2025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21469" y="5671344"/>
            <a:ext cx="11549063" cy="1539875"/>
          </a:xfrm>
          <a:custGeom>
            <a:avLst/>
            <a:gdLst/>
            <a:ahLst/>
            <a:cxnLst/>
            <a:rect l="l" t="t" r="r" b="b"/>
            <a:pathLst>
              <a:path w="11549063" h="1539875">
                <a:moveTo>
                  <a:pt x="95257" y="0"/>
                </a:moveTo>
                <a:lnTo>
                  <a:pt x="11453806" y="0"/>
                </a:lnTo>
                <a:cubicBezTo>
                  <a:pt x="11506415" y="0"/>
                  <a:pt x="11549063" y="42648"/>
                  <a:pt x="11549063" y="95257"/>
                </a:cubicBezTo>
                <a:lnTo>
                  <a:pt x="11549063" y="1444618"/>
                </a:lnTo>
                <a:cubicBezTo>
                  <a:pt x="11549063" y="1497227"/>
                  <a:pt x="11506415" y="1539875"/>
                  <a:pt x="11453806" y="1539875"/>
                </a:cubicBezTo>
                <a:lnTo>
                  <a:pt x="95257" y="1539875"/>
                </a:lnTo>
                <a:cubicBezTo>
                  <a:pt x="42648" y="1539875"/>
                  <a:pt x="0" y="1497227"/>
                  <a:pt x="0" y="1444618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2281" y="58340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3" name="Text 61"/>
          <p:cNvSpPr/>
          <p:nvPr/>
        </p:nvSpPr>
        <p:spPr>
          <a:xfrm>
            <a:off x="746125" y="5802313"/>
            <a:ext cx="2016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Solutions Don't Work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52438" y="6119813"/>
            <a:ext cx="2754313" cy="571500"/>
          </a:xfrm>
          <a:custGeom>
            <a:avLst/>
            <a:gdLst/>
            <a:ahLst/>
            <a:cxnLst/>
            <a:rect l="l" t="t" r="r" b="b"/>
            <a:pathLst>
              <a:path w="2754313" h="571500">
                <a:moveTo>
                  <a:pt x="63499" y="0"/>
                </a:moveTo>
                <a:lnTo>
                  <a:pt x="2690813" y="0"/>
                </a:lnTo>
                <a:cubicBezTo>
                  <a:pt x="2725883" y="0"/>
                  <a:pt x="2754313" y="28430"/>
                  <a:pt x="2754313" y="63499"/>
                </a:cubicBezTo>
                <a:lnTo>
                  <a:pt x="2754313" y="508001"/>
                </a:lnTo>
                <a:cubicBezTo>
                  <a:pt x="2754313" y="543070"/>
                  <a:pt x="2725883" y="571500"/>
                  <a:pt x="269081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515938" y="6215063"/>
            <a:ext cx="262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Forest/Flora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19906" y="6437313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family involvement, superficial rewards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298031" y="6119813"/>
            <a:ext cx="2754313" cy="571500"/>
          </a:xfrm>
          <a:custGeom>
            <a:avLst/>
            <a:gdLst/>
            <a:ahLst/>
            <a:cxnLst/>
            <a:rect l="l" t="t" r="r" b="b"/>
            <a:pathLst>
              <a:path w="2754313" h="571500">
                <a:moveTo>
                  <a:pt x="63499" y="0"/>
                </a:moveTo>
                <a:lnTo>
                  <a:pt x="2690813" y="0"/>
                </a:lnTo>
                <a:cubicBezTo>
                  <a:pt x="2725883" y="0"/>
                  <a:pt x="2754313" y="28430"/>
                  <a:pt x="2754313" y="63499"/>
                </a:cubicBezTo>
                <a:lnTo>
                  <a:pt x="2754313" y="508001"/>
                </a:lnTo>
                <a:cubicBezTo>
                  <a:pt x="2754313" y="543070"/>
                  <a:pt x="2725883" y="571500"/>
                  <a:pt x="269081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3361531" y="6215063"/>
            <a:ext cx="262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Khan Academy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365500" y="6437313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Teaches content but doesn't build habits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43625" y="6119813"/>
            <a:ext cx="2754313" cy="571500"/>
          </a:xfrm>
          <a:custGeom>
            <a:avLst/>
            <a:gdLst/>
            <a:ahLst/>
            <a:cxnLst/>
            <a:rect l="l" t="t" r="r" b="b"/>
            <a:pathLst>
              <a:path w="2754313" h="571500">
                <a:moveTo>
                  <a:pt x="63499" y="0"/>
                </a:moveTo>
                <a:lnTo>
                  <a:pt x="2690813" y="0"/>
                </a:lnTo>
                <a:cubicBezTo>
                  <a:pt x="2725883" y="0"/>
                  <a:pt x="2754313" y="28430"/>
                  <a:pt x="2754313" y="63499"/>
                </a:cubicBezTo>
                <a:lnTo>
                  <a:pt x="2754313" y="508001"/>
                </a:lnTo>
                <a:cubicBezTo>
                  <a:pt x="2754313" y="543070"/>
                  <a:pt x="2725883" y="571500"/>
                  <a:pt x="269081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207125" y="6215063"/>
            <a:ext cx="262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Habitica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211094" y="6437313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Generic gamification, not education-focused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989219" y="6119813"/>
            <a:ext cx="2754313" cy="571500"/>
          </a:xfrm>
          <a:custGeom>
            <a:avLst/>
            <a:gdLst/>
            <a:ahLst/>
            <a:cxnLst/>
            <a:rect l="l" t="t" r="r" b="b"/>
            <a:pathLst>
              <a:path w="2754313" h="571500">
                <a:moveTo>
                  <a:pt x="63499" y="0"/>
                </a:moveTo>
                <a:lnTo>
                  <a:pt x="2690813" y="0"/>
                </a:lnTo>
                <a:cubicBezTo>
                  <a:pt x="2725883" y="0"/>
                  <a:pt x="2754313" y="28430"/>
                  <a:pt x="2754313" y="63499"/>
                </a:cubicBezTo>
                <a:lnTo>
                  <a:pt x="2754313" y="508001"/>
                </a:lnTo>
                <a:cubicBezTo>
                  <a:pt x="2754313" y="543070"/>
                  <a:pt x="2725883" y="571500"/>
                  <a:pt x="269081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9052719" y="6215063"/>
            <a:ext cx="262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Family Link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056688" y="6437313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Surveillance, not collaboration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52438" y="6790531"/>
            <a:ext cx="11287125" cy="7938"/>
          </a:xfrm>
          <a:custGeom>
            <a:avLst/>
            <a:gdLst/>
            <a:ahLst/>
            <a:cxnLst/>
            <a:rect l="l" t="t" r="r" b="b"/>
            <a:pathLst>
              <a:path w="11287125" h="7938">
                <a:moveTo>
                  <a:pt x="0" y="0"/>
                </a:moveTo>
                <a:lnTo>
                  <a:pt x="11287125" y="0"/>
                </a:lnTo>
                <a:lnTo>
                  <a:pt x="1128712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489" y="365489"/>
            <a:ext cx="1425859" cy="261708"/>
          </a:xfrm>
          <a:custGeom>
            <a:avLst/>
            <a:gdLst/>
            <a:ahLst/>
            <a:cxnLst/>
            <a:rect l="l" t="t" r="r" b="b"/>
            <a:pathLst>
              <a:path w="1425859" h="261708">
                <a:moveTo>
                  <a:pt x="130854" y="0"/>
                </a:moveTo>
                <a:lnTo>
                  <a:pt x="1295005" y="0"/>
                </a:lnTo>
                <a:cubicBezTo>
                  <a:pt x="1367274" y="0"/>
                  <a:pt x="1425859" y="58585"/>
                  <a:pt x="1425859" y="130854"/>
                </a:cubicBezTo>
                <a:lnTo>
                  <a:pt x="1425859" y="130854"/>
                </a:lnTo>
                <a:cubicBezTo>
                  <a:pt x="1425859" y="203123"/>
                  <a:pt x="1367274" y="261708"/>
                  <a:pt x="1295005" y="261708"/>
                </a:cubicBezTo>
                <a:lnTo>
                  <a:pt x="130854" y="261708"/>
                </a:lnTo>
                <a:cubicBezTo>
                  <a:pt x="58585" y="261708"/>
                  <a:pt x="0" y="203123"/>
                  <a:pt x="0" y="130854"/>
                </a:cubicBezTo>
                <a:lnTo>
                  <a:pt x="0" y="130854"/>
                </a:lnTo>
                <a:cubicBezTo>
                  <a:pt x="0" y="58585"/>
                  <a:pt x="58585" y="0"/>
                  <a:pt x="13085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8295" y="424148"/>
            <a:ext cx="1254395" cy="14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3" b="1" kern="0" spc="43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0977" y="740003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StudyQuest: Integrated Study Habit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977" y="1209273"/>
            <a:ext cx="721954" cy="36098"/>
          </a:xfrm>
          <a:custGeom>
            <a:avLst/>
            <a:gdLst/>
            <a:ahLst/>
            <a:cxnLst/>
            <a:rect l="l" t="t" r="r" b="b"/>
            <a:pathLst>
              <a:path w="721954" h="36098">
                <a:moveTo>
                  <a:pt x="0" y="0"/>
                </a:moveTo>
                <a:lnTo>
                  <a:pt x="721954" y="0"/>
                </a:lnTo>
                <a:lnTo>
                  <a:pt x="721954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65489" y="1466469"/>
            <a:ext cx="3672942" cy="2319278"/>
          </a:xfrm>
          <a:custGeom>
            <a:avLst/>
            <a:gdLst/>
            <a:ahLst/>
            <a:cxnLst/>
            <a:rect l="l" t="t" r="r" b="b"/>
            <a:pathLst>
              <a:path w="3672942" h="2319278">
                <a:moveTo>
                  <a:pt x="108287" y="0"/>
                </a:moveTo>
                <a:lnTo>
                  <a:pt x="3564654" y="0"/>
                </a:lnTo>
                <a:cubicBezTo>
                  <a:pt x="3624460" y="0"/>
                  <a:pt x="3672942" y="48482"/>
                  <a:pt x="3672942" y="108287"/>
                </a:cubicBezTo>
                <a:lnTo>
                  <a:pt x="3672942" y="2210991"/>
                </a:lnTo>
                <a:cubicBezTo>
                  <a:pt x="3672942" y="2270796"/>
                  <a:pt x="3624460" y="2319278"/>
                  <a:pt x="3564654" y="2319278"/>
                </a:cubicBezTo>
                <a:lnTo>
                  <a:pt x="108287" y="2319278"/>
                </a:lnTo>
                <a:cubicBezTo>
                  <a:pt x="48482" y="2319278"/>
                  <a:pt x="0" y="2270796"/>
                  <a:pt x="0" y="2210991"/>
                </a:cubicBezTo>
                <a:lnTo>
                  <a:pt x="0" y="108287"/>
                </a:lnTo>
                <a:cubicBezTo>
                  <a:pt x="0" y="48522"/>
                  <a:pt x="48522" y="0"/>
                  <a:pt x="108287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0490" y="1651470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Shape 6"/>
          <p:cNvSpPr/>
          <p:nvPr/>
        </p:nvSpPr>
        <p:spPr>
          <a:xfrm>
            <a:off x="688113" y="1777812"/>
            <a:ext cx="157927" cy="180489"/>
          </a:xfrm>
          <a:custGeom>
            <a:avLst/>
            <a:gdLst/>
            <a:ahLst/>
            <a:cxnLst/>
            <a:rect l="l" t="t" r="r" b="b"/>
            <a:pathLst>
              <a:path w="157927" h="180489">
                <a:moveTo>
                  <a:pt x="85062" y="-4583"/>
                </a:moveTo>
                <a:cubicBezTo>
                  <a:pt x="81044" y="-5394"/>
                  <a:pt x="76919" y="-5394"/>
                  <a:pt x="72900" y="-4583"/>
                </a:cubicBezTo>
                <a:lnTo>
                  <a:pt x="6804" y="8637"/>
                </a:lnTo>
                <a:cubicBezTo>
                  <a:pt x="2855" y="9412"/>
                  <a:pt x="0" y="12902"/>
                  <a:pt x="0" y="16921"/>
                </a:cubicBezTo>
                <a:cubicBezTo>
                  <a:pt x="0" y="20552"/>
                  <a:pt x="2291" y="23724"/>
                  <a:pt x="5640" y="24888"/>
                </a:cubicBezTo>
                <a:lnTo>
                  <a:pt x="5640" y="50762"/>
                </a:lnTo>
                <a:lnTo>
                  <a:pt x="106" y="78470"/>
                </a:lnTo>
                <a:cubicBezTo>
                  <a:pt x="35" y="78787"/>
                  <a:pt x="0" y="79140"/>
                  <a:pt x="0" y="79493"/>
                </a:cubicBezTo>
                <a:cubicBezTo>
                  <a:pt x="0" y="82313"/>
                  <a:pt x="2291" y="84639"/>
                  <a:pt x="5147" y="84639"/>
                </a:cubicBezTo>
                <a:lnTo>
                  <a:pt x="17450" y="84639"/>
                </a:lnTo>
                <a:cubicBezTo>
                  <a:pt x="20270" y="84639"/>
                  <a:pt x="22596" y="82348"/>
                  <a:pt x="22596" y="79493"/>
                </a:cubicBezTo>
                <a:cubicBezTo>
                  <a:pt x="22596" y="79140"/>
                  <a:pt x="22561" y="78823"/>
                  <a:pt x="22491" y="78470"/>
                </a:cubicBezTo>
                <a:lnTo>
                  <a:pt x="16921" y="50762"/>
                </a:lnTo>
                <a:lnTo>
                  <a:pt x="16921" y="27250"/>
                </a:lnTo>
                <a:lnTo>
                  <a:pt x="33842" y="30634"/>
                </a:lnTo>
                <a:lnTo>
                  <a:pt x="33842" y="50762"/>
                </a:lnTo>
                <a:cubicBezTo>
                  <a:pt x="33842" y="75685"/>
                  <a:pt x="54041" y="95885"/>
                  <a:pt x="78964" y="95885"/>
                </a:cubicBezTo>
                <a:cubicBezTo>
                  <a:pt x="103887" y="95885"/>
                  <a:pt x="124086" y="75685"/>
                  <a:pt x="124086" y="50762"/>
                </a:cubicBezTo>
                <a:lnTo>
                  <a:pt x="124086" y="30634"/>
                </a:lnTo>
                <a:lnTo>
                  <a:pt x="151124" y="25240"/>
                </a:lnTo>
                <a:cubicBezTo>
                  <a:pt x="155072" y="24429"/>
                  <a:pt x="157927" y="20939"/>
                  <a:pt x="157927" y="16921"/>
                </a:cubicBezTo>
                <a:cubicBezTo>
                  <a:pt x="157927" y="12902"/>
                  <a:pt x="155072" y="9412"/>
                  <a:pt x="151124" y="8637"/>
                </a:cubicBezTo>
                <a:lnTo>
                  <a:pt x="85062" y="-4583"/>
                </a:lnTo>
                <a:close/>
                <a:moveTo>
                  <a:pt x="78964" y="78964"/>
                </a:moveTo>
                <a:cubicBezTo>
                  <a:pt x="63382" y="78964"/>
                  <a:pt x="50762" y="66344"/>
                  <a:pt x="50762" y="50762"/>
                </a:cubicBezTo>
                <a:lnTo>
                  <a:pt x="107165" y="50762"/>
                </a:lnTo>
                <a:cubicBezTo>
                  <a:pt x="107165" y="66344"/>
                  <a:pt x="94545" y="78964"/>
                  <a:pt x="78964" y="78964"/>
                </a:cubicBezTo>
                <a:close/>
                <a:moveTo>
                  <a:pt x="42337" y="112841"/>
                </a:moveTo>
                <a:cubicBezTo>
                  <a:pt x="20693" y="122782"/>
                  <a:pt x="5640" y="144638"/>
                  <a:pt x="5640" y="170019"/>
                </a:cubicBezTo>
                <a:cubicBezTo>
                  <a:pt x="5640" y="175800"/>
                  <a:pt x="10329" y="180489"/>
                  <a:pt x="16110" y="180489"/>
                </a:cubicBezTo>
                <a:lnTo>
                  <a:pt x="70503" y="180489"/>
                </a:lnTo>
                <a:lnTo>
                  <a:pt x="70503" y="129021"/>
                </a:lnTo>
                <a:lnTo>
                  <a:pt x="50269" y="113863"/>
                </a:lnTo>
                <a:cubicBezTo>
                  <a:pt x="47978" y="112136"/>
                  <a:pt x="44911" y="111677"/>
                  <a:pt x="42302" y="112876"/>
                </a:cubicBezTo>
                <a:close/>
                <a:moveTo>
                  <a:pt x="87424" y="180489"/>
                </a:moveTo>
                <a:lnTo>
                  <a:pt x="141817" y="180489"/>
                </a:lnTo>
                <a:cubicBezTo>
                  <a:pt x="147599" y="180489"/>
                  <a:pt x="152287" y="175800"/>
                  <a:pt x="152287" y="170019"/>
                </a:cubicBezTo>
                <a:cubicBezTo>
                  <a:pt x="152287" y="144638"/>
                  <a:pt x="137235" y="122782"/>
                  <a:pt x="115590" y="112876"/>
                </a:cubicBezTo>
                <a:cubicBezTo>
                  <a:pt x="112982" y="111677"/>
                  <a:pt x="109915" y="112136"/>
                  <a:pt x="107623" y="113863"/>
                </a:cubicBezTo>
                <a:lnTo>
                  <a:pt x="87389" y="129021"/>
                </a:lnTo>
                <a:lnTo>
                  <a:pt x="87389" y="18048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091956" y="1741714"/>
            <a:ext cx="848296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0490" y="2229033"/>
            <a:ext cx="336611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Ages 13-18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435" y="2553913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2" name="Text 10"/>
          <p:cNvSpPr/>
          <p:nvPr/>
        </p:nvSpPr>
        <p:spPr>
          <a:xfrm>
            <a:off x="780613" y="2517815"/>
            <a:ext cx="112805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study time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435" y="284269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4" name="Text 12"/>
          <p:cNvSpPr/>
          <p:nvPr/>
        </p:nvSpPr>
        <p:spPr>
          <a:xfrm>
            <a:off x="780613" y="2806597"/>
            <a:ext cx="142585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Earn points &amp; badges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435" y="3131476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6" name="Text 14"/>
          <p:cNvSpPr/>
          <p:nvPr/>
        </p:nvSpPr>
        <p:spPr>
          <a:xfrm>
            <a:off x="780613" y="3095378"/>
            <a:ext cx="109195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AI help 24/7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435" y="3420258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8" name="Text 16"/>
          <p:cNvSpPr/>
          <p:nvPr/>
        </p:nvSpPr>
        <p:spPr>
          <a:xfrm>
            <a:off x="780613" y="3384160"/>
            <a:ext cx="171464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Compete on leaderboards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61334" y="1482099"/>
            <a:ext cx="3672942" cy="2319278"/>
          </a:xfrm>
          <a:custGeom>
            <a:avLst/>
            <a:gdLst/>
            <a:ahLst/>
            <a:cxnLst/>
            <a:rect l="l" t="t" r="r" b="b"/>
            <a:pathLst>
              <a:path w="3672942" h="2319278">
                <a:moveTo>
                  <a:pt x="108287" y="0"/>
                </a:moveTo>
                <a:lnTo>
                  <a:pt x="3564654" y="0"/>
                </a:lnTo>
                <a:cubicBezTo>
                  <a:pt x="3624460" y="0"/>
                  <a:pt x="3672942" y="48482"/>
                  <a:pt x="3672942" y="108287"/>
                </a:cubicBezTo>
                <a:lnTo>
                  <a:pt x="3672942" y="2210991"/>
                </a:lnTo>
                <a:cubicBezTo>
                  <a:pt x="3672942" y="2270796"/>
                  <a:pt x="3624460" y="2319278"/>
                  <a:pt x="3564654" y="2319278"/>
                </a:cubicBezTo>
                <a:lnTo>
                  <a:pt x="108287" y="2319278"/>
                </a:lnTo>
                <a:cubicBezTo>
                  <a:pt x="48482" y="2319278"/>
                  <a:pt x="0" y="2270796"/>
                  <a:pt x="0" y="2210991"/>
                </a:cubicBezTo>
                <a:lnTo>
                  <a:pt x="0" y="108287"/>
                </a:lnTo>
                <a:cubicBezTo>
                  <a:pt x="0" y="48522"/>
                  <a:pt x="48522" y="0"/>
                  <a:pt x="108287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6335" y="1651470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50116" y="1777812"/>
            <a:ext cx="225611" cy="180489"/>
          </a:xfrm>
          <a:custGeom>
            <a:avLst/>
            <a:gdLst/>
            <a:ahLst/>
            <a:cxnLst/>
            <a:rect l="l" t="t" r="r" b="b"/>
            <a:pathLst>
              <a:path w="225611" h="180489">
                <a:moveTo>
                  <a:pt x="112805" y="5640"/>
                </a:moveTo>
                <a:cubicBezTo>
                  <a:pt x="133039" y="5640"/>
                  <a:pt x="149467" y="22068"/>
                  <a:pt x="149467" y="42302"/>
                </a:cubicBezTo>
                <a:cubicBezTo>
                  <a:pt x="149467" y="62536"/>
                  <a:pt x="133039" y="78964"/>
                  <a:pt x="112805" y="78964"/>
                </a:cubicBezTo>
                <a:cubicBezTo>
                  <a:pt x="92571" y="78964"/>
                  <a:pt x="76144" y="62536"/>
                  <a:pt x="76144" y="42302"/>
                </a:cubicBezTo>
                <a:cubicBezTo>
                  <a:pt x="76144" y="22068"/>
                  <a:pt x="92571" y="5640"/>
                  <a:pt x="112805" y="5640"/>
                </a:cubicBezTo>
                <a:close/>
                <a:moveTo>
                  <a:pt x="33842" y="31021"/>
                </a:moveTo>
                <a:cubicBezTo>
                  <a:pt x="47850" y="31021"/>
                  <a:pt x="59223" y="42394"/>
                  <a:pt x="59223" y="56403"/>
                </a:cubicBezTo>
                <a:cubicBezTo>
                  <a:pt x="59223" y="70411"/>
                  <a:pt x="47850" y="81784"/>
                  <a:pt x="33842" y="81784"/>
                </a:cubicBezTo>
                <a:cubicBezTo>
                  <a:pt x="19833" y="81784"/>
                  <a:pt x="8460" y="70411"/>
                  <a:pt x="8460" y="56403"/>
                </a:cubicBezTo>
                <a:cubicBezTo>
                  <a:pt x="8460" y="42394"/>
                  <a:pt x="19833" y="31021"/>
                  <a:pt x="33842" y="31021"/>
                </a:cubicBezTo>
                <a:close/>
                <a:moveTo>
                  <a:pt x="0" y="146647"/>
                </a:moveTo>
                <a:cubicBezTo>
                  <a:pt x="0" y="121724"/>
                  <a:pt x="20199" y="101525"/>
                  <a:pt x="45122" y="101525"/>
                </a:cubicBezTo>
                <a:cubicBezTo>
                  <a:pt x="49634" y="101525"/>
                  <a:pt x="54006" y="102195"/>
                  <a:pt x="58130" y="103428"/>
                </a:cubicBezTo>
                <a:cubicBezTo>
                  <a:pt x="46532" y="116401"/>
                  <a:pt x="39482" y="133533"/>
                  <a:pt x="39482" y="152287"/>
                </a:cubicBezTo>
                <a:lnTo>
                  <a:pt x="39482" y="157927"/>
                </a:lnTo>
                <a:cubicBezTo>
                  <a:pt x="39482" y="161946"/>
                  <a:pt x="40328" y="165753"/>
                  <a:pt x="41844" y="169208"/>
                </a:cubicBezTo>
                <a:lnTo>
                  <a:pt x="11281" y="169208"/>
                </a:lnTo>
                <a:cubicBezTo>
                  <a:pt x="5041" y="169208"/>
                  <a:pt x="0" y="164167"/>
                  <a:pt x="0" y="157927"/>
                </a:cubicBezTo>
                <a:lnTo>
                  <a:pt x="0" y="146647"/>
                </a:lnTo>
                <a:close/>
                <a:moveTo>
                  <a:pt x="183767" y="169208"/>
                </a:moveTo>
                <a:cubicBezTo>
                  <a:pt x="185283" y="165753"/>
                  <a:pt x="186129" y="161946"/>
                  <a:pt x="186129" y="157927"/>
                </a:cubicBezTo>
                <a:lnTo>
                  <a:pt x="186129" y="152287"/>
                </a:lnTo>
                <a:cubicBezTo>
                  <a:pt x="186129" y="133533"/>
                  <a:pt x="179078" y="116401"/>
                  <a:pt x="167481" y="103428"/>
                </a:cubicBezTo>
                <a:cubicBezTo>
                  <a:pt x="171605" y="102195"/>
                  <a:pt x="175976" y="101525"/>
                  <a:pt x="180489" y="101525"/>
                </a:cubicBezTo>
                <a:cubicBezTo>
                  <a:pt x="205411" y="101525"/>
                  <a:pt x="225611" y="121724"/>
                  <a:pt x="225611" y="146647"/>
                </a:cubicBezTo>
                <a:lnTo>
                  <a:pt x="225611" y="157927"/>
                </a:lnTo>
                <a:cubicBezTo>
                  <a:pt x="225611" y="164167"/>
                  <a:pt x="220570" y="169208"/>
                  <a:pt x="214330" y="169208"/>
                </a:cubicBezTo>
                <a:lnTo>
                  <a:pt x="183767" y="169208"/>
                </a:lnTo>
                <a:close/>
                <a:moveTo>
                  <a:pt x="166388" y="56403"/>
                </a:moveTo>
                <a:cubicBezTo>
                  <a:pt x="166388" y="42394"/>
                  <a:pt x="177761" y="31021"/>
                  <a:pt x="191769" y="31021"/>
                </a:cubicBezTo>
                <a:cubicBezTo>
                  <a:pt x="205777" y="31021"/>
                  <a:pt x="217150" y="42394"/>
                  <a:pt x="217150" y="56403"/>
                </a:cubicBezTo>
                <a:cubicBezTo>
                  <a:pt x="217150" y="70411"/>
                  <a:pt x="205777" y="81784"/>
                  <a:pt x="191769" y="81784"/>
                </a:cubicBezTo>
                <a:cubicBezTo>
                  <a:pt x="177761" y="81784"/>
                  <a:pt x="166388" y="70411"/>
                  <a:pt x="166388" y="56403"/>
                </a:cubicBezTo>
                <a:close/>
                <a:moveTo>
                  <a:pt x="56403" y="152287"/>
                </a:moveTo>
                <a:cubicBezTo>
                  <a:pt x="56403" y="121125"/>
                  <a:pt x="81643" y="95885"/>
                  <a:pt x="112805" y="95885"/>
                </a:cubicBezTo>
                <a:cubicBezTo>
                  <a:pt x="143968" y="95885"/>
                  <a:pt x="169208" y="121125"/>
                  <a:pt x="169208" y="152287"/>
                </a:cubicBezTo>
                <a:lnTo>
                  <a:pt x="169208" y="157927"/>
                </a:lnTo>
                <a:cubicBezTo>
                  <a:pt x="169208" y="164167"/>
                  <a:pt x="164167" y="169208"/>
                  <a:pt x="157927" y="169208"/>
                </a:cubicBezTo>
                <a:lnTo>
                  <a:pt x="67683" y="169208"/>
                </a:lnTo>
                <a:cubicBezTo>
                  <a:pt x="61444" y="169208"/>
                  <a:pt x="56403" y="164167"/>
                  <a:pt x="56403" y="157927"/>
                </a:cubicBezTo>
                <a:lnTo>
                  <a:pt x="56403" y="152287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4987801" y="1741714"/>
            <a:ext cx="74000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6335" y="2229033"/>
            <a:ext cx="336611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Guardians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72280" y="2553913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5" name="Text 23"/>
          <p:cNvSpPr/>
          <p:nvPr/>
        </p:nvSpPr>
        <p:spPr>
          <a:xfrm>
            <a:off x="4676458" y="2517815"/>
            <a:ext cx="116415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progress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72280" y="284269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7" name="Text 25"/>
          <p:cNvSpPr/>
          <p:nvPr/>
        </p:nvSpPr>
        <p:spPr>
          <a:xfrm>
            <a:off x="4676458" y="2806597"/>
            <a:ext cx="65878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goals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72280" y="3131476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9" name="Text 27"/>
          <p:cNvSpPr/>
          <p:nvPr/>
        </p:nvSpPr>
        <p:spPr>
          <a:xfrm>
            <a:off x="4676458" y="3095378"/>
            <a:ext cx="1543177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Collaborate on rewards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72280" y="3420258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1" name="Text 29"/>
          <p:cNvSpPr/>
          <p:nvPr/>
        </p:nvSpPr>
        <p:spPr>
          <a:xfrm>
            <a:off x="4676458" y="3384160"/>
            <a:ext cx="161537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AI conversations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57179" y="1466469"/>
            <a:ext cx="3672942" cy="2319278"/>
          </a:xfrm>
          <a:custGeom>
            <a:avLst/>
            <a:gdLst/>
            <a:ahLst/>
            <a:cxnLst/>
            <a:rect l="l" t="t" r="r" b="b"/>
            <a:pathLst>
              <a:path w="3672942" h="2319278">
                <a:moveTo>
                  <a:pt x="108287" y="0"/>
                </a:moveTo>
                <a:lnTo>
                  <a:pt x="3564654" y="0"/>
                </a:lnTo>
                <a:cubicBezTo>
                  <a:pt x="3624460" y="0"/>
                  <a:pt x="3672942" y="48482"/>
                  <a:pt x="3672942" y="108287"/>
                </a:cubicBezTo>
                <a:lnTo>
                  <a:pt x="3672942" y="2210991"/>
                </a:lnTo>
                <a:cubicBezTo>
                  <a:pt x="3672942" y="2270796"/>
                  <a:pt x="3624460" y="2319278"/>
                  <a:pt x="3564654" y="2319278"/>
                </a:cubicBezTo>
                <a:lnTo>
                  <a:pt x="108287" y="2319278"/>
                </a:lnTo>
                <a:cubicBezTo>
                  <a:pt x="48482" y="2319278"/>
                  <a:pt x="0" y="2270796"/>
                  <a:pt x="0" y="2210991"/>
                </a:cubicBezTo>
                <a:lnTo>
                  <a:pt x="0" y="108287"/>
                </a:lnTo>
                <a:cubicBezTo>
                  <a:pt x="0" y="48522"/>
                  <a:pt x="48522" y="0"/>
                  <a:pt x="108287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42180" y="1651470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108293" y="0"/>
                </a:moveTo>
                <a:lnTo>
                  <a:pt x="324879" y="0"/>
                </a:lnTo>
                <a:cubicBezTo>
                  <a:pt x="384688" y="0"/>
                  <a:pt x="433172" y="48484"/>
                  <a:pt x="433172" y="108293"/>
                </a:cubicBezTo>
                <a:lnTo>
                  <a:pt x="433172" y="324879"/>
                </a:lnTo>
                <a:cubicBezTo>
                  <a:pt x="433172" y="384688"/>
                  <a:pt x="384688" y="433172"/>
                  <a:pt x="324879" y="433172"/>
                </a:cubicBezTo>
                <a:lnTo>
                  <a:pt x="108293" y="433172"/>
                </a:lnTo>
                <a:cubicBezTo>
                  <a:pt x="48484" y="433172"/>
                  <a:pt x="0" y="384688"/>
                  <a:pt x="0" y="324879"/>
                </a:cubicBezTo>
                <a:lnTo>
                  <a:pt x="0" y="108293"/>
                </a:lnTo>
                <a:cubicBezTo>
                  <a:pt x="0" y="48484"/>
                  <a:pt x="48484" y="0"/>
                  <a:pt x="108293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4" name="Shape 32"/>
          <p:cNvSpPr/>
          <p:nvPr/>
        </p:nvSpPr>
        <p:spPr>
          <a:xfrm>
            <a:off x="8445961" y="1777812"/>
            <a:ext cx="225611" cy="180489"/>
          </a:xfrm>
          <a:custGeom>
            <a:avLst/>
            <a:gdLst/>
            <a:ahLst/>
            <a:cxnLst/>
            <a:rect l="l" t="t" r="r" b="b"/>
            <a:pathLst>
              <a:path w="225611" h="180489">
                <a:moveTo>
                  <a:pt x="45122" y="33842"/>
                </a:moveTo>
                <a:cubicBezTo>
                  <a:pt x="45122" y="21398"/>
                  <a:pt x="55239" y="11281"/>
                  <a:pt x="67683" y="11281"/>
                </a:cubicBezTo>
                <a:lnTo>
                  <a:pt x="191769" y="11281"/>
                </a:lnTo>
                <a:cubicBezTo>
                  <a:pt x="204213" y="11281"/>
                  <a:pt x="214330" y="21398"/>
                  <a:pt x="214330" y="33842"/>
                </a:cubicBezTo>
                <a:lnTo>
                  <a:pt x="214330" y="118446"/>
                </a:lnTo>
                <a:lnTo>
                  <a:pt x="180489" y="118446"/>
                </a:lnTo>
                <a:lnTo>
                  <a:pt x="180489" y="112805"/>
                </a:lnTo>
                <a:cubicBezTo>
                  <a:pt x="180489" y="106566"/>
                  <a:pt x="175448" y="101525"/>
                  <a:pt x="169208" y="101525"/>
                </a:cubicBezTo>
                <a:lnTo>
                  <a:pt x="146647" y="101525"/>
                </a:lnTo>
                <a:cubicBezTo>
                  <a:pt x="140407" y="101525"/>
                  <a:pt x="135366" y="106566"/>
                  <a:pt x="135366" y="112805"/>
                </a:cubicBezTo>
                <a:lnTo>
                  <a:pt x="135366" y="118446"/>
                </a:lnTo>
                <a:lnTo>
                  <a:pt x="89856" y="118446"/>
                </a:lnTo>
                <a:cubicBezTo>
                  <a:pt x="93699" y="111818"/>
                  <a:pt x="95885" y="104098"/>
                  <a:pt x="95885" y="95885"/>
                </a:cubicBezTo>
                <a:cubicBezTo>
                  <a:pt x="95885" y="70962"/>
                  <a:pt x="75685" y="50762"/>
                  <a:pt x="50762" y="50762"/>
                </a:cubicBezTo>
                <a:cubicBezTo>
                  <a:pt x="48859" y="50762"/>
                  <a:pt x="46955" y="50868"/>
                  <a:pt x="45122" y="51115"/>
                </a:cubicBezTo>
                <a:lnTo>
                  <a:pt x="45122" y="33842"/>
                </a:lnTo>
                <a:close/>
                <a:moveTo>
                  <a:pt x="117388" y="157927"/>
                </a:moveTo>
                <a:cubicBezTo>
                  <a:pt x="115590" y="149397"/>
                  <a:pt x="111642" y="141676"/>
                  <a:pt x="106072" y="135366"/>
                </a:cubicBezTo>
                <a:lnTo>
                  <a:pt x="214330" y="135366"/>
                </a:lnTo>
                <a:cubicBezTo>
                  <a:pt x="214330" y="147810"/>
                  <a:pt x="204213" y="157927"/>
                  <a:pt x="191769" y="157927"/>
                </a:cubicBezTo>
                <a:lnTo>
                  <a:pt x="117388" y="157927"/>
                </a:lnTo>
                <a:close/>
                <a:moveTo>
                  <a:pt x="22561" y="95885"/>
                </a:moveTo>
                <a:cubicBezTo>
                  <a:pt x="22561" y="80320"/>
                  <a:pt x="35198" y="67683"/>
                  <a:pt x="50762" y="67683"/>
                </a:cubicBezTo>
                <a:cubicBezTo>
                  <a:pt x="66327" y="67683"/>
                  <a:pt x="78964" y="80320"/>
                  <a:pt x="78964" y="95885"/>
                </a:cubicBezTo>
                <a:cubicBezTo>
                  <a:pt x="78964" y="111449"/>
                  <a:pt x="66327" y="124086"/>
                  <a:pt x="50762" y="124086"/>
                </a:cubicBezTo>
                <a:cubicBezTo>
                  <a:pt x="35198" y="124086"/>
                  <a:pt x="22561" y="111449"/>
                  <a:pt x="22561" y="95885"/>
                </a:cubicBezTo>
                <a:close/>
                <a:moveTo>
                  <a:pt x="0" y="169208"/>
                </a:moveTo>
                <a:cubicBezTo>
                  <a:pt x="0" y="150525"/>
                  <a:pt x="15158" y="135366"/>
                  <a:pt x="33842" y="135366"/>
                </a:cubicBezTo>
                <a:lnTo>
                  <a:pt x="67683" y="135366"/>
                </a:lnTo>
                <a:cubicBezTo>
                  <a:pt x="86367" y="135366"/>
                  <a:pt x="101525" y="150525"/>
                  <a:pt x="101525" y="169208"/>
                </a:cubicBezTo>
                <a:cubicBezTo>
                  <a:pt x="101525" y="175448"/>
                  <a:pt x="96484" y="180489"/>
                  <a:pt x="90244" y="180489"/>
                </a:cubicBezTo>
                <a:lnTo>
                  <a:pt x="11281" y="180489"/>
                </a:lnTo>
                <a:cubicBezTo>
                  <a:pt x="5041" y="180489"/>
                  <a:pt x="0" y="175448"/>
                  <a:pt x="0" y="16920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3"/>
          <p:cNvSpPr/>
          <p:nvPr/>
        </p:nvSpPr>
        <p:spPr>
          <a:xfrm>
            <a:off x="8883646" y="1741714"/>
            <a:ext cx="86634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42180" y="2229033"/>
            <a:ext cx="3366111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68125" y="2553913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8" name="Text 36"/>
          <p:cNvSpPr/>
          <p:nvPr/>
        </p:nvSpPr>
        <p:spPr>
          <a:xfrm>
            <a:off x="8572303" y="2517815"/>
            <a:ext cx="1137078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challenges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68125" y="2842694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0" name="Text 38"/>
          <p:cNvSpPr/>
          <p:nvPr/>
        </p:nvSpPr>
        <p:spPr>
          <a:xfrm>
            <a:off x="8572303" y="2806597"/>
            <a:ext cx="149805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student analytics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68125" y="3131476"/>
            <a:ext cx="110549" cy="126342"/>
          </a:xfrm>
          <a:custGeom>
            <a:avLst/>
            <a:gdLst/>
            <a:ahLst/>
            <a:cxnLst/>
            <a:rect l="l" t="t" r="r" b="b"/>
            <a:pathLst>
              <a:path w="110549" h="126342">
                <a:moveTo>
                  <a:pt x="107292" y="17298"/>
                </a:moveTo>
                <a:cubicBezTo>
                  <a:pt x="110821" y="19864"/>
                  <a:pt x="111610" y="24800"/>
                  <a:pt x="109044" y="28328"/>
                </a:cubicBezTo>
                <a:lnTo>
                  <a:pt x="45873" y="115188"/>
                </a:lnTo>
                <a:cubicBezTo>
                  <a:pt x="44516" y="117064"/>
                  <a:pt x="42418" y="118224"/>
                  <a:pt x="40099" y="118421"/>
                </a:cubicBezTo>
                <a:cubicBezTo>
                  <a:pt x="37779" y="118618"/>
                  <a:pt x="35534" y="117755"/>
                  <a:pt x="33905" y="116126"/>
                </a:cubicBezTo>
                <a:lnTo>
                  <a:pt x="2320" y="84541"/>
                </a:lnTo>
                <a:cubicBezTo>
                  <a:pt x="-765" y="81456"/>
                  <a:pt x="-765" y="76447"/>
                  <a:pt x="2320" y="73362"/>
                </a:cubicBezTo>
                <a:cubicBezTo>
                  <a:pt x="5404" y="70278"/>
                  <a:pt x="10413" y="70278"/>
                  <a:pt x="13498" y="73362"/>
                </a:cubicBezTo>
                <a:lnTo>
                  <a:pt x="38544" y="98409"/>
                </a:lnTo>
                <a:lnTo>
                  <a:pt x="96286" y="19025"/>
                </a:lnTo>
                <a:cubicBezTo>
                  <a:pt x="98853" y="15497"/>
                  <a:pt x="103788" y="14707"/>
                  <a:pt x="107317" y="1727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2" name="Text 40"/>
          <p:cNvSpPr/>
          <p:nvPr/>
        </p:nvSpPr>
        <p:spPr>
          <a:xfrm>
            <a:off x="8572303" y="3095378"/>
            <a:ext cx="1037809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sessions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5489" y="4011358"/>
            <a:ext cx="11461021" cy="2842694"/>
          </a:xfrm>
          <a:custGeom>
            <a:avLst/>
            <a:gdLst/>
            <a:ahLst/>
            <a:cxnLst/>
            <a:rect l="l" t="t" r="r" b="b"/>
            <a:pathLst>
              <a:path w="11461021" h="2842694">
                <a:moveTo>
                  <a:pt x="108307" y="0"/>
                </a:moveTo>
                <a:lnTo>
                  <a:pt x="11352715" y="0"/>
                </a:lnTo>
                <a:cubicBezTo>
                  <a:pt x="11412531" y="0"/>
                  <a:pt x="11461021" y="48491"/>
                  <a:pt x="11461021" y="108307"/>
                </a:cubicBezTo>
                <a:lnTo>
                  <a:pt x="11461021" y="2734388"/>
                </a:lnTo>
                <a:cubicBezTo>
                  <a:pt x="11461021" y="2794204"/>
                  <a:pt x="11412531" y="2842694"/>
                  <a:pt x="11352715" y="2842694"/>
                </a:cubicBezTo>
                <a:lnTo>
                  <a:pt x="108307" y="2842694"/>
                </a:lnTo>
                <a:cubicBezTo>
                  <a:pt x="48491" y="2842694"/>
                  <a:pt x="0" y="2794204"/>
                  <a:pt x="0" y="2734388"/>
                </a:cubicBezTo>
                <a:lnTo>
                  <a:pt x="0" y="108307"/>
                </a:lnTo>
                <a:cubicBezTo>
                  <a:pt x="0" y="48531"/>
                  <a:pt x="48531" y="0"/>
                  <a:pt x="108307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1771" y="4232456"/>
            <a:ext cx="203050" cy="180489"/>
          </a:xfrm>
          <a:custGeom>
            <a:avLst/>
            <a:gdLst/>
            <a:ahLst/>
            <a:cxnLst/>
            <a:rect l="l" t="t" r="r" b="b"/>
            <a:pathLst>
              <a:path w="203050" h="180489">
                <a:moveTo>
                  <a:pt x="109104" y="-6663"/>
                </a:moveTo>
                <a:cubicBezTo>
                  <a:pt x="107659" y="-9483"/>
                  <a:pt x="104733" y="-11281"/>
                  <a:pt x="101560" y="-11281"/>
                </a:cubicBezTo>
                <a:cubicBezTo>
                  <a:pt x="98387" y="-11281"/>
                  <a:pt x="95462" y="-9483"/>
                  <a:pt x="94016" y="-6663"/>
                </a:cubicBezTo>
                <a:lnTo>
                  <a:pt x="68071" y="44170"/>
                </a:lnTo>
                <a:lnTo>
                  <a:pt x="11704" y="53124"/>
                </a:lnTo>
                <a:cubicBezTo>
                  <a:pt x="8566" y="53618"/>
                  <a:pt x="5958" y="55839"/>
                  <a:pt x="4970" y="58870"/>
                </a:cubicBezTo>
                <a:cubicBezTo>
                  <a:pt x="3983" y="61902"/>
                  <a:pt x="4794" y="65216"/>
                  <a:pt x="7015" y="67472"/>
                </a:cubicBezTo>
                <a:lnTo>
                  <a:pt x="47343" y="107835"/>
                </a:lnTo>
                <a:lnTo>
                  <a:pt x="38460" y="164202"/>
                </a:lnTo>
                <a:cubicBezTo>
                  <a:pt x="37966" y="167340"/>
                  <a:pt x="39270" y="170512"/>
                  <a:pt x="41844" y="172381"/>
                </a:cubicBezTo>
                <a:cubicBezTo>
                  <a:pt x="44417" y="174249"/>
                  <a:pt x="47801" y="174531"/>
                  <a:pt x="50657" y="173086"/>
                </a:cubicBezTo>
                <a:lnTo>
                  <a:pt x="101560" y="147211"/>
                </a:lnTo>
                <a:lnTo>
                  <a:pt x="152428" y="173086"/>
                </a:lnTo>
                <a:cubicBezTo>
                  <a:pt x="155248" y="174531"/>
                  <a:pt x="158668" y="174249"/>
                  <a:pt x="161241" y="172381"/>
                </a:cubicBezTo>
                <a:cubicBezTo>
                  <a:pt x="163814" y="170512"/>
                  <a:pt x="165119" y="167375"/>
                  <a:pt x="164625" y="164202"/>
                </a:cubicBezTo>
                <a:lnTo>
                  <a:pt x="155707" y="107835"/>
                </a:lnTo>
                <a:lnTo>
                  <a:pt x="196035" y="67472"/>
                </a:lnTo>
                <a:cubicBezTo>
                  <a:pt x="198291" y="65216"/>
                  <a:pt x="199066" y="61902"/>
                  <a:pt x="198079" y="58870"/>
                </a:cubicBezTo>
                <a:cubicBezTo>
                  <a:pt x="197092" y="55839"/>
                  <a:pt x="194519" y="53618"/>
                  <a:pt x="191346" y="53124"/>
                </a:cubicBezTo>
                <a:lnTo>
                  <a:pt x="135014" y="44170"/>
                </a:lnTo>
                <a:lnTo>
                  <a:pt x="109104" y="-6663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5" name="Text 43"/>
          <p:cNvSpPr/>
          <p:nvPr/>
        </p:nvSpPr>
        <p:spPr>
          <a:xfrm>
            <a:off x="776101" y="4196358"/>
            <a:ext cx="10955654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StudyQuest Different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50490" y="4593433"/>
            <a:ext cx="5477827" cy="433172"/>
          </a:xfrm>
          <a:custGeom>
            <a:avLst/>
            <a:gdLst/>
            <a:ahLst/>
            <a:cxnLst/>
            <a:rect l="l" t="t" r="r" b="b"/>
            <a:pathLst>
              <a:path w="5477827" h="433172">
                <a:moveTo>
                  <a:pt x="72197" y="0"/>
                </a:moveTo>
                <a:lnTo>
                  <a:pt x="5405630" y="0"/>
                </a:lnTo>
                <a:cubicBezTo>
                  <a:pt x="5445503" y="0"/>
                  <a:pt x="5477827" y="32324"/>
                  <a:pt x="5477827" y="72197"/>
                </a:cubicBezTo>
                <a:lnTo>
                  <a:pt x="5477827" y="360976"/>
                </a:lnTo>
                <a:cubicBezTo>
                  <a:pt x="5477827" y="400849"/>
                  <a:pt x="5445503" y="433172"/>
                  <a:pt x="5405630" y="433172"/>
                </a:cubicBezTo>
                <a:lnTo>
                  <a:pt x="72197" y="433172"/>
                </a:lnTo>
                <a:cubicBezTo>
                  <a:pt x="32324" y="433172"/>
                  <a:pt x="0" y="400849"/>
                  <a:pt x="0" y="360976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4881" y="4737824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15539" y="20700"/>
                </a:moveTo>
                <a:cubicBezTo>
                  <a:pt x="12014" y="17175"/>
                  <a:pt x="6289" y="17175"/>
                  <a:pt x="2764" y="20700"/>
                </a:cubicBezTo>
                <a:cubicBezTo>
                  <a:pt x="-761" y="24225"/>
                  <a:pt x="-761" y="29950"/>
                  <a:pt x="2764" y="33475"/>
                </a:cubicBezTo>
                <a:lnTo>
                  <a:pt x="41512" y="72195"/>
                </a:lnTo>
                <a:lnTo>
                  <a:pt x="2792" y="110944"/>
                </a:lnTo>
                <a:cubicBezTo>
                  <a:pt x="-733" y="114469"/>
                  <a:pt x="-733" y="120194"/>
                  <a:pt x="2792" y="123719"/>
                </a:cubicBezTo>
                <a:cubicBezTo>
                  <a:pt x="6317" y="127244"/>
                  <a:pt x="12042" y="127244"/>
                  <a:pt x="15567" y="123719"/>
                </a:cubicBezTo>
                <a:lnTo>
                  <a:pt x="54288" y="84971"/>
                </a:lnTo>
                <a:lnTo>
                  <a:pt x="93036" y="123691"/>
                </a:lnTo>
                <a:cubicBezTo>
                  <a:pt x="96561" y="127216"/>
                  <a:pt x="102286" y="127216"/>
                  <a:pt x="105811" y="123691"/>
                </a:cubicBezTo>
                <a:cubicBezTo>
                  <a:pt x="109337" y="120166"/>
                  <a:pt x="109337" y="114441"/>
                  <a:pt x="105811" y="110916"/>
                </a:cubicBezTo>
                <a:lnTo>
                  <a:pt x="67063" y="72195"/>
                </a:lnTo>
                <a:lnTo>
                  <a:pt x="105783" y="33447"/>
                </a:lnTo>
                <a:cubicBezTo>
                  <a:pt x="109308" y="29922"/>
                  <a:pt x="109308" y="24197"/>
                  <a:pt x="105783" y="20672"/>
                </a:cubicBezTo>
                <a:cubicBezTo>
                  <a:pt x="102258" y="17146"/>
                  <a:pt x="96533" y="17146"/>
                  <a:pt x="93008" y="20672"/>
                </a:cubicBezTo>
                <a:lnTo>
                  <a:pt x="54288" y="59420"/>
                </a:lnTo>
                <a:lnTo>
                  <a:pt x="15539" y="2070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8" name="Text 46"/>
          <p:cNvSpPr/>
          <p:nvPr/>
        </p:nvSpPr>
        <p:spPr>
          <a:xfrm>
            <a:off x="947565" y="4701726"/>
            <a:ext cx="159732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Forest:</a:t>
            </a:r>
            <a:r>
              <a:rPr lang="en-US" sz="1137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Only tracks time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50490" y="5098801"/>
            <a:ext cx="5477827" cy="433172"/>
          </a:xfrm>
          <a:custGeom>
            <a:avLst/>
            <a:gdLst/>
            <a:ahLst/>
            <a:cxnLst/>
            <a:rect l="l" t="t" r="r" b="b"/>
            <a:pathLst>
              <a:path w="5477827" h="433172">
                <a:moveTo>
                  <a:pt x="72197" y="0"/>
                </a:moveTo>
                <a:lnTo>
                  <a:pt x="5405630" y="0"/>
                </a:lnTo>
                <a:cubicBezTo>
                  <a:pt x="5445503" y="0"/>
                  <a:pt x="5477827" y="32324"/>
                  <a:pt x="5477827" y="72197"/>
                </a:cubicBezTo>
                <a:lnTo>
                  <a:pt x="5477827" y="360976"/>
                </a:lnTo>
                <a:cubicBezTo>
                  <a:pt x="5477827" y="400849"/>
                  <a:pt x="5445503" y="433172"/>
                  <a:pt x="5405630" y="433172"/>
                </a:cubicBezTo>
                <a:lnTo>
                  <a:pt x="72197" y="433172"/>
                </a:lnTo>
                <a:cubicBezTo>
                  <a:pt x="32324" y="433172"/>
                  <a:pt x="0" y="400849"/>
                  <a:pt x="0" y="360976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94881" y="5243192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15539" y="20700"/>
                </a:moveTo>
                <a:cubicBezTo>
                  <a:pt x="12014" y="17175"/>
                  <a:pt x="6289" y="17175"/>
                  <a:pt x="2764" y="20700"/>
                </a:cubicBezTo>
                <a:cubicBezTo>
                  <a:pt x="-761" y="24225"/>
                  <a:pt x="-761" y="29950"/>
                  <a:pt x="2764" y="33475"/>
                </a:cubicBezTo>
                <a:lnTo>
                  <a:pt x="41512" y="72195"/>
                </a:lnTo>
                <a:lnTo>
                  <a:pt x="2792" y="110944"/>
                </a:lnTo>
                <a:cubicBezTo>
                  <a:pt x="-733" y="114469"/>
                  <a:pt x="-733" y="120194"/>
                  <a:pt x="2792" y="123719"/>
                </a:cubicBezTo>
                <a:cubicBezTo>
                  <a:pt x="6317" y="127244"/>
                  <a:pt x="12042" y="127244"/>
                  <a:pt x="15567" y="123719"/>
                </a:cubicBezTo>
                <a:lnTo>
                  <a:pt x="54288" y="84971"/>
                </a:lnTo>
                <a:lnTo>
                  <a:pt x="93036" y="123691"/>
                </a:lnTo>
                <a:cubicBezTo>
                  <a:pt x="96561" y="127216"/>
                  <a:pt x="102286" y="127216"/>
                  <a:pt x="105811" y="123691"/>
                </a:cubicBezTo>
                <a:cubicBezTo>
                  <a:pt x="109337" y="120166"/>
                  <a:pt x="109337" y="114441"/>
                  <a:pt x="105811" y="110916"/>
                </a:cubicBezTo>
                <a:lnTo>
                  <a:pt x="67063" y="72195"/>
                </a:lnTo>
                <a:lnTo>
                  <a:pt x="105783" y="33447"/>
                </a:lnTo>
                <a:cubicBezTo>
                  <a:pt x="109308" y="29922"/>
                  <a:pt x="109308" y="24197"/>
                  <a:pt x="105783" y="20672"/>
                </a:cubicBezTo>
                <a:cubicBezTo>
                  <a:pt x="102258" y="17146"/>
                  <a:pt x="96533" y="17146"/>
                  <a:pt x="93008" y="20672"/>
                </a:cubicBezTo>
                <a:lnTo>
                  <a:pt x="54288" y="59420"/>
                </a:lnTo>
                <a:lnTo>
                  <a:pt x="15539" y="2070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1" name="Text 49"/>
          <p:cNvSpPr/>
          <p:nvPr/>
        </p:nvSpPr>
        <p:spPr>
          <a:xfrm>
            <a:off x="947565" y="5207094"/>
            <a:ext cx="249074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Khan Academy:</a:t>
            </a:r>
            <a:r>
              <a:rPr lang="en-US" sz="1137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Only teaches content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8797" y="4593433"/>
            <a:ext cx="5477827" cy="433172"/>
          </a:xfrm>
          <a:custGeom>
            <a:avLst/>
            <a:gdLst/>
            <a:ahLst/>
            <a:cxnLst/>
            <a:rect l="l" t="t" r="r" b="b"/>
            <a:pathLst>
              <a:path w="5477827" h="433172">
                <a:moveTo>
                  <a:pt x="72197" y="0"/>
                </a:moveTo>
                <a:lnTo>
                  <a:pt x="5405630" y="0"/>
                </a:lnTo>
                <a:cubicBezTo>
                  <a:pt x="5445503" y="0"/>
                  <a:pt x="5477827" y="32324"/>
                  <a:pt x="5477827" y="72197"/>
                </a:cubicBezTo>
                <a:lnTo>
                  <a:pt x="5477827" y="360976"/>
                </a:lnTo>
                <a:cubicBezTo>
                  <a:pt x="5477827" y="400849"/>
                  <a:pt x="5445503" y="433172"/>
                  <a:pt x="5405630" y="433172"/>
                </a:cubicBezTo>
                <a:lnTo>
                  <a:pt x="72197" y="433172"/>
                </a:lnTo>
                <a:cubicBezTo>
                  <a:pt x="32324" y="433172"/>
                  <a:pt x="0" y="400849"/>
                  <a:pt x="0" y="360976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13188" y="4737824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15539" y="20700"/>
                </a:moveTo>
                <a:cubicBezTo>
                  <a:pt x="12014" y="17175"/>
                  <a:pt x="6289" y="17175"/>
                  <a:pt x="2764" y="20700"/>
                </a:cubicBezTo>
                <a:cubicBezTo>
                  <a:pt x="-761" y="24225"/>
                  <a:pt x="-761" y="29950"/>
                  <a:pt x="2764" y="33475"/>
                </a:cubicBezTo>
                <a:lnTo>
                  <a:pt x="41512" y="72195"/>
                </a:lnTo>
                <a:lnTo>
                  <a:pt x="2792" y="110944"/>
                </a:lnTo>
                <a:cubicBezTo>
                  <a:pt x="-733" y="114469"/>
                  <a:pt x="-733" y="120194"/>
                  <a:pt x="2792" y="123719"/>
                </a:cubicBezTo>
                <a:cubicBezTo>
                  <a:pt x="6317" y="127244"/>
                  <a:pt x="12042" y="127244"/>
                  <a:pt x="15567" y="123719"/>
                </a:cubicBezTo>
                <a:lnTo>
                  <a:pt x="54288" y="84971"/>
                </a:lnTo>
                <a:lnTo>
                  <a:pt x="93036" y="123691"/>
                </a:lnTo>
                <a:cubicBezTo>
                  <a:pt x="96561" y="127216"/>
                  <a:pt x="102286" y="127216"/>
                  <a:pt x="105811" y="123691"/>
                </a:cubicBezTo>
                <a:cubicBezTo>
                  <a:pt x="109337" y="120166"/>
                  <a:pt x="109337" y="114441"/>
                  <a:pt x="105811" y="110916"/>
                </a:cubicBezTo>
                <a:lnTo>
                  <a:pt x="67063" y="72195"/>
                </a:lnTo>
                <a:lnTo>
                  <a:pt x="105783" y="33447"/>
                </a:lnTo>
                <a:cubicBezTo>
                  <a:pt x="109308" y="29922"/>
                  <a:pt x="109308" y="24197"/>
                  <a:pt x="105783" y="20672"/>
                </a:cubicBezTo>
                <a:cubicBezTo>
                  <a:pt x="102258" y="17146"/>
                  <a:pt x="96533" y="17146"/>
                  <a:pt x="93008" y="20672"/>
                </a:cubicBezTo>
                <a:lnTo>
                  <a:pt x="54288" y="59420"/>
                </a:lnTo>
                <a:lnTo>
                  <a:pt x="15539" y="2070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4" name="Text 52"/>
          <p:cNvSpPr/>
          <p:nvPr/>
        </p:nvSpPr>
        <p:spPr>
          <a:xfrm>
            <a:off x="6565872" y="4701726"/>
            <a:ext cx="202147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Habitica:</a:t>
            </a:r>
            <a:r>
              <a:rPr lang="en-US" sz="1137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Generic gamification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8797" y="5098801"/>
            <a:ext cx="5477827" cy="433172"/>
          </a:xfrm>
          <a:custGeom>
            <a:avLst/>
            <a:gdLst/>
            <a:ahLst/>
            <a:cxnLst/>
            <a:rect l="l" t="t" r="r" b="b"/>
            <a:pathLst>
              <a:path w="5477827" h="433172">
                <a:moveTo>
                  <a:pt x="72197" y="0"/>
                </a:moveTo>
                <a:lnTo>
                  <a:pt x="5405630" y="0"/>
                </a:lnTo>
                <a:cubicBezTo>
                  <a:pt x="5445503" y="0"/>
                  <a:pt x="5477827" y="32324"/>
                  <a:pt x="5477827" y="72197"/>
                </a:cubicBezTo>
                <a:lnTo>
                  <a:pt x="5477827" y="360976"/>
                </a:lnTo>
                <a:cubicBezTo>
                  <a:pt x="5477827" y="400849"/>
                  <a:pt x="5445503" y="433172"/>
                  <a:pt x="5405630" y="433172"/>
                </a:cubicBezTo>
                <a:lnTo>
                  <a:pt x="72197" y="433172"/>
                </a:lnTo>
                <a:cubicBezTo>
                  <a:pt x="32324" y="433172"/>
                  <a:pt x="0" y="400849"/>
                  <a:pt x="0" y="360976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13188" y="5243192"/>
            <a:ext cx="108293" cy="144391"/>
          </a:xfrm>
          <a:custGeom>
            <a:avLst/>
            <a:gdLst/>
            <a:ahLst/>
            <a:cxnLst/>
            <a:rect l="l" t="t" r="r" b="b"/>
            <a:pathLst>
              <a:path w="108293" h="144391">
                <a:moveTo>
                  <a:pt x="15539" y="20700"/>
                </a:moveTo>
                <a:cubicBezTo>
                  <a:pt x="12014" y="17175"/>
                  <a:pt x="6289" y="17175"/>
                  <a:pt x="2764" y="20700"/>
                </a:cubicBezTo>
                <a:cubicBezTo>
                  <a:pt x="-761" y="24225"/>
                  <a:pt x="-761" y="29950"/>
                  <a:pt x="2764" y="33475"/>
                </a:cubicBezTo>
                <a:lnTo>
                  <a:pt x="41512" y="72195"/>
                </a:lnTo>
                <a:lnTo>
                  <a:pt x="2792" y="110944"/>
                </a:lnTo>
                <a:cubicBezTo>
                  <a:pt x="-733" y="114469"/>
                  <a:pt x="-733" y="120194"/>
                  <a:pt x="2792" y="123719"/>
                </a:cubicBezTo>
                <a:cubicBezTo>
                  <a:pt x="6317" y="127244"/>
                  <a:pt x="12042" y="127244"/>
                  <a:pt x="15567" y="123719"/>
                </a:cubicBezTo>
                <a:lnTo>
                  <a:pt x="54288" y="84971"/>
                </a:lnTo>
                <a:lnTo>
                  <a:pt x="93036" y="123691"/>
                </a:lnTo>
                <a:cubicBezTo>
                  <a:pt x="96561" y="127216"/>
                  <a:pt x="102286" y="127216"/>
                  <a:pt x="105811" y="123691"/>
                </a:cubicBezTo>
                <a:cubicBezTo>
                  <a:pt x="109337" y="120166"/>
                  <a:pt x="109337" y="114441"/>
                  <a:pt x="105811" y="110916"/>
                </a:cubicBezTo>
                <a:lnTo>
                  <a:pt x="67063" y="72195"/>
                </a:lnTo>
                <a:lnTo>
                  <a:pt x="105783" y="33447"/>
                </a:lnTo>
                <a:cubicBezTo>
                  <a:pt x="109308" y="29922"/>
                  <a:pt x="109308" y="24197"/>
                  <a:pt x="105783" y="20672"/>
                </a:cubicBezTo>
                <a:cubicBezTo>
                  <a:pt x="102258" y="17146"/>
                  <a:pt x="96533" y="17146"/>
                  <a:pt x="93008" y="20672"/>
                </a:cubicBezTo>
                <a:lnTo>
                  <a:pt x="54288" y="59420"/>
                </a:lnTo>
                <a:lnTo>
                  <a:pt x="15539" y="20700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7" name="Text 55"/>
          <p:cNvSpPr/>
          <p:nvPr/>
        </p:nvSpPr>
        <p:spPr>
          <a:xfrm>
            <a:off x="6565872" y="5207094"/>
            <a:ext cx="249976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Family Link:</a:t>
            </a:r>
            <a:r>
              <a:rPr lang="en-US" sz="1137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Surveillance only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55002" y="5680876"/>
            <a:ext cx="11081996" cy="983662"/>
          </a:xfrm>
          <a:custGeom>
            <a:avLst/>
            <a:gdLst/>
            <a:ahLst/>
            <a:cxnLst/>
            <a:rect l="l" t="t" r="r" b="b"/>
            <a:pathLst>
              <a:path w="11081996" h="983662">
                <a:moveTo>
                  <a:pt x="72191" y="0"/>
                </a:moveTo>
                <a:lnTo>
                  <a:pt x="11009805" y="0"/>
                </a:lnTo>
                <a:cubicBezTo>
                  <a:pt x="11049675" y="0"/>
                  <a:pt x="11081996" y="32321"/>
                  <a:pt x="11081996" y="72191"/>
                </a:cubicBezTo>
                <a:lnTo>
                  <a:pt x="11081996" y="911471"/>
                </a:lnTo>
                <a:cubicBezTo>
                  <a:pt x="11081996" y="951341"/>
                  <a:pt x="11049675" y="983662"/>
                  <a:pt x="11009805" y="983662"/>
                </a:cubicBezTo>
                <a:lnTo>
                  <a:pt x="72191" y="983662"/>
                </a:lnTo>
                <a:cubicBezTo>
                  <a:pt x="32321" y="983662"/>
                  <a:pt x="0" y="951341"/>
                  <a:pt x="0" y="911471"/>
                </a:cubicBezTo>
                <a:lnTo>
                  <a:pt x="0" y="72191"/>
                </a:lnTo>
                <a:cubicBezTo>
                  <a:pt x="0" y="32348"/>
                  <a:pt x="32348" y="0"/>
                  <a:pt x="72191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12700">
            <a:solidFill>
              <a:srgbClr val="3A5F7A">
                <a:alpha val="5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0979" y="6064415"/>
            <a:ext cx="216586" cy="216586"/>
          </a:xfrm>
          <a:custGeom>
            <a:avLst/>
            <a:gdLst/>
            <a:ahLst/>
            <a:cxnLst/>
            <a:rect l="l" t="t" r="r" b="b"/>
            <a:pathLst>
              <a:path w="216586" h="216586">
                <a:moveTo>
                  <a:pt x="108293" y="216586"/>
                </a:moveTo>
                <a:cubicBezTo>
                  <a:pt x="168062" y="216586"/>
                  <a:pt x="216586" y="168062"/>
                  <a:pt x="216586" y="108293"/>
                </a:cubicBezTo>
                <a:cubicBezTo>
                  <a:pt x="216586" y="48525"/>
                  <a:pt x="168062" y="0"/>
                  <a:pt x="108293" y="0"/>
                </a:cubicBezTo>
                <a:cubicBezTo>
                  <a:pt x="48525" y="0"/>
                  <a:pt x="0" y="48525"/>
                  <a:pt x="0" y="108293"/>
                </a:cubicBezTo>
                <a:cubicBezTo>
                  <a:pt x="0" y="168062"/>
                  <a:pt x="48525" y="216586"/>
                  <a:pt x="108293" y="216586"/>
                </a:cubicBezTo>
                <a:close/>
                <a:moveTo>
                  <a:pt x="143996" y="89976"/>
                </a:moveTo>
                <a:lnTo>
                  <a:pt x="110154" y="144123"/>
                </a:lnTo>
                <a:cubicBezTo>
                  <a:pt x="108378" y="146957"/>
                  <a:pt x="105332" y="148734"/>
                  <a:pt x="101990" y="148903"/>
                </a:cubicBezTo>
                <a:cubicBezTo>
                  <a:pt x="98648" y="149072"/>
                  <a:pt x="95433" y="147549"/>
                  <a:pt x="93445" y="144842"/>
                </a:cubicBezTo>
                <a:lnTo>
                  <a:pt x="73140" y="117769"/>
                </a:lnTo>
                <a:cubicBezTo>
                  <a:pt x="69756" y="113285"/>
                  <a:pt x="70687" y="106939"/>
                  <a:pt x="75171" y="103555"/>
                </a:cubicBezTo>
                <a:cubicBezTo>
                  <a:pt x="79655" y="100171"/>
                  <a:pt x="86000" y="101102"/>
                  <a:pt x="89384" y="105586"/>
                </a:cubicBezTo>
                <a:lnTo>
                  <a:pt x="100806" y="120815"/>
                </a:lnTo>
                <a:lnTo>
                  <a:pt x="126779" y="79232"/>
                </a:lnTo>
                <a:cubicBezTo>
                  <a:pt x="129740" y="74494"/>
                  <a:pt x="136001" y="73013"/>
                  <a:pt x="140781" y="76017"/>
                </a:cubicBezTo>
                <a:cubicBezTo>
                  <a:pt x="145561" y="79020"/>
                  <a:pt x="146999" y="85239"/>
                  <a:pt x="143996" y="90019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0" name="Text 58"/>
          <p:cNvSpPr/>
          <p:nvPr/>
        </p:nvSpPr>
        <p:spPr>
          <a:xfrm>
            <a:off x="1082931" y="5829779"/>
            <a:ext cx="437684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StudyQuest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82931" y="6082463"/>
            <a:ext cx="436782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Tracking + Gamification + Family Collaboration + AI Assistance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82931" y="6335147"/>
            <a:ext cx="4358798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integrated in ONE platform designed specifically for secondary education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952500" cy="230188"/>
          </a:xfrm>
          <a:custGeom>
            <a:avLst/>
            <a:gdLst/>
            <a:ahLst/>
            <a:cxnLst/>
            <a:rect l="l" t="t" r="r" b="b"/>
            <a:pathLst>
              <a:path w="952500" h="230188">
                <a:moveTo>
                  <a:pt x="115094" y="0"/>
                </a:moveTo>
                <a:lnTo>
                  <a:pt x="837406" y="0"/>
                </a:lnTo>
                <a:cubicBezTo>
                  <a:pt x="900928" y="0"/>
                  <a:pt x="952500" y="51572"/>
                  <a:pt x="952500" y="115094"/>
                </a:cubicBezTo>
                <a:lnTo>
                  <a:pt x="952500" y="115094"/>
                </a:lnTo>
                <a:cubicBezTo>
                  <a:pt x="952500" y="178616"/>
                  <a:pt x="900928" y="230188"/>
                  <a:pt x="837406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801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Integration Gap: Why Current Solutions Fail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0" name="Shape 7"/>
          <p:cNvSpPr/>
          <p:nvPr/>
        </p:nvSpPr>
        <p:spPr>
          <a:xfrm>
            <a:off x="201736" y="1216421"/>
            <a:ext cx="5691188" cy="3119438"/>
          </a:xfrm>
          <a:custGeom>
            <a:avLst/>
            <a:gdLst/>
            <a:ahLst/>
            <a:cxnLst/>
            <a:rect l="l" t="t" r="r" b="b"/>
            <a:pathLst>
              <a:path w="5691188" h="3119438">
                <a:moveTo>
                  <a:pt x="95236" y="0"/>
                </a:moveTo>
                <a:lnTo>
                  <a:pt x="5595951" y="0"/>
                </a:lnTo>
                <a:cubicBezTo>
                  <a:pt x="5648513" y="0"/>
                  <a:pt x="5691188" y="42674"/>
                  <a:pt x="5691188" y="95236"/>
                </a:cubicBezTo>
                <a:lnTo>
                  <a:pt x="5691188" y="3024201"/>
                </a:lnTo>
                <a:cubicBezTo>
                  <a:pt x="5691187" y="3076799"/>
                  <a:pt x="5648549" y="3119438"/>
                  <a:pt x="5595951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4031" y="180266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9453" y="0"/>
                </a:moveTo>
                <a:cubicBezTo>
                  <a:pt x="80398" y="0"/>
                  <a:pt x="89297" y="6666"/>
                  <a:pt x="89297" y="14883"/>
                </a:cubicBezTo>
                <a:cubicBezTo>
                  <a:pt x="89297" y="18107"/>
                  <a:pt x="87933" y="21084"/>
                  <a:pt x="85576" y="23533"/>
                </a:cubicBezTo>
                <a:cubicBezTo>
                  <a:pt x="83530" y="25673"/>
                  <a:pt x="81855" y="28277"/>
                  <a:pt x="81855" y="31254"/>
                </a:cubicBezTo>
                <a:cubicBezTo>
                  <a:pt x="81855" y="35905"/>
                  <a:pt x="85638" y="39688"/>
                  <a:pt x="90289" y="39688"/>
                </a:cubicBezTo>
                <a:lnTo>
                  <a:pt x="104180" y="39688"/>
                </a:lnTo>
                <a:cubicBezTo>
                  <a:pt x="112396" y="39688"/>
                  <a:pt x="119062" y="46354"/>
                  <a:pt x="119062" y="54570"/>
                </a:cubicBezTo>
                <a:lnTo>
                  <a:pt x="119062" y="68461"/>
                </a:lnTo>
                <a:cubicBezTo>
                  <a:pt x="119062" y="73112"/>
                  <a:pt x="122845" y="76895"/>
                  <a:pt x="127496" y="76895"/>
                </a:cubicBezTo>
                <a:cubicBezTo>
                  <a:pt x="130442" y="76895"/>
                  <a:pt x="133077" y="75220"/>
                  <a:pt x="135217" y="73174"/>
                </a:cubicBezTo>
                <a:cubicBezTo>
                  <a:pt x="137666" y="70848"/>
                  <a:pt x="140643" y="69453"/>
                  <a:pt x="143867" y="69453"/>
                </a:cubicBezTo>
                <a:cubicBezTo>
                  <a:pt x="152084" y="69453"/>
                  <a:pt x="158750" y="78352"/>
                  <a:pt x="158750" y="89297"/>
                </a:cubicBezTo>
                <a:cubicBezTo>
                  <a:pt x="158750" y="100242"/>
                  <a:pt x="152084" y="109141"/>
                  <a:pt x="143867" y="109141"/>
                </a:cubicBezTo>
                <a:cubicBezTo>
                  <a:pt x="140643" y="109141"/>
                  <a:pt x="137635" y="107776"/>
                  <a:pt x="135217" y="105420"/>
                </a:cubicBezTo>
                <a:cubicBezTo>
                  <a:pt x="133077" y="103374"/>
                  <a:pt x="130473" y="101699"/>
                  <a:pt x="127496" y="101699"/>
                </a:cubicBezTo>
                <a:cubicBezTo>
                  <a:pt x="122845" y="101699"/>
                  <a:pt x="119062" y="105482"/>
                  <a:pt x="119062" y="110133"/>
                </a:cubicBezTo>
                <a:lnTo>
                  <a:pt x="119062" y="143867"/>
                </a:lnTo>
                <a:cubicBezTo>
                  <a:pt x="119062" y="152084"/>
                  <a:pt x="112396" y="158750"/>
                  <a:pt x="104180" y="158750"/>
                </a:cubicBezTo>
                <a:lnTo>
                  <a:pt x="86568" y="158750"/>
                </a:lnTo>
                <a:cubicBezTo>
                  <a:pt x="82600" y="158750"/>
                  <a:pt x="79375" y="155525"/>
                  <a:pt x="79375" y="151557"/>
                </a:cubicBezTo>
                <a:cubicBezTo>
                  <a:pt x="79375" y="148704"/>
                  <a:pt x="81173" y="146193"/>
                  <a:pt x="83468" y="144487"/>
                </a:cubicBezTo>
                <a:cubicBezTo>
                  <a:pt x="87064" y="141790"/>
                  <a:pt x="89297" y="138069"/>
                  <a:pt x="89297" y="133945"/>
                </a:cubicBezTo>
                <a:cubicBezTo>
                  <a:pt x="89297" y="125729"/>
                  <a:pt x="80398" y="119062"/>
                  <a:pt x="69453" y="119062"/>
                </a:cubicBezTo>
                <a:cubicBezTo>
                  <a:pt x="58508" y="119062"/>
                  <a:pt x="49609" y="125729"/>
                  <a:pt x="49609" y="133945"/>
                </a:cubicBezTo>
                <a:cubicBezTo>
                  <a:pt x="49609" y="138069"/>
                  <a:pt x="51842" y="141790"/>
                  <a:pt x="55438" y="144487"/>
                </a:cubicBezTo>
                <a:cubicBezTo>
                  <a:pt x="57733" y="146193"/>
                  <a:pt x="59531" y="148673"/>
                  <a:pt x="59531" y="151557"/>
                </a:cubicBezTo>
                <a:cubicBezTo>
                  <a:pt x="59531" y="155525"/>
                  <a:pt x="56307" y="158750"/>
                  <a:pt x="52338" y="158750"/>
                </a:cubicBezTo>
                <a:lnTo>
                  <a:pt x="14883" y="158750"/>
                </a:lnTo>
                <a:cubicBezTo>
                  <a:pt x="6666" y="158750"/>
                  <a:pt x="0" y="152084"/>
                  <a:pt x="0" y="143867"/>
                </a:cubicBezTo>
                <a:lnTo>
                  <a:pt x="0" y="106412"/>
                </a:lnTo>
                <a:cubicBezTo>
                  <a:pt x="0" y="102443"/>
                  <a:pt x="3225" y="99219"/>
                  <a:pt x="7193" y="99219"/>
                </a:cubicBezTo>
                <a:cubicBezTo>
                  <a:pt x="10046" y="99219"/>
                  <a:pt x="12557" y="101017"/>
                  <a:pt x="14263" y="103312"/>
                </a:cubicBezTo>
                <a:cubicBezTo>
                  <a:pt x="16960" y="106908"/>
                  <a:pt x="20681" y="109141"/>
                  <a:pt x="24805" y="109141"/>
                </a:cubicBezTo>
                <a:cubicBezTo>
                  <a:pt x="33021" y="109141"/>
                  <a:pt x="39688" y="100242"/>
                  <a:pt x="39688" y="89297"/>
                </a:cubicBezTo>
                <a:cubicBezTo>
                  <a:pt x="39688" y="78352"/>
                  <a:pt x="33021" y="69453"/>
                  <a:pt x="24805" y="69453"/>
                </a:cubicBezTo>
                <a:cubicBezTo>
                  <a:pt x="20681" y="69453"/>
                  <a:pt x="16960" y="71686"/>
                  <a:pt x="14263" y="75282"/>
                </a:cubicBezTo>
                <a:cubicBezTo>
                  <a:pt x="12557" y="77577"/>
                  <a:pt x="10077" y="79375"/>
                  <a:pt x="7193" y="79375"/>
                </a:cubicBezTo>
                <a:cubicBezTo>
                  <a:pt x="3225" y="79375"/>
                  <a:pt x="0" y="76150"/>
                  <a:pt x="0" y="72182"/>
                </a:cubicBezTo>
                <a:lnTo>
                  <a:pt x="0" y="54570"/>
                </a:lnTo>
                <a:cubicBezTo>
                  <a:pt x="0" y="46354"/>
                  <a:pt x="6666" y="39688"/>
                  <a:pt x="14883" y="39688"/>
                </a:cubicBezTo>
                <a:lnTo>
                  <a:pt x="48617" y="39688"/>
                </a:lnTo>
                <a:cubicBezTo>
                  <a:pt x="53268" y="39688"/>
                  <a:pt x="57051" y="35905"/>
                  <a:pt x="57051" y="31254"/>
                </a:cubicBezTo>
                <a:cubicBezTo>
                  <a:pt x="57051" y="28308"/>
                  <a:pt x="55376" y="25673"/>
                  <a:pt x="53330" y="23533"/>
                </a:cubicBezTo>
                <a:cubicBezTo>
                  <a:pt x="51005" y="21084"/>
                  <a:pt x="49609" y="18107"/>
                  <a:pt x="49609" y="14883"/>
                </a:cubicBezTo>
                <a:cubicBezTo>
                  <a:pt x="49609" y="6666"/>
                  <a:pt x="58508" y="0"/>
                  <a:pt x="69453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9"/>
          <p:cNvSpPr/>
          <p:nvPr/>
        </p:nvSpPr>
        <p:spPr>
          <a:xfrm>
            <a:off x="797719" y="1770917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Compounding Problem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4187" y="2120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6406" y="2120167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3438" y="2151917"/>
            <a:ext cx="289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 need 4-5 separate apps to get all features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84187" y="246941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56406" y="2469417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3438" y="2501167"/>
            <a:ext cx="286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experience across different platforms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84187" y="2818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56406" y="2818667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3438" y="2850417"/>
            <a:ext cx="197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fatigue leads to abandonment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84187" y="316791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56406" y="3167917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3438" y="3199667"/>
            <a:ext cx="150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habit formation occurs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60393" y="1243042"/>
            <a:ext cx="5691188" cy="3119438"/>
          </a:xfrm>
          <a:custGeom>
            <a:avLst/>
            <a:gdLst/>
            <a:ahLst/>
            <a:cxnLst/>
            <a:rect l="l" t="t" r="r" b="b"/>
            <a:pathLst>
              <a:path w="5691188" h="3119438">
                <a:moveTo>
                  <a:pt x="95236" y="0"/>
                </a:moveTo>
                <a:lnTo>
                  <a:pt x="5595951" y="0"/>
                </a:lnTo>
                <a:cubicBezTo>
                  <a:pt x="5648513" y="0"/>
                  <a:pt x="5691188" y="42674"/>
                  <a:pt x="5691188" y="95236"/>
                </a:cubicBezTo>
                <a:lnTo>
                  <a:pt x="5691188" y="3024201"/>
                </a:lnTo>
                <a:cubicBezTo>
                  <a:pt x="5691187" y="3076799"/>
                  <a:pt x="5648549" y="3119438"/>
                  <a:pt x="5595951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83312" y="150101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7" name="Text 24"/>
          <p:cNvSpPr/>
          <p:nvPr/>
        </p:nvSpPr>
        <p:spPr>
          <a:xfrm>
            <a:off x="6361906" y="1469261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StudyQuest Solution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63469" y="1786761"/>
            <a:ext cx="5365750" cy="762000"/>
          </a:xfrm>
          <a:custGeom>
            <a:avLst/>
            <a:gdLst/>
            <a:ahLst/>
            <a:cxnLst/>
            <a:rect l="l" t="t" r="r" b="b"/>
            <a:pathLst>
              <a:path w="5365750" h="73025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666747"/>
                </a:lnTo>
                <a:cubicBezTo>
                  <a:pt x="5365750" y="701819"/>
                  <a:pt x="5337319" y="730250"/>
                  <a:pt x="530224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290469" y="1945511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Platform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290469" y="2231261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features integrated seamlessly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63469" y="2675761"/>
            <a:ext cx="5365750" cy="730250"/>
          </a:xfrm>
          <a:custGeom>
            <a:avLst/>
            <a:gdLst/>
            <a:ahLst/>
            <a:cxnLst/>
            <a:rect l="l" t="t" r="r" b="b"/>
            <a:pathLst>
              <a:path w="5365750" h="73025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666747"/>
                </a:lnTo>
                <a:cubicBezTo>
                  <a:pt x="5365750" y="701819"/>
                  <a:pt x="5337319" y="730250"/>
                  <a:pt x="530224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290469" y="2802761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Login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290469" y="3088511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account for all functionality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07907" y="3600480"/>
            <a:ext cx="5365750" cy="730250"/>
          </a:xfrm>
          <a:custGeom>
            <a:avLst/>
            <a:gdLst/>
            <a:ahLst/>
            <a:cxnLst/>
            <a:rect l="l" t="t" r="r" b="b"/>
            <a:pathLst>
              <a:path w="5365750" h="73025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666747"/>
                </a:lnTo>
                <a:cubicBezTo>
                  <a:pt x="5365750" y="701819"/>
                  <a:pt x="5337319" y="730250"/>
                  <a:pt x="530224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290469" y="3660011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Integrated Experience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290469" y="3945761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Cohesive design for secondary education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452563" cy="230188"/>
          </a:xfrm>
          <a:custGeom>
            <a:avLst/>
            <a:gdLst/>
            <a:ahLst/>
            <a:cxnLst/>
            <a:rect l="l" t="t" r="r" b="b"/>
            <a:pathLst>
              <a:path w="1452563" h="230188">
                <a:moveTo>
                  <a:pt x="115094" y="0"/>
                </a:moveTo>
                <a:lnTo>
                  <a:pt x="1337469" y="0"/>
                </a:lnTo>
                <a:cubicBezTo>
                  <a:pt x="1400991" y="0"/>
                  <a:pt x="1452563" y="51572"/>
                  <a:pt x="1452563" y="115094"/>
                </a:cubicBezTo>
                <a:lnTo>
                  <a:pt x="1452563" y="115094"/>
                </a:lnTo>
                <a:cubicBezTo>
                  <a:pt x="1452563" y="178616"/>
                  <a:pt x="1400991" y="230188"/>
                  <a:pt x="1337469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1301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Three-Tier Architecture: Scalable, Secure, Maintainable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11549063" cy="1189527"/>
          </a:xfrm>
          <a:custGeom>
            <a:avLst/>
            <a:gdLst/>
            <a:ahLst/>
            <a:cxnLst/>
            <a:rect l="l" t="t" r="r" b="b"/>
            <a:pathLst>
              <a:path w="11549063" h="2341563">
                <a:moveTo>
                  <a:pt x="95255" y="0"/>
                </a:moveTo>
                <a:lnTo>
                  <a:pt x="11453808" y="0"/>
                </a:lnTo>
                <a:cubicBezTo>
                  <a:pt x="11506415" y="0"/>
                  <a:pt x="11549062" y="42647"/>
                  <a:pt x="11549062" y="95255"/>
                </a:cubicBezTo>
                <a:lnTo>
                  <a:pt x="11549063" y="2246308"/>
                </a:lnTo>
                <a:cubicBezTo>
                  <a:pt x="11549062" y="2298915"/>
                  <a:pt x="11506415" y="2341562"/>
                  <a:pt x="11453808" y="2341563"/>
                </a:cubicBezTo>
                <a:lnTo>
                  <a:pt x="95255" y="2341563"/>
                </a:lnTo>
                <a:cubicBezTo>
                  <a:pt x="42647" y="2341563"/>
                  <a:pt x="0" y="2298915"/>
                  <a:pt x="0" y="2246308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187" y="14525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Shape 6"/>
          <p:cNvSpPr/>
          <p:nvPr/>
        </p:nvSpPr>
        <p:spPr>
          <a:xfrm>
            <a:off x="579438" y="1547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87313"/>
                </a:lnTo>
                <a:cubicBezTo>
                  <a:pt x="0" y="96069"/>
                  <a:pt x="7119" y="103188"/>
                  <a:pt x="15875" y="103188"/>
                </a:cubicBezTo>
                <a:lnTo>
                  <a:pt x="51594" y="103188"/>
                </a:lnTo>
                <a:lnTo>
                  <a:pt x="47625" y="115094"/>
                </a:lnTo>
                <a:lnTo>
                  <a:pt x="29766" y="115094"/>
                </a:lnTo>
                <a:cubicBezTo>
                  <a:pt x="26467" y="115094"/>
                  <a:pt x="23812" y="117748"/>
                  <a:pt x="23812" y="121047"/>
                </a:cubicBezTo>
                <a:cubicBezTo>
                  <a:pt x="23812" y="124346"/>
                  <a:pt x="26467" y="127000"/>
                  <a:pt x="29766" y="127000"/>
                </a:cubicBezTo>
                <a:lnTo>
                  <a:pt x="97234" y="127000"/>
                </a:lnTo>
                <a:cubicBezTo>
                  <a:pt x="100533" y="127000"/>
                  <a:pt x="103188" y="124346"/>
                  <a:pt x="103188" y="121047"/>
                </a:cubicBezTo>
                <a:cubicBezTo>
                  <a:pt x="103188" y="117748"/>
                  <a:pt x="100533" y="115094"/>
                  <a:pt x="97234" y="115094"/>
                </a:cubicBezTo>
                <a:lnTo>
                  <a:pt x="79375" y="115094"/>
                </a:lnTo>
                <a:lnTo>
                  <a:pt x="75406" y="103188"/>
                </a:lnTo>
                <a:lnTo>
                  <a:pt x="111125" y="103188"/>
                </a:lnTo>
                <a:cubicBezTo>
                  <a:pt x="119881" y="103188"/>
                  <a:pt x="127000" y="96069"/>
                  <a:pt x="127000" y="87313"/>
                </a:cubicBezTo>
                <a:lnTo>
                  <a:pt x="127000" y="23812"/>
                </a:lnTo>
                <a:cubicBezTo>
                  <a:pt x="127000" y="15056"/>
                  <a:pt x="119881" y="7938"/>
                  <a:pt x="111125" y="7938"/>
                </a:cubicBezTo>
                <a:lnTo>
                  <a:pt x="15875" y="7938"/>
                </a:lnTo>
                <a:close/>
                <a:moveTo>
                  <a:pt x="23812" y="23812"/>
                </a:move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lnTo>
                  <a:pt x="111125" y="71438"/>
                </a:lnTo>
                <a:cubicBezTo>
                  <a:pt x="111125" y="75828"/>
                  <a:pt x="107578" y="79375"/>
                  <a:pt x="103188" y="79375"/>
                </a:cubicBezTo>
                <a:lnTo>
                  <a:pt x="23812" y="79375"/>
                </a:lnTo>
                <a:cubicBezTo>
                  <a:pt x="19422" y="79375"/>
                  <a:pt x="15875" y="75828"/>
                  <a:pt x="15875" y="71438"/>
                </a:cubicBezTo>
                <a:lnTo>
                  <a:pt x="15875" y="31750"/>
                </a:lnTo>
                <a:cubicBezTo>
                  <a:pt x="15875" y="27360"/>
                  <a:pt x="19422" y="23812"/>
                  <a:pt x="23812" y="2381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896938" y="1420813"/>
            <a:ext cx="1936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938" y="1643063"/>
            <a:ext cx="191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18 Progressive Web Application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7031" y="1894192"/>
            <a:ext cx="11215688" cy="357188"/>
          </a:xfrm>
          <a:custGeom>
            <a:avLst/>
            <a:gdLst/>
            <a:ahLst/>
            <a:cxnLst/>
            <a:rect l="l" t="t" r="r" b="b"/>
            <a:pathLst>
              <a:path w="11215688" h="357188">
                <a:moveTo>
                  <a:pt x="63501" y="0"/>
                </a:moveTo>
                <a:lnTo>
                  <a:pt x="11152187" y="0"/>
                </a:lnTo>
                <a:cubicBezTo>
                  <a:pt x="11187257" y="0"/>
                  <a:pt x="11215688" y="28430"/>
                  <a:pt x="11215688" y="63501"/>
                </a:cubicBezTo>
                <a:lnTo>
                  <a:pt x="11215688" y="293687"/>
                </a:lnTo>
                <a:cubicBezTo>
                  <a:pt x="11215688" y="328757"/>
                  <a:pt x="11187257" y="357188"/>
                  <a:pt x="11152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156" y="1973567"/>
            <a:ext cx="1107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Tech:</a:t>
            </a: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React 18 | Tailwind CSS | PWA (Service Workers) | </a:t>
            </a: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Features:</a:t>
            </a: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Responsive, Offline-capable, Installable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45649" y="2606371"/>
            <a:ext cx="142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/ JSON Web Tokens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42000" y="2606371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3" name="Text 31"/>
          <p:cNvSpPr/>
          <p:nvPr/>
        </p:nvSpPr>
        <p:spPr>
          <a:xfrm>
            <a:off x="6096000" y="2606371"/>
            <a:ext cx="1444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API Communication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6375" y="2850419"/>
            <a:ext cx="11549063" cy="1992313"/>
          </a:xfrm>
          <a:custGeom>
            <a:avLst/>
            <a:gdLst/>
            <a:ahLst/>
            <a:cxnLst/>
            <a:rect l="l" t="t" r="r" b="b"/>
            <a:pathLst>
              <a:path w="11549063" h="1992313">
                <a:moveTo>
                  <a:pt x="95252" y="0"/>
                </a:moveTo>
                <a:lnTo>
                  <a:pt x="11453810" y="0"/>
                </a:lnTo>
                <a:cubicBezTo>
                  <a:pt x="11506417" y="0"/>
                  <a:pt x="11549062" y="42646"/>
                  <a:pt x="11549062" y="95252"/>
                </a:cubicBezTo>
                <a:lnTo>
                  <a:pt x="11549063" y="1897060"/>
                </a:lnTo>
                <a:cubicBezTo>
                  <a:pt x="11549062" y="1949667"/>
                  <a:pt x="11506417" y="1992313"/>
                  <a:pt x="11453810" y="1992313"/>
                </a:cubicBezTo>
                <a:lnTo>
                  <a:pt x="95252" y="1992313"/>
                </a:lnTo>
                <a:cubicBezTo>
                  <a:pt x="42646" y="1992313"/>
                  <a:pt x="0" y="1949667"/>
                  <a:pt x="0" y="1897060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9093" y="30448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6" name="Shape 34"/>
          <p:cNvSpPr/>
          <p:nvPr/>
        </p:nvSpPr>
        <p:spPr>
          <a:xfrm>
            <a:off x="472281" y="31401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39688"/>
                </a:lnTo>
                <a:cubicBezTo>
                  <a:pt x="0" y="48444"/>
                  <a:pt x="7119" y="55563"/>
                  <a:pt x="15875" y="55563"/>
                </a:cubicBezTo>
                <a:lnTo>
                  <a:pt x="95250" y="55563"/>
                </a:lnTo>
                <a:cubicBezTo>
                  <a:pt x="104006" y="55563"/>
                  <a:pt x="111125" y="48444"/>
                  <a:pt x="111125" y="396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69453" y="25797"/>
                </a:moveTo>
                <a:cubicBezTo>
                  <a:pt x="72739" y="25797"/>
                  <a:pt x="75406" y="28464"/>
                  <a:pt x="75406" y="31750"/>
                </a:cubicBezTo>
                <a:cubicBezTo>
                  <a:pt x="75406" y="35036"/>
                  <a:pt x="72739" y="37703"/>
                  <a:pt x="69453" y="37703"/>
                </a:cubicBezTo>
                <a:cubicBezTo>
                  <a:pt x="66168" y="37703"/>
                  <a:pt x="63500" y="35036"/>
                  <a:pt x="63500" y="31750"/>
                </a:cubicBezTo>
                <a:cubicBezTo>
                  <a:pt x="63500" y="28464"/>
                  <a:pt x="66168" y="25797"/>
                  <a:pt x="69453" y="25797"/>
                </a:cubicBezTo>
                <a:close/>
                <a:moveTo>
                  <a:pt x="83344" y="31750"/>
                </a:moveTo>
                <a:cubicBezTo>
                  <a:pt x="83344" y="28464"/>
                  <a:pt x="86011" y="25797"/>
                  <a:pt x="89297" y="25797"/>
                </a:cubicBezTo>
                <a:cubicBezTo>
                  <a:pt x="92582" y="25797"/>
                  <a:pt x="95250" y="28464"/>
                  <a:pt x="95250" y="31750"/>
                </a:cubicBezTo>
                <a:cubicBezTo>
                  <a:pt x="95250" y="35036"/>
                  <a:pt x="92582" y="37703"/>
                  <a:pt x="89297" y="37703"/>
                </a:cubicBezTo>
                <a:cubicBezTo>
                  <a:pt x="86011" y="37703"/>
                  <a:pt x="83344" y="35036"/>
                  <a:pt x="83344" y="31750"/>
                </a:cubicBezTo>
                <a:close/>
                <a:moveTo>
                  <a:pt x="15875" y="71438"/>
                </a:moveTo>
                <a:cubicBezTo>
                  <a:pt x="7119" y="71438"/>
                  <a:pt x="0" y="78556"/>
                  <a:pt x="0" y="87313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87313"/>
                </a:lnTo>
                <a:cubicBezTo>
                  <a:pt x="111125" y="78556"/>
                  <a:pt x="104006" y="71438"/>
                  <a:pt x="95250" y="71438"/>
                </a:cubicBezTo>
                <a:lnTo>
                  <a:pt x="15875" y="71438"/>
                </a:lnTo>
                <a:close/>
                <a:moveTo>
                  <a:pt x="69453" y="89297"/>
                </a:moveTo>
                <a:cubicBezTo>
                  <a:pt x="72739" y="89297"/>
                  <a:pt x="75406" y="91964"/>
                  <a:pt x="75406" y="95250"/>
                </a:cubicBezTo>
                <a:cubicBezTo>
                  <a:pt x="75406" y="98536"/>
                  <a:pt x="72739" y="101203"/>
                  <a:pt x="69453" y="101203"/>
                </a:cubicBezTo>
                <a:cubicBezTo>
                  <a:pt x="66168" y="101203"/>
                  <a:pt x="63500" y="98536"/>
                  <a:pt x="63500" y="95250"/>
                </a:cubicBezTo>
                <a:cubicBezTo>
                  <a:pt x="63500" y="91964"/>
                  <a:pt x="66168" y="89297"/>
                  <a:pt x="69453" y="89297"/>
                </a:cubicBezTo>
                <a:close/>
                <a:moveTo>
                  <a:pt x="83344" y="95250"/>
                </a:moveTo>
                <a:cubicBezTo>
                  <a:pt x="83344" y="91964"/>
                  <a:pt x="86011" y="89297"/>
                  <a:pt x="89297" y="89297"/>
                </a:cubicBezTo>
                <a:cubicBezTo>
                  <a:pt x="92582" y="89297"/>
                  <a:pt x="95250" y="91964"/>
                  <a:pt x="95250" y="95250"/>
                </a:cubicBezTo>
                <a:cubicBezTo>
                  <a:pt x="95250" y="98536"/>
                  <a:pt x="92582" y="101203"/>
                  <a:pt x="89297" y="101203"/>
                </a:cubicBezTo>
                <a:cubicBezTo>
                  <a:pt x="86011" y="101203"/>
                  <a:pt x="83344" y="98536"/>
                  <a:pt x="83344" y="952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44" y="3013138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1844" y="3235388"/>
            <a:ext cx="140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20 + Express.js 4.18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69093" y="3521138"/>
            <a:ext cx="2738438" cy="698500"/>
          </a:xfrm>
          <a:custGeom>
            <a:avLst/>
            <a:gdLst/>
            <a:ahLst/>
            <a:cxnLst/>
            <a:rect l="l" t="t" r="r" b="b"/>
            <a:pathLst>
              <a:path w="2738438" h="698500">
                <a:moveTo>
                  <a:pt x="63501" y="0"/>
                </a:moveTo>
                <a:lnTo>
                  <a:pt x="2674937" y="0"/>
                </a:lnTo>
                <a:cubicBezTo>
                  <a:pt x="2710007" y="0"/>
                  <a:pt x="2738438" y="28430"/>
                  <a:pt x="2738438" y="63501"/>
                </a:cubicBezTo>
                <a:lnTo>
                  <a:pt x="2738438" y="634999"/>
                </a:lnTo>
                <a:cubicBezTo>
                  <a:pt x="2738438" y="670070"/>
                  <a:pt x="2710007" y="698500"/>
                  <a:pt x="2674937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656953" y="36163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1" name="Text 39"/>
          <p:cNvSpPr/>
          <p:nvPr/>
        </p:nvSpPr>
        <p:spPr>
          <a:xfrm>
            <a:off x="436562" y="3838638"/>
            <a:ext cx="260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0531" y="3997388"/>
            <a:ext cx="2595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JWT-based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198812" y="3521138"/>
            <a:ext cx="2738438" cy="698500"/>
          </a:xfrm>
          <a:custGeom>
            <a:avLst/>
            <a:gdLst/>
            <a:ahLst/>
            <a:cxnLst/>
            <a:rect l="l" t="t" r="r" b="b"/>
            <a:pathLst>
              <a:path w="2738438" h="698500">
                <a:moveTo>
                  <a:pt x="63501" y="0"/>
                </a:moveTo>
                <a:lnTo>
                  <a:pt x="2674937" y="0"/>
                </a:lnTo>
                <a:cubicBezTo>
                  <a:pt x="2710007" y="0"/>
                  <a:pt x="2738438" y="28430"/>
                  <a:pt x="2738438" y="63501"/>
                </a:cubicBezTo>
                <a:lnTo>
                  <a:pt x="2738438" y="634999"/>
                </a:lnTo>
                <a:cubicBezTo>
                  <a:pt x="2738438" y="670070"/>
                  <a:pt x="2710007" y="698500"/>
                  <a:pt x="2674937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466828" y="361638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5" name="Text 43"/>
          <p:cNvSpPr/>
          <p:nvPr/>
        </p:nvSpPr>
        <p:spPr>
          <a:xfrm>
            <a:off x="3266281" y="3838638"/>
            <a:ext cx="260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270250" y="3997388"/>
            <a:ext cx="2595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XP calc, Level up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028531" y="3521138"/>
            <a:ext cx="2738438" cy="698500"/>
          </a:xfrm>
          <a:custGeom>
            <a:avLst/>
            <a:gdLst/>
            <a:ahLst/>
            <a:cxnLst/>
            <a:rect l="l" t="t" r="r" b="b"/>
            <a:pathLst>
              <a:path w="2738438" h="698500">
                <a:moveTo>
                  <a:pt x="63501" y="0"/>
                </a:moveTo>
                <a:lnTo>
                  <a:pt x="2674937" y="0"/>
                </a:lnTo>
                <a:cubicBezTo>
                  <a:pt x="2710007" y="0"/>
                  <a:pt x="2738438" y="28430"/>
                  <a:pt x="2738438" y="63501"/>
                </a:cubicBezTo>
                <a:lnTo>
                  <a:pt x="2738438" y="634999"/>
                </a:lnTo>
                <a:cubicBezTo>
                  <a:pt x="2738438" y="670070"/>
                  <a:pt x="2710007" y="698500"/>
                  <a:pt x="2674937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296547" y="361638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9" name="Text 47"/>
          <p:cNvSpPr/>
          <p:nvPr/>
        </p:nvSpPr>
        <p:spPr>
          <a:xfrm>
            <a:off x="6096000" y="3838638"/>
            <a:ext cx="260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099969" y="3997388"/>
            <a:ext cx="2595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Kimi API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858250" y="3521138"/>
            <a:ext cx="2738438" cy="698500"/>
          </a:xfrm>
          <a:custGeom>
            <a:avLst/>
            <a:gdLst/>
            <a:ahLst/>
            <a:cxnLst/>
            <a:rect l="l" t="t" r="r" b="b"/>
            <a:pathLst>
              <a:path w="2738438" h="698500">
                <a:moveTo>
                  <a:pt x="63501" y="0"/>
                </a:moveTo>
                <a:lnTo>
                  <a:pt x="2674937" y="0"/>
                </a:lnTo>
                <a:cubicBezTo>
                  <a:pt x="2710007" y="0"/>
                  <a:pt x="2738438" y="28430"/>
                  <a:pt x="2738438" y="63501"/>
                </a:cubicBezTo>
                <a:lnTo>
                  <a:pt x="2738438" y="634999"/>
                </a:lnTo>
                <a:cubicBezTo>
                  <a:pt x="2738438" y="670070"/>
                  <a:pt x="2710007" y="698500"/>
                  <a:pt x="2674937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146109" y="36163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3" name="Text 51"/>
          <p:cNvSpPr/>
          <p:nvPr/>
        </p:nvSpPr>
        <p:spPr>
          <a:xfrm>
            <a:off x="8925719" y="3838638"/>
            <a:ext cx="260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Gamification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29687" y="3997388"/>
            <a:ext cx="2595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Streaks, Badges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73062" y="4318856"/>
            <a:ext cx="11215688" cy="357188"/>
          </a:xfrm>
          <a:custGeom>
            <a:avLst/>
            <a:gdLst/>
            <a:ahLst/>
            <a:cxnLst/>
            <a:rect l="l" t="t" r="r" b="b"/>
            <a:pathLst>
              <a:path w="11215688" h="357188">
                <a:moveTo>
                  <a:pt x="63501" y="0"/>
                </a:moveTo>
                <a:lnTo>
                  <a:pt x="11152187" y="0"/>
                </a:lnTo>
                <a:cubicBezTo>
                  <a:pt x="11187257" y="0"/>
                  <a:pt x="11215688" y="28430"/>
                  <a:pt x="11215688" y="63501"/>
                </a:cubicBezTo>
                <a:lnTo>
                  <a:pt x="11215688" y="293687"/>
                </a:lnTo>
                <a:cubicBezTo>
                  <a:pt x="11215688" y="328757"/>
                  <a:pt x="11187257" y="357188"/>
                  <a:pt x="111521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2281" y="4418075"/>
            <a:ext cx="1107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Middleware:</a:t>
            </a: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authenticateToken (JWT verification on all routes) | </a:t>
            </a: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Security:</a:t>
            </a: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bcrypt password hashing, HTTPS enforced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456774" y="4880314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/ Connection Pooling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842000" y="4911454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9" name="Text 57"/>
          <p:cNvSpPr/>
          <p:nvPr/>
        </p:nvSpPr>
        <p:spPr>
          <a:xfrm>
            <a:off x="6163468" y="4911454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Management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7468" y="5107786"/>
            <a:ext cx="11549063" cy="2309813"/>
          </a:xfrm>
          <a:custGeom>
            <a:avLst/>
            <a:gdLst/>
            <a:ahLst/>
            <a:cxnLst/>
            <a:rect l="l" t="t" r="r" b="b"/>
            <a:pathLst>
              <a:path w="11549063" h="2309813">
                <a:moveTo>
                  <a:pt x="95257" y="0"/>
                </a:moveTo>
                <a:lnTo>
                  <a:pt x="11453806" y="0"/>
                </a:lnTo>
                <a:cubicBezTo>
                  <a:pt x="11506415" y="0"/>
                  <a:pt x="11549063" y="42648"/>
                  <a:pt x="11549063" y="95257"/>
                </a:cubicBezTo>
                <a:lnTo>
                  <a:pt x="11549063" y="2214556"/>
                </a:lnTo>
                <a:cubicBezTo>
                  <a:pt x="11549063" y="2267165"/>
                  <a:pt x="11506415" y="2309813"/>
                  <a:pt x="11453806" y="2309813"/>
                </a:cubicBezTo>
                <a:lnTo>
                  <a:pt x="95257" y="2309813"/>
                </a:lnTo>
                <a:cubicBezTo>
                  <a:pt x="42648" y="2309813"/>
                  <a:pt x="0" y="2267165"/>
                  <a:pt x="0" y="2214556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0186" y="530225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374" y="539750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3" name="Text 61"/>
          <p:cNvSpPr/>
          <p:nvPr/>
        </p:nvSpPr>
        <p:spPr>
          <a:xfrm>
            <a:off x="642937" y="5270505"/>
            <a:ext cx="1873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2937" y="5492755"/>
            <a:ext cx="1849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15 on Supabase/Railway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230186" y="5778505"/>
            <a:ext cx="3659187" cy="1016000"/>
          </a:xfrm>
          <a:custGeom>
            <a:avLst/>
            <a:gdLst/>
            <a:ahLst/>
            <a:cxnLst/>
            <a:rect l="l" t="t" r="r" b="b"/>
            <a:pathLst>
              <a:path w="3659187" h="1016000">
                <a:moveTo>
                  <a:pt x="63500" y="0"/>
                </a:moveTo>
                <a:lnTo>
                  <a:pt x="3595688" y="0"/>
                </a:lnTo>
                <a:cubicBezTo>
                  <a:pt x="3630734" y="0"/>
                  <a:pt x="3659187" y="28453"/>
                  <a:pt x="3659187" y="63500"/>
                </a:cubicBezTo>
                <a:lnTo>
                  <a:pt x="3659187" y="952500"/>
                </a:lnTo>
                <a:cubicBezTo>
                  <a:pt x="3659187" y="987547"/>
                  <a:pt x="3630734" y="1016000"/>
                  <a:pt x="3595688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325437" y="5873754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Tables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325437" y="6096004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students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25437" y="625475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study_sessions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25437" y="641350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tasks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325437" y="657225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daily_goals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013728" y="5778505"/>
            <a:ext cx="3659187" cy="1016000"/>
          </a:xfrm>
          <a:custGeom>
            <a:avLst/>
            <a:gdLst/>
            <a:ahLst/>
            <a:cxnLst/>
            <a:rect l="l" t="t" r="r" b="b"/>
            <a:pathLst>
              <a:path w="3659187" h="1016000">
                <a:moveTo>
                  <a:pt x="63500" y="0"/>
                </a:moveTo>
                <a:lnTo>
                  <a:pt x="3595688" y="0"/>
                </a:lnTo>
                <a:cubicBezTo>
                  <a:pt x="3630734" y="0"/>
                  <a:pt x="3659187" y="28453"/>
                  <a:pt x="3659187" y="63500"/>
                </a:cubicBezTo>
                <a:lnTo>
                  <a:pt x="3659187" y="952500"/>
                </a:lnTo>
                <a:cubicBezTo>
                  <a:pt x="3659187" y="987547"/>
                  <a:pt x="3630734" y="1016000"/>
                  <a:pt x="3595688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4108978" y="5873754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Gamification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4108978" y="6096004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achievements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108978" y="625475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student_achievements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108978" y="641350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student_leaderboard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108978" y="657225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scheduled_sessions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797270" y="5778505"/>
            <a:ext cx="3659187" cy="1016000"/>
          </a:xfrm>
          <a:custGeom>
            <a:avLst/>
            <a:gdLst/>
            <a:ahLst/>
            <a:cxnLst/>
            <a:rect l="l" t="t" r="r" b="b"/>
            <a:pathLst>
              <a:path w="3659187" h="1016000">
                <a:moveTo>
                  <a:pt x="63500" y="0"/>
                </a:moveTo>
                <a:lnTo>
                  <a:pt x="3595688" y="0"/>
                </a:lnTo>
                <a:cubicBezTo>
                  <a:pt x="3630734" y="0"/>
                  <a:pt x="3659187" y="28453"/>
                  <a:pt x="3659187" y="63500"/>
                </a:cubicBezTo>
                <a:lnTo>
                  <a:pt x="3659187" y="952500"/>
                </a:lnTo>
                <a:cubicBezTo>
                  <a:pt x="3659187" y="987547"/>
                  <a:pt x="3630734" y="1016000"/>
                  <a:pt x="3595688" y="1016000"/>
                </a:cubicBezTo>
                <a:lnTo>
                  <a:pt x="63500" y="1016000"/>
                </a:lnTo>
                <a:cubicBezTo>
                  <a:pt x="28453" y="1016000"/>
                  <a:pt x="0" y="987547"/>
                  <a:pt x="0" y="952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7892520" y="5873754"/>
            <a:ext cx="352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Family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892520" y="6096004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ai_conversations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892520" y="625475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tutor_sessions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892520" y="641350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family_links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7892520" y="6572255"/>
            <a:ext cx="3516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connection_codes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166813" cy="230188"/>
          </a:xfrm>
          <a:custGeom>
            <a:avLst/>
            <a:gdLst/>
            <a:ahLst/>
            <a:cxnLst/>
            <a:rect l="l" t="t" r="r" b="b"/>
            <a:pathLst>
              <a:path w="1166813" h="230188">
                <a:moveTo>
                  <a:pt x="115094" y="0"/>
                </a:moveTo>
                <a:lnTo>
                  <a:pt x="1051719" y="0"/>
                </a:lnTo>
                <a:cubicBezTo>
                  <a:pt x="1115241" y="0"/>
                  <a:pt x="1166813" y="51572"/>
                  <a:pt x="1166813" y="115094"/>
                </a:cubicBezTo>
                <a:lnTo>
                  <a:pt x="1166813" y="115094"/>
                </a:lnTo>
                <a:cubicBezTo>
                  <a:pt x="1166813" y="178616"/>
                  <a:pt x="1115241" y="230188"/>
                  <a:pt x="1051719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Technology Stack: Modern, Scalable, Cost-Effective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691188" cy="2893219"/>
          </a:xfrm>
          <a:custGeom>
            <a:avLst/>
            <a:gdLst/>
            <a:ahLst/>
            <a:cxnLst/>
            <a:rect l="l" t="t" r="r" b="b"/>
            <a:pathLst>
              <a:path w="5691188" h="4468813">
                <a:moveTo>
                  <a:pt x="95230" y="0"/>
                </a:moveTo>
                <a:lnTo>
                  <a:pt x="5595957" y="0"/>
                </a:lnTo>
                <a:cubicBezTo>
                  <a:pt x="5648551" y="0"/>
                  <a:pt x="5691188" y="42636"/>
                  <a:pt x="5691188" y="95230"/>
                </a:cubicBezTo>
                <a:lnTo>
                  <a:pt x="5691188" y="4373582"/>
                </a:lnTo>
                <a:cubicBezTo>
                  <a:pt x="5691188" y="4426176"/>
                  <a:pt x="5648551" y="4468813"/>
                  <a:pt x="5595957" y="4468813"/>
                </a:cubicBezTo>
                <a:lnTo>
                  <a:pt x="95230" y="4468813"/>
                </a:lnTo>
                <a:cubicBezTo>
                  <a:pt x="42636" y="4468813"/>
                  <a:pt x="0" y="4426176"/>
                  <a:pt x="0" y="4373582"/>
                </a:cubicBezTo>
                <a:lnTo>
                  <a:pt x="0" y="95230"/>
                </a:lnTo>
                <a:cubicBezTo>
                  <a:pt x="0" y="42671"/>
                  <a:pt x="42671" y="0"/>
                  <a:pt x="9523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187" y="1420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Shape 6"/>
          <p:cNvSpPr/>
          <p:nvPr/>
        </p:nvSpPr>
        <p:spPr>
          <a:xfrm>
            <a:off x="579438" y="1516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5600" y="65931"/>
                </a:moveTo>
                <a:cubicBezTo>
                  <a:pt x="153591" y="65261"/>
                  <a:pt x="151581" y="64629"/>
                  <a:pt x="149572" y="64033"/>
                </a:cubicBezTo>
                <a:cubicBezTo>
                  <a:pt x="149907" y="62657"/>
                  <a:pt x="150205" y="61280"/>
                  <a:pt x="150502" y="59903"/>
                </a:cubicBezTo>
                <a:cubicBezTo>
                  <a:pt x="155079" y="37728"/>
                  <a:pt x="152065" y="19906"/>
                  <a:pt x="141908" y="14027"/>
                </a:cubicBezTo>
                <a:cubicBezTo>
                  <a:pt x="132122" y="8409"/>
                  <a:pt x="116160" y="14250"/>
                  <a:pt x="100012" y="28315"/>
                </a:cubicBezTo>
                <a:cubicBezTo>
                  <a:pt x="98413" y="29691"/>
                  <a:pt x="96850" y="31142"/>
                  <a:pt x="95362" y="32593"/>
                </a:cubicBezTo>
                <a:cubicBezTo>
                  <a:pt x="94357" y="31626"/>
                  <a:pt x="93315" y="30659"/>
                  <a:pt x="92273" y="29728"/>
                </a:cubicBezTo>
                <a:cubicBezTo>
                  <a:pt x="75344" y="14697"/>
                  <a:pt x="58378" y="8372"/>
                  <a:pt x="48220" y="14287"/>
                </a:cubicBezTo>
                <a:cubicBezTo>
                  <a:pt x="38472" y="19943"/>
                  <a:pt x="35570" y="36723"/>
                  <a:pt x="39663" y="57708"/>
                </a:cubicBezTo>
                <a:cubicBezTo>
                  <a:pt x="40072" y="59792"/>
                  <a:pt x="40518" y="61838"/>
                  <a:pt x="41039" y="63922"/>
                </a:cubicBezTo>
                <a:cubicBezTo>
                  <a:pt x="38658" y="64591"/>
                  <a:pt x="36314" y="65336"/>
                  <a:pt x="34119" y="66117"/>
                </a:cubicBezTo>
                <a:cubicBezTo>
                  <a:pt x="14250" y="73000"/>
                  <a:pt x="0" y="83865"/>
                  <a:pt x="0" y="95101"/>
                </a:cubicBezTo>
                <a:cubicBezTo>
                  <a:pt x="0" y="106710"/>
                  <a:pt x="15180" y="118356"/>
                  <a:pt x="35830" y="125425"/>
                </a:cubicBezTo>
                <a:cubicBezTo>
                  <a:pt x="37505" y="125983"/>
                  <a:pt x="39179" y="126541"/>
                  <a:pt x="40891" y="127025"/>
                </a:cubicBezTo>
                <a:cubicBezTo>
                  <a:pt x="40332" y="129257"/>
                  <a:pt x="39849" y="131452"/>
                  <a:pt x="39402" y="133722"/>
                </a:cubicBezTo>
                <a:cubicBezTo>
                  <a:pt x="35496" y="154372"/>
                  <a:pt x="38546" y="170743"/>
                  <a:pt x="48295" y="176361"/>
                </a:cubicBezTo>
                <a:cubicBezTo>
                  <a:pt x="58341" y="182166"/>
                  <a:pt x="75233" y="176213"/>
                  <a:pt x="91678" y="161813"/>
                </a:cubicBezTo>
                <a:cubicBezTo>
                  <a:pt x="92980" y="160660"/>
                  <a:pt x="94283" y="159469"/>
                  <a:pt x="95585" y="158204"/>
                </a:cubicBezTo>
                <a:cubicBezTo>
                  <a:pt x="97222" y="159804"/>
                  <a:pt x="98933" y="161330"/>
                  <a:pt x="100645" y="162818"/>
                </a:cubicBezTo>
                <a:cubicBezTo>
                  <a:pt x="116570" y="176510"/>
                  <a:pt x="132308" y="182054"/>
                  <a:pt x="142019" y="176436"/>
                </a:cubicBezTo>
                <a:cubicBezTo>
                  <a:pt x="152065" y="170631"/>
                  <a:pt x="155339" y="153033"/>
                  <a:pt x="151098" y="131601"/>
                </a:cubicBezTo>
                <a:cubicBezTo>
                  <a:pt x="150763" y="129964"/>
                  <a:pt x="150391" y="128290"/>
                  <a:pt x="149982" y="126578"/>
                </a:cubicBezTo>
                <a:cubicBezTo>
                  <a:pt x="151172" y="126243"/>
                  <a:pt x="152326" y="125871"/>
                  <a:pt x="153479" y="125499"/>
                </a:cubicBezTo>
                <a:cubicBezTo>
                  <a:pt x="174947" y="118393"/>
                  <a:pt x="190500" y="106896"/>
                  <a:pt x="190500" y="95101"/>
                </a:cubicBezTo>
                <a:cubicBezTo>
                  <a:pt x="190500" y="83827"/>
                  <a:pt x="175840" y="72889"/>
                  <a:pt x="155600" y="65931"/>
                </a:cubicBezTo>
                <a:close/>
                <a:moveTo>
                  <a:pt x="105259" y="34342"/>
                </a:moveTo>
                <a:cubicBezTo>
                  <a:pt x="119100" y="22287"/>
                  <a:pt x="132011" y="17562"/>
                  <a:pt x="137889" y="20948"/>
                </a:cubicBezTo>
                <a:cubicBezTo>
                  <a:pt x="144177" y="24557"/>
                  <a:pt x="146596" y="39142"/>
                  <a:pt x="142652" y="58303"/>
                </a:cubicBezTo>
                <a:cubicBezTo>
                  <a:pt x="142391" y="59568"/>
                  <a:pt x="142131" y="60796"/>
                  <a:pt x="141796" y="62024"/>
                </a:cubicBezTo>
                <a:cubicBezTo>
                  <a:pt x="133536" y="60164"/>
                  <a:pt x="125164" y="58824"/>
                  <a:pt x="116756" y="58080"/>
                </a:cubicBezTo>
                <a:cubicBezTo>
                  <a:pt x="111919" y="51160"/>
                  <a:pt x="106635" y="44537"/>
                  <a:pt x="100905" y="38323"/>
                </a:cubicBezTo>
                <a:cubicBezTo>
                  <a:pt x="102357" y="36947"/>
                  <a:pt x="103770" y="35644"/>
                  <a:pt x="105259" y="34342"/>
                </a:cubicBezTo>
                <a:close/>
                <a:moveTo>
                  <a:pt x="62210" y="114412"/>
                </a:moveTo>
                <a:cubicBezTo>
                  <a:pt x="64108" y="117649"/>
                  <a:pt x="66042" y="120886"/>
                  <a:pt x="68089" y="124048"/>
                </a:cubicBezTo>
                <a:cubicBezTo>
                  <a:pt x="62285" y="123416"/>
                  <a:pt x="56517" y="122486"/>
                  <a:pt x="50825" y="121258"/>
                </a:cubicBezTo>
                <a:cubicBezTo>
                  <a:pt x="52462" y="115900"/>
                  <a:pt x="54508" y="110356"/>
                  <a:pt x="56890" y="104701"/>
                </a:cubicBezTo>
                <a:cubicBezTo>
                  <a:pt x="58601" y="107975"/>
                  <a:pt x="60350" y="111212"/>
                  <a:pt x="62210" y="114412"/>
                </a:cubicBezTo>
                <a:close/>
                <a:moveTo>
                  <a:pt x="50936" y="69652"/>
                </a:moveTo>
                <a:cubicBezTo>
                  <a:pt x="56294" y="68461"/>
                  <a:pt x="61987" y="67494"/>
                  <a:pt x="67903" y="66749"/>
                </a:cubicBezTo>
                <a:cubicBezTo>
                  <a:pt x="65931" y="69838"/>
                  <a:pt x="63996" y="73000"/>
                  <a:pt x="62173" y="76200"/>
                </a:cubicBezTo>
                <a:cubicBezTo>
                  <a:pt x="60350" y="79363"/>
                  <a:pt x="58564" y="82600"/>
                  <a:pt x="56890" y="85874"/>
                </a:cubicBezTo>
                <a:cubicBezTo>
                  <a:pt x="54546" y="80330"/>
                  <a:pt x="52574" y="74898"/>
                  <a:pt x="50936" y="69652"/>
                </a:cubicBezTo>
                <a:close/>
                <a:moveTo>
                  <a:pt x="61131" y="95287"/>
                </a:moveTo>
                <a:cubicBezTo>
                  <a:pt x="63587" y="90153"/>
                  <a:pt x="66266" y="85130"/>
                  <a:pt x="69093" y="80181"/>
                </a:cubicBezTo>
                <a:cubicBezTo>
                  <a:pt x="71921" y="75233"/>
                  <a:pt x="74972" y="70433"/>
                  <a:pt x="78172" y="65708"/>
                </a:cubicBezTo>
                <a:cubicBezTo>
                  <a:pt x="83753" y="65298"/>
                  <a:pt x="89446" y="65075"/>
                  <a:pt x="95250" y="65075"/>
                </a:cubicBezTo>
                <a:cubicBezTo>
                  <a:pt x="101054" y="65075"/>
                  <a:pt x="106784" y="65298"/>
                  <a:pt x="112328" y="65708"/>
                </a:cubicBezTo>
                <a:cubicBezTo>
                  <a:pt x="115491" y="70396"/>
                  <a:pt x="118504" y="75195"/>
                  <a:pt x="121369" y="80107"/>
                </a:cubicBezTo>
                <a:cubicBezTo>
                  <a:pt x="124234" y="85018"/>
                  <a:pt x="126913" y="90041"/>
                  <a:pt x="129443" y="95138"/>
                </a:cubicBezTo>
                <a:cubicBezTo>
                  <a:pt x="126950" y="100273"/>
                  <a:pt x="124271" y="105333"/>
                  <a:pt x="121407" y="110319"/>
                </a:cubicBezTo>
                <a:cubicBezTo>
                  <a:pt x="118579" y="115267"/>
                  <a:pt x="115565" y="120067"/>
                  <a:pt x="112402" y="124830"/>
                </a:cubicBezTo>
                <a:cubicBezTo>
                  <a:pt x="106859" y="125239"/>
                  <a:pt x="101092" y="125425"/>
                  <a:pt x="95250" y="125425"/>
                </a:cubicBezTo>
                <a:cubicBezTo>
                  <a:pt x="89408" y="125425"/>
                  <a:pt x="83753" y="125239"/>
                  <a:pt x="78284" y="124904"/>
                </a:cubicBezTo>
                <a:cubicBezTo>
                  <a:pt x="75047" y="120179"/>
                  <a:pt x="71996" y="115342"/>
                  <a:pt x="69131" y="110393"/>
                </a:cubicBezTo>
                <a:cubicBezTo>
                  <a:pt x="66266" y="105445"/>
                  <a:pt x="63624" y="100422"/>
                  <a:pt x="61131" y="95287"/>
                </a:cubicBezTo>
                <a:close/>
                <a:moveTo>
                  <a:pt x="128327" y="114337"/>
                </a:moveTo>
                <a:cubicBezTo>
                  <a:pt x="130225" y="111063"/>
                  <a:pt x="132011" y="107752"/>
                  <a:pt x="133759" y="104403"/>
                </a:cubicBezTo>
                <a:cubicBezTo>
                  <a:pt x="136141" y="109798"/>
                  <a:pt x="138224" y="115267"/>
                  <a:pt x="140047" y="120886"/>
                </a:cubicBezTo>
                <a:cubicBezTo>
                  <a:pt x="134280" y="122188"/>
                  <a:pt x="128439" y="123192"/>
                  <a:pt x="122560" y="123862"/>
                </a:cubicBezTo>
                <a:cubicBezTo>
                  <a:pt x="124569" y="120737"/>
                  <a:pt x="126467" y="117537"/>
                  <a:pt x="128327" y="114337"/>
                </a:cubicBezTo>
                <a:close/>
                <a:moveTo>
                  <a:pt x="133685" y="85874"/>
                </a:moveTo>
                <a:cubicBezTo>
                  <a:pt x="131936" y="82600"/>
                  <a:pt x="130150" y="79325"/>
                  <a:pt x="128290" y="76126"/>
                </a:cubicBezTo>
                <a:cubicBezTo>
                  <a:pt x="126467" y="72963"/>
                  <a:pt x="124569" y="69838"/>
                  <a:pt x="122597" y="66749"/>
                </a:cubicBezTo>
                <a:cubicBezTo>
                  <a:pt x="128588" y="67494"/>
                  <a:pt x="134317" y="68498"/>
                  <a:pt x="139675" y="69726"/>
                </a:cubicBezTo>
                <a:cubicBezTo>
                  <a:pt x="137964" y="75233"/>
                  <a:pt x="135954" y="80590"/>
                  <a:pt x="133685" y="85874"/>
                </a:cubicBezTo>
                <a:close/>
                <a:moveTo>
                  <a:pt x="95324" y="44016"/>
                </a:moveTo>
                <a:cubicBezTo>
                  <a:pt x="99231" y="48258"/>
                  <a:pt x="102915" y="52722"/>
                  <a:pt x="106338" y="57336"/>
                </a:cubicBezTo>
                <a:cubicBezTo>
                  <a:pt x="98971" y="57001"/>
                  <a:pt x="91567" y="57001"/>
                  <a:pt x="84200" y="57336"/>
                </a:cubicBezTo>
                <a:cubicBezTo>
                  <a:pt x="87846" y="52536"/>
                  <a:pt x="91604" y="48071"/>
                  <a:pt x="95324" y="44016"/>
                </a:cubicBezTo>
                <a:close/>
                <a:moveTo>
                  <a:pt x="52164" y="21208"/>
                </a:moveTo>
                <a:cubicBezTo>
                  <a:pt x="58415" y="17562"/>
                  <a:pt x="72293" y="22771"/>
                  <a:pt x="86916" y="35719"/>
                </a:cubicBezTo>
                <a:cubicBezTo>
                  <a:pt x="87846" y="36537"/>
                  <a:pt x="88776" y="37430"/>
                  <a:pt x="89743" y="38323"/>
                </a:cubicBezTo>
                <a:cubicBezTo>
                  <a:pt x="83976" y="44537"/>
                  <a:pt x="78656" y="51160"/>
                  <a:pt x="73782" y="58080"/>
                </a:cubicBezTo>
                <a:cubicBezTo>
                  <a:pt x="65373" y="58824"/>
                  <a:pt x="57038" y="60127"/>
                  <a:pt x="48778" y="61950"/>
                </a:cubicBezTo>
                <a:cubicBezTo>
                  <a:pt x="48295" y="60052"/>
                  <a:pt x="47885" y="58117"/>
                  <a:pt x="47476" y="56183"/>
                </a:cubicBezTo>
                <a:cubicBezTo>
                  <a:pt x="43979" y="38174"/>
                  <a:pt x="46286" y="24594"/>
                  <a:pt x="52164" y="21208"/>
                </a:cubicBezTo>
                <a:close/>
                <a:moveTo>
                  <a:pt x="43049" y="119286"/>
                </a:moveTo>
                <a:cubicBezTo>
                  <a:pt x="41486" y="118839"/>
                  <a:pt x="39960" y="118356"/>
                  <a:pt x="38435" y="117835"/>
                </a:cubicBezTo>
                <a:cubicBezTo>
                  <a:pt x="30510" y="115342"/>
                  <a:pt x="21506" y="111398"/>
                  <a:pt x="14994" y="106226"/>
                </a:cubicBezTo>
                <a:cubicBezTo>
                  <a:pt x="11237" y="103622"/>
                  <a:pt x="8706" y="99603"/>
                  <a:pt x="8000" y="95101"/>
                </a:cubicBezTo>
                <a:cubicBezTo>
                  <a:pt x="8000" y="88292"/>
                  <a:pt x="19757" y="79586"/>
                  <a:pt x="36723" y="73670"/>
                </a:cubicBezTo>
                <a:cubicBezTo>
                  <a:pt x="38844" y="72926"/>
                  <a:pt x="41002" y="72256"/>
                  <a:pt x="43160" y="71624"/>
                </a:cubicBezTo>
                <a:cubicBezTo>
                  <a:pt x="45690" y="79697"/>
                  <a:pt x="48741" y="87623"/>
                  <a:pt x="52276" y="95287"/>
                </a:cubicBezTo>
                <a:cubicBezTo>
                  <a:pt x="48704" y="103063"/>
                  <a:pt x="45616" y="111100"/>
                  <a:pt x="43049" y="119286"/>
                </a:cubicBezTo>
                <a:close/>
                <a:moveTo>
                  <a:pt x="86432" y="155749"/>
                </a:moveTo>
                <a:cubicBezTo>
                  <a:pt x="80293" y="161367"/>
                  <a:pt x="73186" y="165832"/>
                  <a:pt x="65447" y="168883"/>
                </a:cubicBezTo>
                <a:cubicBezTo>
                  <a:pt x="61317" y="170855"/>
                  <a:pt x="56555" y="171041"/>
                  <a:pt x="52313" y="169366"/>
                </a:cubicBezTo>
                <a:cubicBezTo>
                  <a:pt x="46397" y="165943"/>
                  <a:pt x="43942" y="152809"/>
                  <a:pt x="47290" y="135136"/>
                </a:cubicBezTo>
                <a:cubicBezTo>
                  <a:pt x="47699" y="133052"/>
                  <a:pt x="48146" y="130969"/>
                  <a:pt x="48667" y="128922"/>
                </a:cubicBezTo>
                <a:cubicBezTo>
                  <a:pt x="57001" y="130708"/>
                  <a:pt x="65410" y="131936"/>
                  <a:pt x="73930" y="132569"/>
                </a:cubicBezTo>
                <a:cubicBezTo>
                  <a:pt x="78842" y="139526"/>
                  <a:pt x="84237" y="146186"/>
                  <a:pt x="90004" y="152437"/>
                </a:cubicBezTo>
                <a:cubicBezTo>
                  <a:pt x="88813" y="153591"/>
                  <a:pt x="87623" y="154707"/>
                  <a:pt x="86432" y="155749"/>
                </a:cubicBezTo>
                <a:close/>
                <a:moveTo>
                  <a:pt x="95548" y="146707"/>
                </a:moveTo>
                <a:cubicBezTo>
                  <a:pt x="91753" y="142615"/>
                  <a:pt x="87957" y="138075"/>
                  <a:pt x="84274" y="133201"/>
                </a:cubicBezTo>
                <a:cubicBezTo>
                  <a:pt x="87846" y="133350"/>
                  <a:pt x="91529" y="133424"/>
                  <a:pt x="95250" y="133424"/>
                </a:cubicBezTo>
                <a:cubicBezTo>
                  <a:pt x="99082" y="133424"/>
                  <a:pt x="102840" y="133350"/>
                  <a:pt x="106561" y="133164"/>
                </a:cubicBezTo>
                <a:cubicBezTo>
                  <a:pt x="103138" y="137889"/>
                  <a:pt x="99454" y="142391"/>
                  <a:pt x="95548" y="146707"/>
                </a:cubicBezTo>
                <a:close/>
                <a:moveTo>
                  <a:pt x="144177" y="157869"/>
                </a:moveTo>
                <a:cubicBezTo>
                  <a:pt x="143842" y="162409"/>
                  <a:pt x="141610" y="166650"/>
                  <a:pt x="138038" y="169515"/>
                </a:cubicBezTo>
                <a:cubicBezTo>
                  <a:pt x="132122" y="172938"/>
                  <a:pt x="119509" y="168473"/>
                  <a:pt x="105891" y="156790"/>
                </a:cubicBezTo>
                <a:cubicBezTo>
                  <a:pt x="104329" y="155451"/>
                  <a:pt x="102766" y="154000"/>
                  <a:pt x="101166" y="152512"/>
                </a:cubicBezTo>
                <a:cubicBezTo>
                  <a:pt x="106859" y="146224"/>
                  <a:pt x="112105" y="139564"/>
                  <a:pt x="116867" y="132569"/>
                </a:cubicBezTo>
                <a:cubicBezTo>
                  <a:pt x="125388" y="131862"/>
                  <a:pt x="133871" y="130559"/>
                  <a:pt x="142242" y="128662"/>
                </a:cubicBezTo>
                <a:cubicBezTo>
                  <a:pt x="142615" y="130187"/>
                  <a:pt x="142949" y="131713"/>
                  <a:pt x="143247" y="133201"/>
                </a:cubicBezTo>
                <a:cubicBezTo>
                  <a:pt x="145070" y="141238"/>
                  <a:pt x="145368" y="149609"/>
                  <a:pt x="144177" y="157869"/>
                </a:cubicBezTo>
                <a:close/>
                <a:moveTo>
                  <a:pt x="150949" y="117872"/>
                </a:moveTo>
                <a:cubicBezTo>
                  <a:pt x="149907" y="118207"/>
                  <a:pt x="148865" y="118542"/>
                  <a:pt x="147786" y="118839"/>
                </a:cubicBezTo>
                <a:cubicBezTo>
                  <a:pt x="145182" y="110728"/>
                  <a:pt x="141982" y="102803"/>
                  <a:pt x="138299" y="95101"/>
                </a:cubicBezTo>
                <a:cubicBezTo>
                  <a:pt x="141870" y="87511"/>
                  <a:pt x="144884" y="79697"/>
                  <a:pt x="147414" y="71698"/>
                </a:cubicBezTo>
                <a:cubicBezTo>
                  <a:pt x="149349" y="72256"/>
                  <a:pt x="151209" y="72851"/>
                  <a:pt x="152995" y="73447"/>
                </a:cubicBezTo>
                <a:cubicBezTo>
                  <a:pt x="170334" y="79400"/>
                  <a:pt x="182500" y="88255"/>
                  <a:pt x="182500" y="95027"/>
                </a:cubicBezTo>
                <a:cubicBezTo>
                  <a:pt x="182500" y="102319"/>
                  <a:pt x="169515" y="111733"/>
                  <a:pt x="150949" y="117872"/>
                </a:cubicBezTo>
                <a:close/>
                <a:moveTo>
                  <a:pt x="95250" y="112291"/>
                </a:moveTo>
                <a:cubicBezTo>
                  <a:pt x="104655" y="112291"/>
                  <a:pt x="112291" y="104655"/>
                  <a:pt x="112291" y="95250"/>
                </a:cubicBezTo>
                <a:cubicBezTo>
                  <a:pt x="112291" y="85845"/>
                  <a:pt x="104655" y="78209"/>
                  <a:pt x="95250" y="78209"/>
                </a:cubicBezTo>
                <a:cubicBezTo>
                  <a:pt x="85845" y="78209"/>
                  <a:pt x="78209" y="85845"/>
                  <a:pt x="78209" y="95250"/>
                </a:cubicBezTo>
                <a:cubicBezTo>
                  <a:pt x="78209" y="104655"/>
                  <a:pt x="85845" y="112291"/>
                  <a:pt x="95250" y="11229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960438" y="1420813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438" y="1643063"/>
            <a:ext cx="153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18 + Tailwind CSS + Vite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187" y="1928813"/>
            <a:ext cx="5365750" cy="1143000"/>
          </a:xfrm>
          <a:custGeom>
            <a:avLst/>
            <a:gdLst/>
            <a:ahLst/>
            <a:cxnLst/>
            <a:rect l="l" t="t" r="r" b="b"/>
            <a:pathLst>
              <a:path w="5365750" h="1143000">
                <a:moveTo>
                  <a:pt x="63505" y="0"/>
                </a:moveTo>
                <a:lnTo>
                  <a:pt x="5302245" y="0"/>
                </a:lnTo>
                <a:cubicBezTo>
                  <a:pt x="5337318" y="0"/>
                  <a:pt x="5365750" y="28432"/>
                  <a:pt x="5365750" y="63505"/>
                </a:cubicBezTo>
                <a:lnTo>
                  <a:pt x="5365750" y="1079495"/>
                </a:lnTo>
                <a:cubicBezTo>
                  <a:pt x="5365750" y="1114568"/>
                  <a:pt x="5337318" y="1143000"/>
                  <a:pt x="5302245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9438" y="2024062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React?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438" y="22463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Component-based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438" y="24368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Huge ecosystem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438" y="26273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PWA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438" y="28178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Team familiarity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187" y="3167063"/>
            <a:ext cx="5365750" cy="952500"/>
          </a:xfrm>
          <a:custGeom>
            <a:avLst/>
            <a:gdLst/>
            <a:ahLst/>
            <a:cxnLst/>
            <a:rect l="l" t="t" r="r" b="b"/>
            <a:pathLst>
              <a:path w="5365750" h="95250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888997"/>
                </a:lnTo>
                <a:cubicBezTo>
                  <a:pt x="5365750" y="924069"/>
                  <a:pt x="5337319" y="952500"/>
                  <a:pt x="53022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79438" y="32623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Tailwind?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9438" y="3484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Utility-first styling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438" y="36750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Responsive by default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438" y="3865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Consistent design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7500" y="4183064"/>
            <a:ext cx="5691188" cy="2674936"/>
          </a:xfrm>
          <a:custGeom>
            <a:avLst/>
            <a:gdLst/>
            <a:ahLst/>
            <a:cxnLst/>
            <a:rect l="l" t="t" r="r" b="b"/>
            <a:pathLst>
              <a:path w="5691188" h="3611563">
                <a:moveTo>
                  <a:pt x="95237" y="0"/>
                </a:moveTo>
                <a:lnTo>
                  <a:pt x="5595951" y="0"/>
                </a:lnTo>
                <a:cubicBezTo>
                  <a:pt x="5648548" y="0"/>
                  <a:pt x="5691188" y="42639"/>
                  <a:pt x="5691188" y="95237"/>
                </a:cubicBezTo>
                <a:lnTo>
                  <a:pt x="5691188" y="3516326"/>
                </a:lnTo>
                <a:cubicBezTo>
                  <a:pt x="5691188" y="3568923"/>
                  <a:pt x="5648548" y="3611563"/>
                  <a:pt x="5595951" y="3611563"/>
                </a:cubicBezTo>
                <a:lnTo>
                  <a:pt x="95237" y="3611563"/>
                </a:lnTo>
                <a:cubicBezTo>
                  <a:pt x="42639" y="3611563"/>
                  <a:pt x="0" y="3568923"/>
                  <a:pt x="0" y="3516326"/>
                </a:cubicBezTo>
                <a:lnTo>
                  <a:pt x="0" y="95237"/>
                </a:lnTo>
                <a:cubicBezTo>
                  <a:pt x="0" y="42674"/>
                  <a:pt x="42674" y="0"/>
                  <a:pt x="95237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0999" y="43378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1" name="Shape 29"/>
          <p:cNvSpPr/>
          <p:nvPr/>
        </p:nvSpPr>
        <p:spPr>
          <a:xfrm>
            <a:off x="488156" y="443309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530" y="189012"/>
                </a:moveTo>
                <a:cubicBezTo>
                  <a:pt x="81037" y="189012"/>
                  <a:pt x="78507" y="188342"/>
                  <a:pt x="76312" y="187077"/>
                </a:cubicBezTo>
                <a:lnTo>
                  <a:pt x="53355" y="173496"/>
                </a:lnTo>
                <a:cubicBezTo>
                  <a:pt x="49932" y="171562"/>
                  <a:pt x="51606" y="170892"/>
                  <a:pt x="52722" y="170520"/>
                </a:cubicBezTo>
                <a:cubicBezTo>
                  <a:pt x="57299" y="168920"/>
                  <a:pt x="58229" y="168585"/>
                  <a:pt x="63103" y="165795"/>
                </a:cubicBezTo>
                <a:cubicBezTo>
                  <a:pt x="63624" y="165497"/>
                  <a:pt x="64294" y="165608"/>
                  <a:pt x="64815" y="165943"/>
                </a:cubicBezTo>
                <a:lnTo>
                  <a:pt x="82451" y="176399"/>
                </a:lnTo>
                <a:cubicBezTo>
                  <a:pt x="83083" y="176771"/>
                  <a:pt x="83976" y="176771"/>
                  <a:pt x="84572" y="176399"/>
                </a:cubicBezTo>
                <a:lnTo>
                  <a:pt x="153293" y="136736"/>
                </a:lnTo>
                <a:cubicBezTo>
                  <a:pt x="153925" y="136364"/>
                  <a:pt x="154335" y="135620"/>
                  <a:pt x="154335" y="134875"/>
                </a:cubicBezTo>
                <a:lnTo>
                  <a:pt x="154335" y="55550"/>
                </a:lnTo>
                <a:cubicBezTo>
                  <a:pt x="154335" y="54769"/>
                  <a:pt x="153925" y="54062"/>
                  <a:pt x="153256" y="53653"/>
                </a:cubicBezTo>
                <a:lnTo>
                  <a:pt x="84572" y="14027"/>
                </a:lnTo>
                <a:cubicBezTo>
                  <a:pt x="83939" y="13655"/>
                  <a:pt x="83083" y="13655"/>
                  <a:pt x="82451" y="14027"/>
                </a:cubicBezTo>
                <a:lnTo>
                  <a:pt x="13804" y="53690"/>
                </a:lnTo>
                <a:cubicBezTo>
                  <a:pt x="13134" y="54062"/>
                  <a:pt x="12725" y="54806"/>
                  <a:pt x="12725" y="55587"/>
                </a:cubicBezTo>
                <a:lnTo>
                  <a:pt x="12725" y="134875"/>
                </a:lnTo>
                <a:cubicBezTo>
                  <a:pt x="12725" y="135620"/>
                  <a:pt x="13134" y="136364"/>
                  <a:pt x="13804" y="136699"/>
                </a:cubicBezTo>
                <a:lnTo>
                  <a:pt x="32631" y="147563"/>
                </a:lnTo>
                <a:cubicBezTo>
                  <a:pt x="42863" y="152660"/>
                  <a:pt x="49113" y="146670"/>
                  <a:pt x="49113" y="140605"/>
                </a:cubicBezTo>
                <a:lnTo>
                  <a:pt x="49113" y="62322"/>
                </a:lnTo>
                <a:cubicBezTo>
                  <a:pt x="49113" y="61206"/>
                  <a:pt x="50006" y="60350"/>
                  <a:pt x="51122" y="60350"/>
                </a:cubicBezTo>
                <a:lnTo>
                  <a:pt x="59829" y="60350"/>
                </a:lnTo>
                <a:cubicBezTo>
                  <a:pt x="60908" y="60350"/>
                  <a:pt x="61838" y="61206"/>
                  <a:pt x="61838" y="62322"/>
                </a:cubicBezTo>
                <a:lnTo>
                  <a:pt x="61838" y="140643"/>
                </a:lnTo>
                <a:cubicBezTo>
                  <a:pt x="61838" y="154260"/>
                  <a:pt x="54397" y="162074"/>
                  <a:pt x="41486" y="162074"/>
                </a:cubicBezTo>
                <a:cubicBezTo>
                  <a:pt x="37505" y="162074"/>
                  <a:pt x="34379" y="162074"/>
                  <a:pt x="25673" y="157758"/>
                </a:cubicBezTo>
                <a:lnTo>
                  <a:pt x="7665" y="147377"/>
                </a:lnTo>
                <a:cubicBezTo>
                  <a:pt x="3200" y="144810"/>
                  <a:pt x="446" y="140010"/>
                  <a:pt x="446" y="134838"/>
                </a:cubicBezTo>
                <a:lnTo>
                  <a:pt x="446" y="55550"/>
                </a:lnTo>
                <a:cubicBezTo>
                  <a:pt x="446" y="50416"/>
                  <a:pt x="3200" y="45579"/>
                  <a:pt x="7665" y="43011"/>
                </a:cubicBezTo>
                <a:lnTo>
                  <a:pt x="76312" y="3349"/>
                </a:lnTo>
                <a:cubicBezTo>
                  <a:pt x="80665" y="893"/>
                  <a:pt x="86432" y="893"/>
                  <a:pt x="90748" y="3349"/>
                </a:cubicBezTo>
                <a:lnTo>
                  <a:pt x="159469" y="43049"/>
                </a:lnTo>
                <a:cubicBezTo>
                  <a:pt x="163934" y="45616"/>
                  <a:pt x="166688" y="50416"/>
                  <a:pt x="166688" y="55587"/>
                </a:cubicBezTo>
                <a:lnTo>
                  <a:pt x="166688" y="134875"/>
                </a:lnTo>
                <a:cubicBezTo>
                  <a:pt x="166688" y="140010"/>
                  <a:pt x="163934" y="144810"/>
                  <a:pt x="159469" y="147414"/>
                </a:cubicBezTo>
                <a:lnTo>
                  <a:pt x="90748" y="187077"/>
                </a:lnTo>
                <a:cubicBezTo>
                  <a:pt x="88553" y="188342"/>
                  <a:pt x="86060" y="189012"/>
                  <a:pt x="83530" y="189012"/>
                </a:cubicBezTo>
                <a:close/>
                <a:moveTo>
                  <a:pt x="139005" y="110840"/>
                </a:moveTo>
                <a:cubicBezTo>
                  <a:pt x="139005" y="95994"/>
                  <a:pt x="128960" y="92050"/>
                  <a:pt x="107863" y="89260"/>
                </a:cubicBezTo>
                <a:cubicBezTo>
                  <a:pt x="86506" y="86432"/>
                  <a:pt x="84348" y="84981"/>
                  <a:pt x="84348" y="79995"/>
                </a:cubicBezTo>
                <a:cubicBezTo>
                  <a:pt x="84348" y="75865"/>
                  <a:pt x="86171" y="70358"/>
                  <a:pt x="101984" y="70358"/>
                </a:cubicBezTo>
                <a:cubicBezTo>
                  <a:pt x="116086" y="70358"/>
                  <a:pt x="121295" y="73409"/>
                  <a:pt x="123453" y="82934"/>
                </a:cubicBezTo>
                <a:cubicBezTo>
                  <a:pt x="123639" y="83827"/>
                  <a:pt x="124458" y="84497"/>
                  <a:pt x="125388" y="84497"/>
                </a:cubicBezTo>
                <a:lnTo>
                  <a:pt x="134317" y="84497"/>
                </a:lnTo>
                <a:cubicBezTo>
                  <a:pt x="134875" y="84497"/>
                  <a:pt x="135396" y="84274"/>
                  <a:pt x="135768" y="83865"/>
                </a:cubicBezTo>
                <a:cubicBezTo>
                  <a:pt x="136141" y="83455"/>
                  <a:pt x="136327" y="82897"/>
                  <a:pt x="136289" y="82339"/>
                </a:cubicBezTo>
                <a:cubicBezTo>
                  <a:pt x="134913" y="65931"/>
                  <a:pt x="124011" y="58303"/>
                  <a:pt x="101984" y="58303"/>
                </a:cubicBezTo>
                <a:cubicBezTo>
                  <a:pt x="82376" y="58303"/>
                  <a:pt x="70693" y="66563"/>
                  <a:pt x="70693" y="80442"/>
                </a:cubicBezTo>
                <a:cubicBezTo>
                  <a:pt x="70693" y="95473"/>
                  <a:pt x="82339" y="99640"/>
                  <a:pt x="101129" y="101501"/>
                </a:cubicBezTo>
                <a:cubicBezTo>
                  <a:pt x="123639" y="103696"/>
                  <a:pt x="125388" y="107007"/>
                  <a:pt x="125388" y="111435"/>
                </a:cubicBezTo>
                <a:cubicBezTo>
                  <a:pt x="125388" y="119100"/>
                  <a:pt x="119211" y="122374"/>
                  <a:pt x="104738" y="122374"/>
                </a:cubicBezTo>
                <a:cubicBezTo>
                  <a:pt x="86544" y="122374"/>
                  <a:pt x="82562" y="117797"/>
                  <a:pt x="81223" y="108756"/>
                </a:cubicBezTo>
                <a:cubicBezTo>
                  <a:pt x="81074" y="107789"/>
                  <a:pt x="80256" y="107082"/>
                  <a:pt x="79251" y="107082"/>
                </a:cubicBezTo>
                <a:lnTo>
                  <a:pt x="70358" y="107082"/>
                </a:lnTo>
                <a:cubicBezTo>
                  <a:pt x="69242" y="107082"/>
                  <a:pt x="68387" y="107975"/>
                  <a:pt x="68387" y="109054"/>
                </a:cubicBezTo>
                <a:cubicBezTo>
                  <a:pt x="68387" y="120625"/>
                  <a:pt x="74675" y="134429"/>
                  <a:pt x="104775" y="134429"/>
                </a:cubicBezTo>
                <a:cubicBezTo>
                  <a:pt x="126504" y="134392"/>
                  <a:pt x="139005" y="125797"/>
                  <a:pt x="139005" y="11084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30"/>
          <p:cNvSpPr/>
          <p:nvPr/>
        </p:nvSpPr>
        <p:spPr>
          <a:xfrm>
            <a:off x="857250" y="4337845"/>
            <a:ext cx="142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7250" y="4560095"/>
            <a:ext cx="140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20 + Express.js 4.18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0999" y="4845845"/>
            <a:ext cx="5365750" cy="1143000"/>
          </a:xfrm>
          <a:custGeom>
            <a:avLst/>
            <a:gdLst/>
            <a:ahLst/>
            <a:cxnLst/>
            <a:rect l="l" t="t" r="r" b="b"/>
            <a:pathLst>
              <a:path w="5365750" h="1143000">
                <a:moveTo>
                  <a:pt x="63505" y="0"/>
                </a:moveTo>
                <a:lnTo>
                  <a:pt x="5302245" y="0"/>
                </a:lnTo>
                <a:cubicBezTo>
                  <a:pt x="5337318" y="0"/>
                  <a:pt x="5365750" y="28432"/>
                  <a:pt x="5365750" y="63505"/>
                </a:cubicBezTo>
                <a:lnTo>
                  <a:pt x="5365750" y="1079495"/>
                </a:lnTo>
                <a:cubicBezTo>
                  <a:pt x="5365750" y="1114568"/>
                  <a:pt x="5337318" y="1143000"/>
                  <a:pt x="5302245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6250" y="494109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Node.js?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6250" y="516334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JavaScript everywhere (frontend/backend sharing)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6250" y="535384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Non-blocking I/O for concurrent requests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6250" y="554434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Massive npm ecosystem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6250" y="573484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Native JSON handling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0999" y="6084095"/>
            <a:ext cx="5365750" cy="773905"/>
          </a:xfrm>
          <a:custGeom>
            <a:avLst/>
            <a:gdLst/>
            <a:ahLst/>
            <a:cxnLst/>
            <a:rect l="l" t="t" r="r" b="b"/>
            <a:pathLst>
              <a:path w="5365750" h="1143000">
                <a:moveTo>
                  <a:pt x="63505" y="0"/>
                </a:moveTo>
                <a:lnTo>
                  <a:pt x="5302245" y="0"/>
                </a:lnTo>
                <a:cubicBezTo>
                  <a:pt x="5337318" y="0"/>
                  <a:pt x="5365750" y="28432"/>
                  <a:pt x="5365750" y="63505"/>
                </a:cubicBezTo>
                <a:lnTo>
                  <a:pt x="5365750" y="1079495"/>
                </a:lnTo>
                <a:cubicBezTo>
                  <a:pt x="5365750" y="1114568"/>
                  <a:pt x="5337318" y="1143000"/>
                  <a:pt x="5302245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76250" y="617934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Express?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6250" y="640159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Minimal, flexible framework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76250" y="6592095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Robust middleware ecosystem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9344" y="1258094"/>
            <a:ext cx="5691188" cy="5151438"/>
          </a:xfrm>
          <a:custGeom>
            <a:avLst/>
            <a:gdLst/>
            <a:ahLst/>
            <a:cxnLst/>
            <a:rect l="l" t="t" r="r" b="b"/>
            <a:pathLst>
              <a:path w="5691188" h="5151438">
                <a:moveTo>
                  <a:pt x="95250" y="0"/>
                </a:moveTo>
                <a:lnTo>
                  <a:pt x="5595937" y="0"/>
                </a:lnTo>
                <a:cubicBezTo>
                  <a:pt x="5648543" y="0"/>
                  <a:pt x="5691188" y="42645"/>
                  <a:pt x="5691188" y="95250"/>
                </a:cubicBezTo>
                <a:lnTo>
                  <a:pt x="5691188" y="5056187"/>
                </a:lnTo>
                <a:cubicBezTo>
                  <a:pt x="5691188" y="5108793"/>
                  <a:pt x="5648543" y="5151438"/>
                  <a:pt x="5595937" y="5151438"/>
                </a:cubicBezTo>
                <a:lnTo>
                  <a:pt x="95250" y="5151438"/>
                </a:lnTo>
                <a:cubicBezTo>
                  <a:pt x="42645" y="5151438"/>
                  <a:pt x="0" y="5108793"/>
                  <a:pt x="0" y="5056187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42063" y="1420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0" name="Shape 48"/>
          <p:cNvSpPr/>
          <p:nvPr/>
        </p:nvSpPr>
        <p:spPr>
          <a:xfrm>
            <a:off x="6449219" y="15160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1" name="Text 49"/>
          <p:cNvSpPr/>
          <p:nvPr/>
        </p:nvSpPr>
        <p:spPr>
          <a:xfrm>
            <a:off x="6818313" y="1500188"/>
            <a:ext cx="1643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Infrastructure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42063" y="1928813"/>
            <a:ext cx="5365750" cy="1143000"/>
          </a:xfrm>
          <a:custGeom>
            <a:avLst/>
            <a:gdLst/>
            <a:ahLst/>
            <a:cxnLst/>
            <a:rect l="l" t="t" r="r" b="b"/>
            <a:pathLst>
              <a:path w="5365750" h="1143000">
                <a:moveTo>
                  <a:pt x="63505" y="0"/>
                </a:moveTo>
                <a:lnTo>
                  <a:pt x="5302245" y="0"/>
                </a:lnTo>
                <a:cubicBezTo>
                  <a:pt x="5337318" y="0"/>
                  <a:pt x="5365750" y="28432"/>
                  <a:pt x="5365750" y="63505"/>
                </a:cubicBezTo>
                <a:lnTo>
                  <a:pt x="5365750" y="1079495"/>
                </a:lnTo>
                <a:cubicBezTo>
                  <a:pt x="5365750" y="1114568"/>
                  <a:pt x="5337318" y="1143000"/>
                  <a:pt x="5302245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37313" y="2024062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15 (Supabase/Railway)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37313" y="22463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ACID compliance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37313" y="24368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Complex queries/relations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37313" y="26273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Free tier sufficient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37313" y="28178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Automated backups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42063" y="3167063"/>
            <a:ext cx="5365750" cy="952500"/>
          </a:xfrm>
          <a:custGeom>
            <a:avLst/>
            <a:gdLst/>
            <a:ahLst/>
            <a:cxnLst/>
            <a:rect l="l" t="t" r="r" b="b"/>
            <a:pathLst>
              <a:path w="5365750" h="95250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888997"/>
                </a:lnTo>
                <a:cubicBezTo>
                  <a:pt x="5365750" y="924069"/>
                  <a:pt x="5337319" y="952500"/>
                  <a:pt x="53022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437313" y="32623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Kimi API (AI)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37313" y="3484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Cost-effective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37313" y="36750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Educational focus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37313" y="3865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Strong reasoning capabilities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2063" y="4214813"/>
            <a:ext cx="5365750" cy="1365250"/>
          </a:xfrm>
          <a:custGeom>
            <a:avLst/>
            <a:gdLst/>
            <a:ahLst/>
            <a:cxnLst/>
            <a:rect l="l" t="t" r="r" b="b"/>
            <a:pathLst>
              <a:path w="5365750" h="1365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1301752"/>
                </a:lnTo>
                <a:cubicBezTo>
                  <a:pt x="5365750" y="1336821"/>
                  <a:pt x="5337321" y="1365250"/>
                  <a:pt x="5302252" y="1365250"/>
                </a:cubicBezTo>
                <a:lnTo>
                  <a:pt x="63498" y="1365250"/>
                </a:lnTo>
                <a:cubicBezTo>
                  <a:pt x="28429" y="1365250"/>
                  <a:pt x="0" y="1336821"/>
                  <a:pt x="0" y="1301752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437313" y="43100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437313" y="45323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Vercel (Frontend) + Railway (Backend/DB)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37313" y="4754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Generous free tiers for students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37313" y="49450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Automatic CI/CD from GitHub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437313" y="5135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Global CDN for fast loading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437313" y="53260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Auto-scaling capabilities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42063" y="567531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437313" y="57705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437313" y="59928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(JSON Web Tokens) — Stateless, secure, mobile-friendly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10313" y="7469188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Entire development period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262063" cy="230188"/>
          </a:xfrm>
          <a:custGeom>
            <a:avLst/>
            <a:gdLst/>
            <a:ahLst/>
            <a:cxnLst/>
            <a:rect l="l" t="t" r="r" b="b"/>
            <a:pathLst>
              <a:path w="1262063" h="230188">
                <a:moveTo>
                  <a:pt x="115094" y="0"/>
                </a:moveTo>
                <a:lnTo>
                  <a:pt x="1146969" y="0"/>
                </a:lnTo>
                <a:cubicBezTo>
                  <a:pt x="1210491" y="0"/>
                  <a:pt x="1262063" y="51572"/>
                  <a:pt x="1262063" y="115094"/>
                </a:cubicBezTo>
                <a:lnTo>
                  <a:pt x="1262063" y="115094"/>
                </a:lnTo>
                <a:cubicBezTo>
                  <a:pt x="1262063" y="178616"/>
                  <a:pt x="1210491" y="230188"/>
                  <a:pt x="1146969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1111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Research-Based Design: Evidence Drives Every Feature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691188" cy="2659063"/>
          </a:xfrm>
          <a:custGeom>
            <a:avLst/>
            <a:gdLst/>
            <a:ahLst/>
            <a:cxnLst/>
            <a:rect l="l" t="t" r="r" b="b"/>
            <a:pathLst>
              <a:path w="5691188" h="2659063">
                <a:moveTo>
                  <a:pt x="95248" y="0"/>
                </a:moveTo>
                <a:lnTo>
                  <a:pt x="5595940" y="0"/>
                </a:lnTo>
                <a:cubicBezTo>
                  <a:pt x="5648544" y="0"/>
                  <a:pt x="5691188" y="42644"/>
                  <a:pt x="5691188" y="95248"/>
                </a:cubicBezTo>
                <a:lnTo>
                  <a:pt x="5691188" y="2563815"/>
                </a:lnTo>
                <a:cubicBezTo>
                  <a:pt x="5691188" y="2616419"/>
                  <a:pt x="5648544" y="2659063"/>
                  <a:pt x="5595940" y="2659063"/>
                </a:cubicBezTo>
                <a:lnTo>
                  <a:pt x="95248" y="2659063"/>
                </a:lnTo>
                <a:cubicBezTo>
                  <a:pt x="42644" y="2659063"/>
                  <a:pt x="0" y="2616419"/>
                  <a:pt x="0" y="25638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187" y="1420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Shape 6"/>
          <p:cNvSpPr/>
          <p:nvPr/>
        </p:nvSpPr>
        <p:spPr>
          <a:xfrm>
            <a:off x="575469" y="15319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38906" y="19844"/>
                </a:moveTo>
                <a:cubicBezTo>
                  <a:pt x="171772" y="19844"/>
                  <a:pt x="198438" y="46509"/>
                  <a:pt x="198438" y="79375"/>
                </a:cubicBezTo>
                <a:cubicBezTo>
                  <a:pt x="198438" y="112241"/>
                  <a:pt x="171772" y="138906"/>
                  <a:pt x="138906" y="138906"/>
                </a:cubicBezTo>
                <a:lnTo>
                  <a:pt x="59531" y="138906"/>
                </a:lnTo>
                <a:cubicBezTo>
                  <a:pt x="26665" y="138906"/>
                  <a:pt x="0" y="112241"/>
                  <a:pt x="0" y="79375"/>
                </a:cubicBezTo>
                <a:cubicBezTo>
                  <a:pt x="0" y="46509"/>
                  <a:pt x="26665" y="19844"/>
                  <a:pt x="59531" y="19844"/>
                </a:cubicBezTo>
                <a:lnTo>
                  <a:pt x="138906" y="19844"/>
                </a:lnTo>
                <a:close/>
                <a:moveTo>
                  <a:pt x="59531" y="54570"/>
                </a:moveTo>
                <a:cubicBezTo>
                  <a:pt x="55407" y="54570"/>
                  <a:pt x="52090" y="57888"/>
                  <a:pt x="52090" y="62012"/>
                </a:cubicBezTo>
                <a:lnTo>
                  <a:pt x="52090" y="71934"/>
                </a:lnTo>
                <a:lnTo>
                  <a:pt x="42168" y="71934"/>
                </a:lnTo>
                <a:cubicBezTo>
                  <a:pt x="38044" y="71934"/>
                  <a:pt x="34727" y="75251"/>
                  <a:pt x="34727" y="79375"/>
                </a:cubicBezTo>
                <a:cubicBezTo>
                  <a:pt x="34727" y="83499"/>
                  <a:pt x="38044" y="86816"/>
                  <a:pt x="42168" y="86816"/>
                </a:cubicBezTo>
                <a:lnTo>
                  <a:pt x="52090" y="86816"/>
                </a:lnTo>
                <a:lnTo>
                  <a:pt x="52090" y="96738"/>
                </a:lnTo>
                <a:cubicBezTo>
                  <a:pt x="52090" y="100862"/>
                  <a:pt x="55407" y="104180"/>
                  <a:pt x="59531" y="104180"/>
                </a:cubicBezTo>
                <a:cubicBezTo>
                  <a:pt x="63655" y="104180"/>
                  <a:pt x="66973" y="100862"/>
                  <a:pt x="66973" y="96738"/>
                </a:cubicBezTo>
                <a:lnTo>
                  <a:pt x="66973" y="86816"/>
                </a:lnTo>
                <a:lnTo>
                  <a:pt x="76895" y="86816"/>
                </a:lnTo>
                <a:cubicBezTo>
                  <a:pt x="81018" y="86816"/>
                  <a:pt x="84336" y="83499"/>
                  <a:pt x="84336" y="79375"/>
                </a:cubicBezTo>
                <a:cubicBezTo>
                  <a:pt x="84336" y="75251"/>
                  <a:pt x="81018" y="71934"/>
                  <a:pt x="76895" y="71934"/>
                </a:cubicBezTo>
                <a:lnTo>
                  <a:pt x="66973" y="71934"/>
                </a:lnTo>
                <a:lnTo>
                  <a:pt x="66973" y="62012"/>
                </a:lnTo>
                <a:cubicBezTo>
                  <a:pt x="66973" y="57888"/>
                  <a:pt x="63655" y="54570"/>
                  <a:pt x="59531" y="54570"/>
                </a:cubicBezTo>
                <a:close/>
                <a:moveTo>
                  <a:pt x="133945" y="84336"/>
                </a:moveTo>
                <a:cubicBezTo>
                  <a:pt x="128469" y="84336"/>
                  <a:pt x="124023" y="88782"/>
                  <a:pt x="124023" y="94258"/>
                </a:cubicBezTo>
                <a:cubicBezTo>
                  <a:pt x="124023" y="99734"/>
                  <a:pt x="128469" y="104180"/>
                  <a:pt x="133945" y="104180"/>
                </a:cubicBezTo>
                <a:cubicBezTo>
                  <a:pt x="139421" y="104180"/>
                  <a:pt x="143867" y="99734"/>
                  <a:pt x="143867" y="94258"/>
                </a:cubicBezTo>
                <a:cubicBezTo>
                  <a:pt x="143867" y="88782"/>
                  <a:pt x="139421" y="84336"/>
                  <a:pt x="133945" y="84336"/>
                </a:cubicBezTo>
                <a:close/>
                <a:moveTo>
                  <a:pt x="153789" y="54570"/>
                </a:moveTo>
                <a:cubicBezTo>
                  <a:pt x="148313" y="54570"/>
                  <a:pt x="143867" y="59016"/>
                  <a:pt x="143867" y="64492"/>
                </a:cubicBezTo>
                <a:cubicBezTo>
                  <a:pt x="143867" y="69968"/>
                  <a:pt x="148313" y="74414"/>
                  <a:pt x="153789" y="74414"/>
                </a:cubicBezTo>
                <a:cubicBezTo>
                  <a:pt x="159265" y="74414"/>
                  <a:pt x="163711" y="69968"/>
                  <a:pt x="163711" y="64492"/>
                </a:cubicBezTo>
                <a:cubicBezTo>
                  <a:pt x="163711" y="59016"/>
                  <a:pt x="159265" y="54570"/>
                  <a:pt x="153789" y="5457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960438" y="1420813"/>
            <a:ext cx="211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Gamification in Education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438" y="1643063"/>
            <a:ext cx="209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Ruiz et al. 2024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187" y="192881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9438" y="2024062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438" y="2214563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feedback + variety of rewards increases engagement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8156" y="2599531"/>
            <a:ext cx="5357813" cy="1150938"/>
          </a:xfrm>
          <a:custGeom>
            <a:avLst/>
            <a:gdLst/>
            <a:ahLst/>
            <a:cxnLst/>
            <a:rect l="l" t="t" r="r" b="b"/>
            <a:pathLst>
              <a:path w="5357813" h="1150938">
                <a:moveTo>
                  <a:pt x="63497" y="0"/>
                </a:moveTo>
                <a:lnTo>
                  <a:pt x="5294315" y="0"/>
                </a:lnTo>
                <a:cubicBezTo>
                  <a:pt x="5329384" y="0"/>
                  <a:pt x="5357813" y="28429"/>
                  <a:pt x="5357813" y="63497"/>
                </a:cubicBezTo>
                <a:lnTo>
                  <a:pt x="5357813" y="1087440"/>
                </a:lnTo>
                <a:cubicBezTo>
                  <a:pt x="5357813" y="1122509"/>
                  <a:pt x="5329384" y="1150938"/>
                  <a:pt x="5294315" y="1150937"/>
                </a:cubicBezTo>
                <a:lnTo>
                  <a:pt x="63497" y="1150938"/>
                </a:lnTo>
                <a:cubicBezTo>
                  <a:pt x="28429" y="1150937"/>
                  <a:pt x="0" y="1122509"/>
                  <a:pt x="0" y="1087440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375" y="26987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StudyQuest Implementation: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1031" y="295275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7" name="Text 15"/>
          <p:cNvSpPr/>
          <p:nvPr/>
        </p:nvSpPr>
        <p:spPr>
          <a:xfrm>
            <a:off x="789781" y="2921000"/>
            <a:ext cx="123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XP per minute of study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1031" y="314325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9" name="Text 17"/>
          <p:cNvSpPr/>
          <p:nvPr/>
        </p:nvSpPr>
        <p:spPr>
          <a:xfrm>
            <a:off x="789781" y="3111500"/>
            <a:ext cx="200818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badge types (13 achievements)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1031" y="333375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1" name="Text 19"/>
          <p:cNvSpPr/>
          <p:nvPr/>
        </p:nvSpPr>
        <p:spPr>
          <a:xfrm>
            <a:off x="789781" y="3302000"/>
            <a:ext cx="122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progress bars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1031" y="352425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3" name="Text 21"/>
          <p:cNvSpPr/>
          <p:nvPr/>
        </p:nvSpPr>
        <p:spPr>
          <a:xfrm>
            <a:off x="789781" y="3492500"/>
            <a:ext cx="121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Leaderboards by period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9344" y="1258094"/>
            <a:ext cx="5691188" cy="2659063"/>
          </a:xfrm>
          <a:custGeom>
            <a:avLst/>
            <a:gdLst/>
            <a:ahLst/>
            <a:cxnLst/>
            <a:rect l="l" t="t" r="r" b="b"/>
            <a:pathLst>
              <a:path w="5691188" h="2659063">
                <a:moveTo>
                  <a:pt x="95248" y="0"/>
                </a:moveTo>
                <a:lnTo>
                  <a:pt x="5595940" y="0"/>
                </a:lnTo>
                <a:cubicBezTo>
                  <a:pt x="5648544" y="0"/>
                  <a:pt x="5691188" y="42644"/>
                  <a:pt x="5691188" y="95248"/>
                </a:cubicBezTo>
                <a:lnTo>
                  <a:pt x="5691188" y="2563815"/>
                </a:lnTo>
                <a:cubicBezTo>
                  <a:pt x="5691188" y="2616419"/>
                  <a:pt x="5648544" y="2659063"/>
                  <a:pt x="5595940" y="2659063"/>
                </a:cubicBezTo>
                <a:lnTo>
                  <a:pt x="95248" y="2659063"/>
                </a:lnTo>
                <a:cubicBezTo>
                  <a:pt x="42644" y="2659063"/>
                  <a:pt x="0" y="2616419"/>
                  <a:pt x="0" y="25638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2063" y="14208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3109" y="153193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0"/>
                </a:moveTo>
                <a:cubicBezTo>
                  <a:pt x="45176" y="0"/>
                  <a:pt x="49609" y="4434"/>
                  <a:pt x="49609" y="9922"/>
                </a:cubicBezTo>
                <a:lnTo>
                  <a:pt x="49609" y="19844"/>
                </a:lnTo>
                <a:lnTo>
                  <a:pt x="89297" y="19844"/>
                </a:lnTo>
                <a:lnTo>
                  <a:pt x="89297" y="9922"/>
                </a:lnTo>
                <a:cubicBezTo>
                  <a:pt x="89297" y="4434"/>
                  <a:pt x="93731" y="0"/>
                  <a:pt x="99219" y="0"/>
                </a:cubicBezTo>
                <a:cubicBezTo>
                  <a:pt x="104707" y="0"/>
                  <a:pt x="109141" y="4434"/>
                  <a:pt x="109141" y="9922"/>
                </a:cubicBezTo>
                <a:lnTo>
                  <a:pt x="109141" y="19844"/>
                </a:lnTo>
                <a:lnTo>
                  <a:pt x="119062" y="19844"/>
                </a:lnTo>
                <a:cubicBezTo>
                  <a:pt x="130008" y="19844"/>
                  <a:pt x="138906" y="28742"/>
                  <a:pt x="138906" y="39688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39688"/>
                </a:lnTo>
                <a:cubicBezTo>
                  <a:pt x="0" y="28742"/>
                  <a:pt x="8899" y="19844"/>
                  <a:pt x="19844" y="19844"/>
                </a:cubicBezTo>
                <a:lnTo>
                  <a:pt x="29766" y="19844"/>
                </a:lnTo>
                <a:lnTo>
                  <a:pt x="29766" y="9922"/>
                </a:lnTo>
                <a:cubicBezTo>
                  <a:pt x="29766" y="4434"/>
                  <a:pt x="34199" y="0"/>
                  <a:pt x="39688" y="0"/>
                </a:cubicBezTo>
                <a:close/>
                <a:moveTo>
                  <a:pt x="95622" y="70910"/>
                </a:moveTo>
                <a:cubicBezTo>
                  <a:pt x="97792" y="67438"/>
                  <a:pt x="96738" y="62849"/>
                  <a:pt x="93266" y="60647"/>
                </a:cubicBezTo>
                <a:cubicBezTo>
                  <a:pt x="89793" y="58446"/>
                  <a:pt x="85204" y="59531"/>
                  <a:pt x="83003" y="63004"/>
                </a:cubicBezTo>
                <a:lnTo>
                  <a:pt x="63965" y="93483"/>
                </a:lnTo>
                <a:lnTo>
                  <a:pt x="55594" y="82321"/>
                </a:lnTo>
                <a:cubicBezTo>
                  <a:pt x="53113" y="79034"/>
                  <a:pt x="48462" y="78352"/>
                  <a:pt x="45176" y="80832"/>
                </a:cubicBezTo>
                <a:cubicBezTo>
                  <a:pt x="41889" y="83313"/>
                  <a:pt x="41207" y="87964"/>
                  <a:pt x="43687" y="91250"/>
                </a:cubicBezTo>
                <a:lnTo>
                  <a:pt x="58570" y="111094"/>
                </a:lnTo>
                <a:cubicBezTo>
                  <a:pt x="60027" y="113047"/>
                  <a:pt x="62384" y="114164"/>
                  <a:pt x="64833" y="114071"/>
                </a:cubicBezTo>
                <a:cubicBezTo>
                  <a:pt x="67283" y="113978"/>
                  <a:pt x="69515" y="112675"/>
                  <a:pt x="70817" y="110567"/>
                </a:cubicBezTo>
                <a:lnTo>
                  <a:pt x="95622" y="7087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Text 25"/>
          <p:cNvSpPr/>
          <p:nvPr/>
        </p:nvSpPr>
        <p:spPr>
          <a:xfrm>
            <a:off x="6818313" y="1420813"/>
            <a:ext cx="217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Habit Formation Research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8313" y="1643063"/>
            <a:ext cx="215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Fredricks 2004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2063" y="192881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37313" y="2024062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37313" y="2214563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 over intensity; visible progress maintains motivation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6031" y="2599531"/>
            <a:ext cx="5357813" cy="960438"/>
          </a:xfrm>
          <a:custGeom>
            <a:avLst/>
            <a:gdLst/>
            <a:ahLst/>
            <a:cxnLst/>
            <a:rect l="l" t="t" r="r" b="b"/>
            <a:pathLst>
              <a:path w="5357813" h="960438">
                <a:moveTo>
                  <a:pt x="63504" y="0"/>
                </a:moveTo>
                <a:lnTo>
                  <a:pt x="5294308" y="0"/>
                </a:lnTo>
                <a:cubicBezTo>
                  <a:pt x="5329381" y="0"/>
                  <a:pt x="5357813" y="28432"/>
                  <a:pt x="5357813" y="63504"/>
                </a:cubicBezTo>
                <a:lnTo>
                  <a:pt x="5357813" y="896933"/>
                </a:lnTo>
                <a:cubicBezTo>
                  <a:pt x="5357813" y="932006"/>
                  <a:pt x="5329381" y="960437"/>
                  <a:pt x="5294308" y="960438"/>
                </a:cubicBezTo>
                <a:lnTo>
                  <a:pt x="63504" y="960438"/>
                </a:lnTo>
                <a:cubicBezTo>
                  <a:pt x="28432" y="960438"/>
                  <a:pt x="0" y="932006"/>
                  <a:pt x="0" y="8969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5250" y="26987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StudyQuest Implementation: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88906" y="295275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5" name="Text 33"/>
          <p:cNvSpPr/>
          <p:nvPr/>
        </p:nvSpPr>
        <p:spPr>
          <a:xfrm>
            <a:off x="6647656" y="2921000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streak counter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88906" y="314325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7" name="Text 35"/>
          <p:cNvSpPr/>
          <p:nvPr/>
        </p:nvSpPr>
        <p:spPr>
          <a:xfrm>
            <a:off x="6647656" y="3111500"/>
            <a:ext cx="197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charts showing 30-day trends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88906" y="333375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9" name="Text 37"/>
          <p:cNvSpPr/>
          <p:nvPr/>
        </p:nvSpPr>
        <p:spPr>
          <a:xfrm>
            <a:off x="6647656" y="3302000"/>
            <a:ext cx="240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Goal-setting with visual completion percentages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1469" y="4083844"/>
            <a:ext cx="5691188" cy="2468563"/>
          </a:xfrm>
          <a:custGeom>
            <a:avLst/>
            <a:gdLst/>
            <a:ahLst/>
            <a:cxnLst/>
            <a:rect l="l" t="t" r="r" b="b"/>
            <a:pathLst>
              <a:path w="5691188" h="2468563">
                <a:moveTo>
                  <a:pt x="95262" y="0"/>
                </a:moveTo>
                <a:lnTo>
                  <a:pt x="5595926" y="0"/>
                </a:lnTo>
                <a:cubicBezTo>
                  <a:pt x="5648537" y="0"/>
                  <a:pt x="5691188" y="42650"/>
                  <a:pt x="5691188" y="95262"/>
                </a:cubicBezTo>
                <a:lnTo>
                  <a:pt x="5691188" y="2373301"/>
                </a:lnTo>
                <a:cubicBezTo>
                  <a:pt x="5691188" y="2425912"/>
                  <a:pt x="5648537" y="2468563"/>
                  <a:pt x="5595926" y="2468563"/>
                </a:cubicBezTo>
                <a:lnTo>
                  <a:pt x="95262" y="2468563"/>
                </a:lnTo>
                <a:cubicBezTo>
                  <a:pt x="42650" y="2468563"/>
                  <a:pt x="0" y="2425912"/>
                  <a:pt x="0" y="2373301"/>
                </a:cubicBezTo>
                <a:lnTo>
                  <a:pt x="0" y="95262"/>
                </a:lnTo>
                <a:cubicBezTo>
                  <a:pt x="0" y="42685"/>
                  <a:pt x="42685" y="0"/>
                  <a:pt x="9526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187" y="4246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2" name="Shape 40"/>
          <p:cNvSpPr/>
          <p:nvPr/>
        </p:nvSpPr>
        <p:spPr>
          <a:xfrm>
            <a:off x="575469" y="435768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Text 41"/>
          <p:cNvSpPr/>
          <p:nvPr/>
        </p:nvSpPr>
        <p:spPr>
          <a:xfrm>
            <a:off x="960438" y="4246563"/>
            <a:ext cx="1817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Parental Involvement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0438" y="4468813"/>
            <a:ext cx="179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Stanford 2023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4187" y="475456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79438" y="48498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79438" y="5040313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Supportive involvement improves outcomes; controlling involvement harms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8156" y="5425281"/>
            <a:ext cx="5357813" cy="960438"/>
          </a:xfrm>
          <a:custGeom>
            <a:avLst/>
            <a:gdLst/>
            <a:ahLst/>
            <a:cxnLst/>
            <a:rect l="l" t="t" r="r" b="b"/>
            <a:pathLst>
              <a:path w="5357813" h="960438">
                <a:moveTo>
                  <a:pt x="63504" y="0"/>
                </a:moveTo>
                <a:lnTo>
                  <a:pt x="5294308" y="0"/>
                </a:lnTo>
                <a:cubicBezTo>
                  <a:pt x="5329381" y="0"/>
                  <a:pt x="5357813" y="28432"/>
                  <a:pt x="5357813" y="63504"/>
                </a:cubicBezTo>
                <a:lnTo>
                  <a:pt x="5357813" y="896933"/>
                </a:lnTo>
                <a:cubicBezTo>
                  <a:pt x="5357813" y="932006"/>
                  <a:pt x="5329381" y="960437"/>
                  <a:pt x="5294308" y="960438"/>
                </a:cubicBezTo>
                <a:lnTo>
                  <a:pt x="63504" y="960438"/>
                </a:lnTo>
                <a:cubicBezTo>
                  <a:pt x="28432" y="960438"/>
                  <a:pt x="0" y="932006"/>
                  <a:pt x="0" y="8969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375" y="55245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StudyQuest Implementation: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031" y="577850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1" name="Text 49"/>
          <p:cNvSpPr/>
          <p:nvPr/>
        </p:nvSpPr>
        <p:spPr>
          <a:xfrm>
            <a:off x="789781" y="5746750"/>
            <a:ext cx="185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dashboard with objective data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031" y="596900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3" name="Text 51"/>
          <p:cNvSpPr/>
          <p:nvPr/>
        </p:nvSpPr>
        <p:spPr>
          <a:xfrm>
            <a:off x="789781" y="5937250"/>
            <a:ext cx="131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goal-setting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031" y="615950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5" name="Text 53"/>
          <p:cNvSpPr/>
          <p:nvPr/>
        </p:nvSpPr>
        <p:spPr>
          <a:xfrm>
            <a:off x="789781" y="6127750"/>
            <a:ext cx="1738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Emphasis on effort, not just grades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79344" y="4083844"/>
            <a:ext cx="5691188" cy="2468563"/>
          </a:xfrm>
          <a:custGeom>
            <a:avLst/>
            <a:gdLst/>
            <a:ahLst/>
            <a:cxnLst/>
            <a:rect l="l" t="t" r="r" b="b"/>
            <a:pathLst>
              <a:path w="5691188" h="2468563">
                <a:moveTo>
                  <a:pt x="95262" y="0"/>
                </a:moveTo>
                <a:lnTo>
                  <a:pt x="5595926" y="0"/>
                </a:lnTo>
                <a:cubicBezTo>
                  <a:pt x="5648537" y="0"/>
                  <a:pt x="5691188" y="42650"/>
                  <a:pt x="5691188" y="95262"/>
                </a:cubicBezTo>
                <a:lnTo>
                  <a:pt x="5691188" y="2373301"/>
                </a:lnTo>
                <a:cubicBezTo>
                  <a:pt x="5691188" y="2425912"/>
                  <a:pt x="5648537" y="2468563"/>
                  <a:pt x="5595926" y="2468563"/>
                </a:cubicBezTo>
                <a:lnTo>
                  <a:pt x="95262" y="2468563"/>
                </a:lnTo>
                <a:cubicBezTo>
                  <a:pt x="42650" y="2468563"/>
                  <a:pt x="0" y="2425912"/>
                  <a:pt x="0" y="2373301"/>
                </a:cubicBezTo>
                <a:lnTo>
                  <a:pt x="0" y="95262"/>
                </a:lnTo>
                <a:cubicBezTo>
                  <a:pt x="0" y="42685"/>
                  <a:pt x="42685" y="0"/>
                  <a:pt x="9526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42063" y="4246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8" name="Shape 56"/>
          <p:cNvSpPr/>
          <p:nvPr/>
        </p:nvSpPr>
        <p:spPr>
          <a:xfrm>
            <a:off x="6433344" y="435768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9" name="Text 57"/>
          <p:cNvSpPr/>
          <p:nvPr/>
        </p:nvSpPr>
        <p:spPr>
          <a:xfrm>
            <a:off x="6818313" y="4246563"/>
            <a:ext cx="136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AI in Education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18313" y="4468813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Kestin 2025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42063" y="475456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37313" y="484981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37313" y="5040313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Scaffolded support maintains productive struggle; complete answers reduce learning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46031" y="5425281"/>
            <a:ext cx="5357813" cy="960438"/>
          </a:xfrm>
          <a:custGeom>
            <a:avLst/>
            <a:gdLst/>
            <a:ahLst/>
            <a:cxnLst/>
            <a:rect l="l" t="t" r="r" b="b"/>
            <a:pathLst>
              <a:path w="5357813" h="960438">
                <a:moveTo>
                  <a:pt x="63504" y="0"/>
                </a:moveTo>
                <a:lnTo>
                  <a:pt x="5294308" y="0"/>
                </a:lnTo>
                <a:cubicBezTo>
                  <a:pt x="5329381" y="0"/>
                  <a:pt x="5357813" y="28432"/>
                  <a:pt x="5357813" y="63504"/>
                </a:cubicBezTo>
                <a:lnTo>
                  <a:pt x="5357813" y="896933"/>
                </a:lnTo>
                <a:cubicBezTo>
                  <a:pt x="5357813" y="932006"/>
                  <a:pt x="5329381" y="960437"/>
                  <a:pt x="5294308" y="960438"/>
                </a:cubicBezTo>
                <a:lnTo>
                  <a:pt x="63504" y="960438"/>
                </a:lnTo>
                <a:cubicBezTo>
                  <a:pt x="28432" y="960438"/>
                  <a:pt x="0" y="932006"/>
                  <a:pt x="0" y="8969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5250" y="55245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StudyQuest Implementation: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488906" y="577850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7" name="Text 65"/>
          <p:cNvSpPr/>
          <p:nvPr/>
        </p:nvSpPr>
        <p:spPr>
          <a:xfrm>
            <a:off x="6647656" y="5746750"/>
            <a:ext cx="151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asks guiding questions first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488906" y="596900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9" name="Text 67"/>
          <p:cNvSpPr/>
          <p:nvPr/>
        </p:nvSpPr>
        <p:spPr>
          <a:xfrm>
            <a:off x="6647656" y="5937250"/>
            <a:ext cx="213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Progressive hints leading to understanding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488906" y="6159500"/>
            <a:ext cx="55563" cy="111125"/>
          </a:xfrm>
          <a:custGeom>
            <a:avLst/>
            <a:gdLst/>
            <a:ahLst/>
            <a:cxnLst/>
            <a:rect l="l" t="t" r="r" b="b"/>
            <a:pathLst>
              <a:path w="55563" h="111125">
                <a:moveTo>
                  <a:pt x="7054" y="20836"/>
                </a:moveTo>
                <a:cubicBezTo>
                  <a:pt x="7054" y="18036"/>
                  <a:pt x="8747" y="15497"/>
                  <a:pt x="11351" y="14412"/>
                </a:cubicBezTo>
                <a:cubicBezTo>
                  <a:pt x="13956" y="13326"/>
                  <a:pt x="16929" y="13934"/>
                  <a:pt x="18904" y="15931"/>
                </a:cubicBezTo>
                <a:lnTo>
                  <a:pt x="53631" y="50657"/>
                </a:lnTo>
                <a:cubicBezTo>
                  <a:pt x="56344" y="53370"/>
                  <a:pt x="56344" y="57776"/>
                  <a:pt x="53631" y="60489"/>
                </a:cubicBezTo>
                <a:lnTo>
                  <a:pt x="18904" y="95216"/>
                </a:lnTo>
                <a:cubicBezTo>
                  <a:pt x="16907" y="97213"/>
                  <a:pt x="13934" y="97799"/>
                  <a:pt x="11330" y="96713"/>
                </a:cubicBezTo>
                <a:cubicBezTo>
                  <a:pt x="8725" y="95628"/>
                  <a:pt x="7054" y="93089"/>
                  <a:pt x="7054" y="90289"/>
                </a:cubicBezTo>
                <a:lnTo>
                  <a:pt x="7054" y="2083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1" name="Text 69"/>
          <p:cNvSpPr/>
          <p:nvPr/>
        </p:nvSpPr>
        <p:spPr>
          <a:xfrm>
            <a:off x="6647656" y="6127750"/>
            <a:ext cx="2428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review of conversations for accountability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039812" cy="230188"/>
          </a:xfrm>
          <a:custGeom>
            <a:avLst/>
            <a:gdLst/>
            <a:ahLst/>
            <a:cxnLst/>
            <a:rect l="l" t="t" r="r" b="b"/>
            <a:pathLst>
              <a:path w="1039812" h="230188">
                <a:moveTo>
                  <a:pt x="115094" y="0"/>
                </a:moveTo>
                <a:lnTo>
                  <a:pt x="924719" y="0"/>
                </a:lnTo>
                <a:cubicBezTo>
                  <a:pt x="988241" y="0"/>
                  <a:pt x="1039812" y="51572"/>
                  <a:pt x="1039812" y="115094"/>
                </a:cubicBezTo>
                <a:lnTo>
                  <a:pt x="1039812" y="115094"/>
                </a:lnTo>
                <a:cubicBezTo>
                  <a:pt x="1039812" y="178616"/>
                  <a:pt x="988241" y="230188"/>
                  <a:pt x="924719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889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 Case Diagram: System Functionality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11549063" cy="6810375"/>
          </a:xfrm>
          <a:custGeom>
            <a:avLst/>
            <a:gdLst/>
            <a:ahLst/>
            <a:cxnLst/>
            <a:rect l="l" t="t" r="r" b="b"/>
            <a:pathLst>
              <a:path w="11549063" h="6810375">
                <a:moveTo>
                  <a:pt x="95277" y="0"/>
                </a:moveTo>
                <a:lnTo>
                  <a:pt x="11453785" y="0"/>
                </a:lnTo>
                <a:cubicBezTo>
                  <a:pt x="11506405" y="0"/>
                  <a:pt x="11549063" y="42657"/>
                  <a:pt x="11549063" y="95277"/>
                </a:cubicBezTo>
                <a:lnTo>
                  <a:pt x="11549063" y="6715098"/>
                </a:lnTo>
                <a:cubicBezTo>
                  <a:pt x="11549063" y="6767718"/>
                  <a:pt x="11506405" y="6810375"/>
                  <a:pt x="11453785" y="6810375"/>
                </a:cubicBezTo>
                <a:lnTo>
                  <a:pt x="95277" y="6810375"/>
                </a:lnTo>
                <a:cubicBezTo>
                  <a:pt x="42657" y="6810375"/>
                  <a:pt x="0" y="6767718"/>
                  <a:pt x="0" y="6715098"/>
                </a:cubicBezTo>
                <a:lnTo>
                  <a:pt x="0" y="95277"/>
                </a:lnTo>
                <a:cubicBezTo>
                  <a:pt x="0" y="42692"/>
                  <a:pt x="42692" y="0"/>
                  <a:pt x="95277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5938" y="1452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Shape 6"/>
          <p:cNvSpPr/>
          <p:nvPr/>
        </p:nvSpPr>
        <p:spPr>
          <a:xfrm>
            <a:off x="636984" y="156368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4817" y="-4031"/>
                </a:moveTo>
                <a:cubicBezTo>
                  <a:pt x="71282" y="-4744"/>
                  <a:pt x="67655" y="-4744"/>
                  <a:pt x="64120" y="-4031"/>
                </a:cubicBezTo>
                <a:lnTo>
                  <a:pt x="5984" y="7596"/>
                </a:lnTo>
                <a:cubicBezTo>
                  <a:pt x="2511" y="8279"/>
                  <a:pt x="0" y="11348"/>
                  <a:pt x="0" y="14883"/>
                </a:cubicBezTo>
                <a:cubicBezTo>
                  <a:pt x="0" y="18076"/>
                  <a:pt x="2015" y="20867"/>
                  <a:pt x="4961" y="21890"/>
                </a:cubicBezTo>
                <a:lnTo>
                  <a:pt x="4961" y="44648"/>
                </a:lnTo>
                <a:lnTo>
                  <a:pt x="93" y="69019"/>
                </a:lnTo>
                <a:cubicBezTo>
                  <a:pt x="31" y="69298"/>
                  <a:pt x="0" y="69608"/>
                  <a:pt x="0" y="69918"/>
                </a:cubicBezTo>
                <a:cubicBezTo>
                  <a:pt x="0" y="72399"/>
                  <a:pt x="2015" y="74445"/>
                  <a:pt x="4527" y="74445"/>
                </a:cubicBezTo>
                <a:lnTo>
                  <a:pt x="15348" y="74445"/>
                </a:lnTo>
                <a:cubicBezTo>
                  <a:pt x="17828" y="74445"/>
                  <a:pt x="19875" y="72430"/>
                  <a:pt x="19875" y="69918"/>
                </a:cubicBezTo>
                <a:cubicBezTo>
                  <a:pt x="19875" y="69608"/>
                  <a:pt x="19844" y="69329"/>
                  <a:pt x="19782" y="69019"/>
                </a:cubicBezTo>
                <a:lnTo>
                  <a:pt x="14883" y="44648"/>
                </a:lnTo>
                <a:lnTo>
                  <a:pt x="14883" y="23968"/>
                </a:lnTo>
                <a:lnTo>
                  <a:pt x="29766" y="26944"/>
                </a:lnTo>
                <a:lnTo>
                  <a:pt x="29766" y="44648"/>
                </a:lnTo>
                <a:cubicBezTo>
                  <a:pt x="29766" y="66570"/>
                  <a:pt x="47532" y="84336"/>
                  <a:pt x="69453" y="84336"/>
                </a:cubicBezTo>
                <a:cubicBezTo>
                  <a:pt x="91374" y="84336"/>
                  <a:pt x="109141" y="66570"/>
                  <a:pt x="109141" y="44648"/>
                </a:cubicBezTo>
                <a:lnTo>
                  <a:pt x="109141" y="26944"/>
                </a:lnTo>
                <a:lnTo>
                  <a:pt x="132922" y="22200"/>
                </a:lnTo>
                <a:cubicBezTo>
                  <a:pt x="136395" y="21487"/>
                  <a:pt x="138906" y="18417"/>
                  <a:pt x="138906" y="14883"/>
                </a:cubicBezTo>
                <a:cubicBezTo>
                  <a:pt x="138906" y="11348"/>
                  <a:pt x="136395" y="8279"/>
                  <a:pt x="132922" y="7596"/>
                </a:cubicBezTo>
                <a:lnTo>
                  <a:pt x="74817" y="-4031"/>
                </a:lnTo>
                <a:close/>
                <a:moveTo>
                  <a:pt x="69453" y="69453"/>
                </a:moveTo>
                <a:cubicBezTo>
                  <a:pt x="55749" y="69453"/>
                  <a:pt x="44648" y="58353"/>
                  <a:pt x="44648" y="44648"/>
                </a:cubicBezTo>
                <a:lnTo>
                  <a:pt x="94258" y="44648"/>
                </a:lnTo>
                <a:cubicBezTo>
                  <a:pt x="94258" y="58353"/>
                  <a:pt x="83158" y="69453"/>
                  <a:pt x="69453" y="69453"/>
                </a:cubicBezTo>
                <a:close/>
                <a:moveTo>
                  <a:pt x="37238" y="99250"/>
                </a:moveTo>
                <a:cubicBezTo>
                  <a:pt x="18200" y="107993"/>
                  <a:pt x="4961" y="127217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62012" y="158750"/>
                </a:lnTo>
                <a:lnTo>
                  <a:pt x="62012" y="113481"/>
                </a:lnTo>
                <a:lnTo>
                  <a:pt x="44214" y="100149"/>
                </a:lnTo>
                <a:cubicBezTo>
                  <a:pt x="42199" y="98630"/>
                  <a:pt x="39501" y="98227"/>
                  <a:pt x="37207" y="99281"/>
                </a:cubicBezTo>
                <a:close/>
                <a:moveTo>
                  <a:pt x="76895" y="158750"/>
                </a:move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27217"/>
                  <a:pt x="120706" y="107993"/>
                  <a:pt x="101668" y="99281"/>
                </a:cubicBezTo>
                <a:cubicBezTo>
                  <a:pt x="99374" y="98227"/>
                  <a:pt x="96676" y="98630"/>
                  <a:pt x="94661" y="100149"/>
                </a:cubicBezTo>
                <a:lnTo>
                  <a:pt x="76864" y="113481"/>
                </a:lnTo>
                <a:lnTo>
                  <a:pt x="76864" y="15875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992188" y="1452563"/>
            <a:ext cx="75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2188" y="1674813"/>
            <a:ext cx="73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Actor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1813" y="196056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1813" y="19605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2938" y="20558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UC-01: Start Study Session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938" y="224631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Subject selection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1813" y="256381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1813" y="25638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2938" y="265906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UC-02: End Study Session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938" y="284956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XP/streak calculation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1813" y="316706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1813" y="31670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2938" y="32623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UC-03: View Statistics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938" y="345281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&amp; achievements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1813" y="377031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1813" y="37703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2938" y="386556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UC-04: Manage Tasks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938" y="405606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1813" y="437356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31813" y="43735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9" name="Text 27"/>
          <p:cNvSpPr/>
          <p:nvPr/>
        </p:nvSpPr>
        <p:spPr>
          <a:xfrm>
            <a:off x="642938" y="44688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UC-05: View Achievements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2938" y="465931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Badge collection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1813" y="497681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31813" y="49768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3" name="Text 31"/>
          <p:cNvSpPr/>
          <p:nvPr/>
        </p:nvSpPr>
        <p:spPr>
          <a:xfrm>
            <a:off x="642938" y="507206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UC-06: View Leaderboard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2938" y="526256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ranking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1813" y="558006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1813" y="55800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7" name="Text 35"/>
          <p:cNvSpPr/>
          <p:nvPr/>
        </p:nvSpPr>
        <p:spPr>
          <a:xfrm>
            <a:off x="642938" y="56753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UC-07: Use AI Tutor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2938" y="586581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assistance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1813" y="618331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31813" y="61833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1" name="Text 39"/>
          <p:cNvSpPr/>
          <p:nvPr/>
        </p:nvSpPr>
        <p:spPr>
          <a:xfrm>
            <a:off x="642938" y="627856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UC-08: Generate Invite Code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2938" y="646906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linking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99479" y="1452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4" name="Shape 42"/>
          <p:cNvSpPr/>
          <p:nvPr/>
        </p:nvSpPr>
        <p:spPr>
          <a:xfrm>
            <a:off x="4390761" y="156368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E0E2E6"/>
          </a:solidFill>
          <a:ln/>
        </p:spPr>
      </p:sp>
      <p:sp>
        <p:nvSpPr>
          <p:cNvPr id="45" name="Text 43"/>
          <p:cNvSpPr/>
          <p:nvPr/>
        </p:nvSpPr>
        <p:spPr>
          <a:xfrm>
            <a:off x="4775729" y="1452563"/>
            <a:ext cx="75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775729" y="1674813"/>
            <a:ext cx="73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Actor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15354" y="196056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315354" y="19605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49" name="Text 47"/>
          <p:cNvSpPr/>
          <p:nvPr/>
        </p:nvSpPr>
        <p:spPr>
          <a:xfrm>
            <a:off x="4426479" y="20558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UC-09: Link to Child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26479" y="224631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Via invite code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315354" y="256381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315354" y="25638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3" name="Text 51"/>
          <p:cNvSpPr/>
          <p:nvPr/>
        </p:nvSpPr>
        <p:spPr>
          <a:xfrm>
            <a:off x="4426479" y="265906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UC-10: View Child Stats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426479" y="284956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monitoring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15354" y="316706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315354" y="31670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7" name="Text 55"/>
          <p:cNvSpPr/>
          <p:nvPr/>
        </p:nvSpPr>
        <p:spPr>
          <a:xfrm>
            <a:off x="4426479" y="32623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UC-11: Set Goals/Rewards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426479" y="345281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targets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15354" y="377031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315354" y="37703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61" name="Text 59"/>
          <p:cNvSpPr/>
          <p:nvPr/>
        </p:nvSpPr>
        <p:spPr>
          <a:xfrm>
            <a:off x="4426479" y="386556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UC-12: Review AI Conversations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426479" y="405606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83021" y="1452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64" name="Shape 62"/>
          <p:cNvSpPr/>
          <p:nvPr/>
        </p:nvSpPr>
        <p:spPr>
          <a:xfrm>
            <a:off x="8194146" y="1563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0492" y="2946"/>
                </a:moveTo>
                <a:cubicBezTo>
                  <a:pt x="61423" y="-1643"/>
                  <a:pt x="65484" y="-4961"/>
                  <a:pt x="70197" y="-4961"/>
                </a:cubicBezTo>
                <a:lnTo>
                  <a:pt x="88739" y="-4961"/>
                </a:lnTo>
                <a:cubicBezTo>
                  <a:pt x="93452" y="-4961"/>
                  <a:pt x="97513" y="-1643"/>
                  <a:pt x="98444" y="2946"/>
                </a:cubicBezTo>
                <a:lnTo>
                  <a:pt x="102939" y="24650"/>
                </a:lnTo>
                <a:cubicBezTo>
                  <a:pt x="107311" y="26510"/>
                  <a:pt x="111404" y="28897"/>
                  <a:pt x="115125" y="31719"/>
                </a:cubicBezTo>
                <a:lnTo>
                  <a:pt x="136147" y="24743"/>
                </a:lnTo>
                <a:cubicBezTo>
                  <a:pt x="140612" y="23254"/>
                  <a:pt x="145510" y="25115"/>
                  <a:pt x="147867" y="29208"/>
                </a:cubicBezTo>
                <a:lnTo>
                  <a:pt x="157138" y="45269"/>
                </a:lnTo>
                <a:cubicBezTo>
                  <a:pt x="159494" y="49361"/>
                  <a:pt x="158657" y="54508"/>
                  <a:pt x="155122" y="57640"/>
                </a:cubicBezTo>
                <a:lnTo>
                  <a:pt x="138596" y="72337"/>
                </a:lnTo>
                <a:cubicBezTo>
                  <a:pt x="138875" y="74631"/>
                  <a:pt x="138999" y="76988"/>
                  <a:pt x="138999" y="79375"/>
                </a:cubicBezTo>
                <a:cubicBezTo>
                  <a:pt x="138999" y="81762"/>
                  <a:pt x="138844" y="84119"/>
                  <a:pt x="138596" y="86413"/>
                </a:cubicBezTo>
                <a:lnTo>
                  <a:pt x="155153" y="101141"/>
                </a:lnTo>
                <a:cubicBezTo>
                  <a:pt x="158688" y="104273"/>
                  <a:pt x="159494" y="109451"/>
                  <a:pt x="157169" y="113512"/>
                </a:cubicBezTo>
                <a:lnTo>
                  <a:pt x="147898" y="129573"/>
                </a:lnTo>
                <a:cubicBezTo>
                  <a:pt x="145542" y="133635"/>
                  <a:pt x="140643" y="135527"/>
                  <a:pt x="136178" y="134038"/>
                </a:cubicBezTo>
                <a:lnTo>
                  <a:pt x="115156" y="127062"/>
                </a:lnTo>
                <a:cubicBezTo>
                  <a:pt x="111404" y="129884"/>
                  <a:pt x="107311" y="132240"/>
                  <a:pt x="102970" y="134131"/>
                </a:cubicBezTo>
                <a:lnTo>
                  <a:pt x="98506" y="155804"/>
                </a:lnTo>
                <a:cubicBezTo>
                  <a:pt x="97544" y="160424"/>
                  <a:pt x="93483" y="163711"/>
                  <a:pt x="88801" y="163711"/>
                </a:cubicBezTo>
                <a:lnTo>
                  <a:pt x="70259" y="163711"/>
                </a:lnTo>
                <a:cubicBezTo>
                  <a:pt x="65546" y="163711"/>
                  <a:pt x="61485" y="160393"/>
                  <a:pt x="60554" y="155804"/>
                </a:cubicBezTo>
                <a:lnTo>
                  <a:pt x="56090" y="134131"/>
                </a:lnTo>
                <a:cubicBezTo>
                  <a:pt x="51718" y="132271"/>
                  <a:pt x="47656" y="129884"/>
                  <a:pt x="43904" y="127062"/>
                </a:cubicBezTo>
                <a:lnTo>
                  <a:pt x="22789" y="134038"/>
                </a:lnTo>
                <a:cubicBezTo>
                  <a:pt x="18324" y="135527"/>
                  <a:pt x="13426" y="133666"/>
                  <a:pt x="11069" y="129573"/>
                </a:cubicBezTo>
                <a:lnTo>
                  <a:pt x="1798" y="113512"/>
                </a:lnTo>
                <a:cubicBezTo>
                  <a:pt x="-558" y="109420"/>
                  <a:pt x="279" y="104273"/>
                  <a:pt x="3814" y="101141"/>
                </a:cubicBezTo>
                <a:lnTo>
                  <a:pt x="20371" y="86413"/>
                </a:lnTo>
                <a:cubicBezTo>
                  <a:pt x="20092" y="84119"/>
                  <a:pt x="19968" y="81762"/>
                  <a:pt x="19968" y="79375"/>
                </a:cubicBezTo>
                <a:cubicBezTo>
                  <a:pt x="19968" y="76988"/>
                  <a:pt x="20123" y="74631"/>
                  <a:pt x="20371" y="72337"/>
                </a:cubicBezTo>
                <a:lnTo>
                  <a:pt x="3814" y="57609"/>
                </a:lnTo>
                <a:cubicBezTo>
                  <a:pt x="279" y="54477"/>
                  <a:pt x="-527" y="49299"/>
                  <a:pt x="1798" y="45238"/>
                </a:cubicBezTo>
                <a:lnTo>
                  <a:pt x="11069" y="29177"/>
                </a:lnTo>
                <a:cubicBezTo>
                  <a:pt x="13426" y="25084"/>
                  <a:pt x="18324" y="23223"/>
                  <a:pt x="22789" y="24712"/>
                </a:cubicBezTo>
                <a:lnTo>
                  <a:pt x="43811" y="31688"/>
                </a:lnTo>
                <a:cubicBezTo>
                  <a:pt x="47563" y="28866"/>
                  <a:pt x="51656" y="26510"/>
                  <a:pt x="55997" y="24619"/>
                </a:cubicBezTo>
                <a:lnTo>
                  <a:pt x="60492" y="2946"/>
                </a:lnTo>
                <a:close/>
                <a:moveTo>
                  <a:pt x="79468" y="104180"/>
                </a:moveTo>
                <a:cubicBezTo>
                  <a:pt x="88330" y="104146"/>
                  <a:pt x="96501" y="99388"/>
                  <a:pt x="100903" y="91697"/>
                </a:cubicBezTo>
                <a:cubicBezTo>
                  <a:pt x="105305" y="84006"/>
                  <a:pt x="105270" y="74550"/>
                  <a:pt x="100810" y="66892"/>
                </a:cubicBezTo>
                <a:cubicBezTo>
                  <a:pt x="96350" y="59234"/>
                  <a:pt x="88144" y="54537"/>
                  <a:pt x="79282" y="54570"/>
                </a:cubicBezTo>
                <a:cubicBezTo>
                  <a:pt x="70420" y="54604"/>
                  <a:pt x="62249" y="59362"/>
                  <a:pt x="57847" y="67053"/>
                </a:cubicBezTo>
                <a:cubicBezTo>
                  <a:pt x="53445" y="74744"/>
                  <a:pt x="53480" y="84200"/>
                  <a:pt x="57940" y="91858"/>
                </a:cubicBezTo>
                <a:cubicBezTo>
                  <a:pt x="62400" y="99516"/>
                  <a:pt x="70606" y="104213"/>
                  <a:pt x="79468" y="104180"/>
                </a:cubicBezTo>
                <a:close/>
              </a:path>
            </a:pathLst>
          </a:custGeom>
          <a:solidFill>
            <a:srgbClr val="E0E2E6"/>
          </a:solidFill>
          <a:ln/>
        </p:spPr>
      </p:sp>
      <p:sp>
        <p:nvSpPr>
          <p:cNvPr id="65" name="Text 63"/>
          <p:cNvSpPr/>
          <p:nvPr/>
        </p:nvSpPr>
        <p:spPr>
          <a:xfrm>
            <a:off x="8559271" y="1452563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59271" y="1674813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Processes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098896" y="196056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098896" y="19605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69" name="Text 67"/>
          <p:cNvSpPr/>
          <p:nvPr/>
        </p:nvSpPr>
        <p:spPr>
          <a:xfrm>
            <a:off x="8210021" y="20558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UC-13: Calculate XP &amp; Level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210021" y="224631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progression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098896" y="256381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098896" y="25638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73" name="Text 71"/>
          <p:cNvSpPr/>
          <p:nvPr/>
        </p:nvSpPr>
        <p:spPr>
          <a:xfrm>
            <a:off x="8210021" y="265906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UC-14: Check Achievements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210021" y="284956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Criteria evaluation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098896" y="316706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098896" y="316706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77" name="Text 75"/>
          <p:cNvSpPr/>
          <p:nvPr/>
        </p:nvSpPr>
        <p:spPr>
          <a:xfrm>
            <a:off x="8210021" y="32623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UC-15: Update Leaderboards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210021" y="345281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Ranking refresh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098896" y="3770313"/>
            <a:ext cx="3579813" cy="539750"/>
          </a:xfrm>
          <a:custGeom>
            <a:avLst/>
            <a:gdLst/>
            <a:ahLst/>
            <a:cxnLst/>
            <a:rect l="l" t="t" r="r" b="b"/>
            <a:pathLst>
              <a:path w="3579813" h="539750">
                <a:moveTo>
                  <a:pt x="31750" y="0"/>
                </a:moveTo>
                <a:lnTo>
                  <a:pt x="3516311" y="0"/>
                </a:lnTo>
                <a:cubicBezTo>
                  <a:pt x="3551382" y="0"/>
                  <a:pt x="3579813" y="28431"/>
                  <a:pt x="3579813" y="63502"/>
                </a:cubicBezTo>
                <a:lnTo>
                  <a:pt x="3579813" y="476248"/>
                </a:lnTo>
                <a:cubicBezTo>
                  <a:pt x="3579812" y="511319"/>
                  <a:pt x="3551382" y="539750"/>
                  <a:pt x="3516311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098896" y="377031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81" name="Text 79"/>
          <p:cNvSpPr/>
          <p:nvPr/>
        </p:nvSpPr>
        <p:spPr>
          <a:xfrm>
            <a:off x="8210021" y="386556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UC-16: Send Notifications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210021" y="405606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Alerts &amp; reminders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515938" y="8036719"/>
            <a:ext cx="11160125" cy="7938"/>
          </a:xfrm>
          <a:custGeom>
            <a:avLst/>
            <a:gdLst/>
            <a:ahLst/>
            <a:cxnLst/>
            <a:rect l="l" t="t" r="r" b="b"/>
            <a:pathLst>
              <a:path w="11160125" h="7938">
                <a:moveTo>
                  <a:pt x="0" y="0"/>
                </a:moveTo>
                <a:lnTo>
                  <a:pt x="11160125" y="0"/>
                </a:lnTo>
                <a:lnTo>
                  <a:pt x="1116012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526852" y="8207375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5" name="Text 83"/>
          <p:cNvSpPr/>
          <p:nvPr/>
        </p:nvSpPr>
        <p:spPr>
          <a:xfrm>
            <a:off x="698500" y="8167687"/>
            <a:ext cx="1104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Relationships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515938" y="8485188"/>
            <a:ext cx="3635375" cy="539750"/>
          </a:xfrm>
          <a:custGeom>
            <a:avLst/>
            <a:gdLst/>
            <a:ahLst/>
            <a:cxnLst/>
            <a:rect l="l" t="t" r="r" b="b"/>
            <a:pathLst>
              <a:path w="3635375" h="539750">
                <a:moveTo>
                  <a:pt x="63502" y="0"/>
                </a:moveTo>
                <a:lnTo>
                  <a:pt x="3571873" y="0"/>
                </a:lnTo>
                <a:cubicBezTo>
                  <a:pt x="3606944" y="0"/>
                  <a:pt x="3635375" y="28431"/>
                  <a:pt x="3635375" y="63502"/>
                </a:cubicBezTo>
                <a:lnTo>
                  <a:pt x="3635375" y="476248"/>
                </a:lnTo>
                <a:cubicBezTo>
                  <a:pt x="3635375" y="511319"/>
                  <a:pt x="3606944" y="539750"/>
                  <a:pt x="3571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611188" y="8580438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UC-01 includes UC-13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11188" y="8770938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Starting session triggers XP tracking setup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4278313" y="8485188"/>
            <a:ext cx="3635375" cy="539750"/>
          </a:xfrm>
          <a:custGeom>
            <a:avLst/>
            <a:gdLst/>
            <a:ahLst/>
            <a:cxnLst/>
            <a:rect l="l" t="t" r="r" b="b"/>
            <a:pathLst>
              <a:path w="3635375" h="539750">
                <a:moveTo>
                  <a:pt x="63502" y="0"/>
                </a:moveTo>
                <a:lnTo>
                  <a:pt x="3571873" y="0"/>
                </a:lnTo>
                <a:cubicBezTo>
                  <a:pt x="3606944" y="0"/>
                  <a:pt x="3635375" y="28431"/>
                  <a:pt x="3635375" y="63502"/>
                </a:cubicBezTo>
                <a:lnTo>
                  <a:pt x="3635375" y="476248"/>
                </a:lnTo>
                <a:cubicBezTo>
                  <a:pt x="3635375" y="511319"/>
                  <a:pt x="3606944" y="539750"/>
                  <a:pt x="3571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4373563" y="8580438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UC-02 extends UC-14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4373563" y="8770938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Ending session may trigger achievements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8040688" y="8485188"/>
            <a:ext cx="3635375" cy="539750"/>
          </a:xfrm>
          <a:custGeom>
            <a:avLst/>
            <a:gdLst/>
            <a:ahLst/>
            <a:cxnLst/>
            <a:rect l="l" t="t" r="r" b="b"/>
            <a:pathLst>
              <a:path w="3635375" h="539750">
                <a:moveTo>
                  <a:pt x="63502" y="0"/>
                </a:moveTo>
                <a:lnTo>
                  <a:pt x="3571873" y="0"/>
                </a:lnTo>
                <a:cubicBezTo>
                  <a:pt x="3606944" y="0"/>
                  <a:pt x="3635375" y="28431"/>
                  <a:pt x="3635375" y="63502"/>
                </a:cubicBezTo>
                <a:lnTo>
                  <a:pt x="3635375" y="476248"/>
                </a:lnTo>
                <a:cubicBezTo>
                  <a:pt x="3635375" y="511319"/>
                  <a:pt x="3606944" y="539750"/>
                  <a:pt x="3571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8135938" y="8580438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UC-09 requires UC-08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8135938" y="8770938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linking requires student-generated code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161" y="385161"/>
            <a:ext cx="1255339" cy="275794"/>
          </a:xfrm>
          <a:custGeom>
            <a:avLst/>
            <a:gdLst/>
            <a:ahLst/>
            <a:cxnLst/>
            <a:rect l="l" t="t" r="r" b="b"/>
            <a:pathLst>
              <a:path w="1255339" h="275794">
                <a:moveTo>
                  <a:pt x="137897" y="0"/>
                </a:moveTo>
                <a:lnTo>
                  <a:pt x="1117441" y="0"/>
                </a:lnTo>
                <a:cubicBezTo>
                  <a:pt x="1193549" y="0"/>
                  <a:pt x="1255339" y="61790"/>
                  <a:pt x="1255339" y="137897"/>
                </a:cubicBezTo>
                <a:lnTo>
                  <a:pt x="1255339" y="137897"/>
                </a:lnTo>
                <a:cubicBezTo>
                  <a:pt x="1255339" y="214004"/>
                  <a:pt x="1193549" y="275794"/>
                  <a:pt x="1117441" y="275794"/>
                </a:cubicBezTo>
                <a:lnTo>
                  <a:pt x="137897" y="275794"/>
                </a:lnTo>
                <a:cubicBezTo>
                  <a:pt x="61790" y="275794"/>
                  <a:pt x="0" y="214004"/>
                  <a:pt x="0" y="137897"/>
                </a:cubicBezTo>
                <a:lnTo>
                  <a:pt x="0" y="137897"/>
                </a:lnTo>
                <a:cubicBezTo>
                  <a:pt x="0" y="61790"/>
                  <a:pt x="61790" y="0"/>
                  <a:pt x="137897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037" y="446977"/>
            <a:ext cx="1074646" cy="15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9" b="1" kern="0" spc="45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0406" y="779832"/>
            <a:ext cx="11602371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6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Student Mobile App: Implemented Features (MVP)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406" y="1274359"/>
            <a:ext cx="760811" cy="38041"/>
          </a:xfrm>
          <a:custGeom>
            <a:avLst/>
            <a:gdLst/>
            <a:ahLst/>
            <a:cxnLst/>
            <a:rect l="l" t="t" r="r" b="b"/>
            <a:pathLst>
              <a:path w="760811" h="38041">
                <a:moveTo>
                  <a:pt x="0" y="0"/>
                </a:moveTo>
                <a:lnTo>
                  <a:pt x="760811" y="0"/>
                </a:lnTo>
                <a:lnTo>
                  <a:pt x="760811" y="38041"/>
                </a:lnTo>
                <a:lnTo>
                  <a:pt x="0" y="38041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85161" y="1469317"/>
            <a:ext cx="11421679" cy="3594833"/>
          </a:xfrm>
          <a:custGeom>
            <a:avLst/>
            <a:gdLst/>
            <a:ahLst/>
            <a:cxnLst/>
            <a:rect l="l" t="t" r="r" b="b"/>
            <a:pathLst>
              <a:path w="11421679" h="3594833">
                <a:moveTo>
                  <a:pt x="114136" y="0"/>
                </a:moveTo>
                <a:lnTo>
                  <a:pt x="11307543" y="0"/>
                </a:lnTo>
                <a:cubicBezTo>
                  <a:pt x="11370578" y="0"/>
                  <a:pt x="11421679" y="51100"/>
                  <a:pt x="11421679" y="114136"/>
                </a:cubicBezTo>
                <a:lnTo>
                  <a:pt x="11421679" y="3480697"/>
                </a:lnTo>
                <a:cubicBezTo>
                  <a:pt x="11421679" y="3543733"/>
                  <a:pt x="11370578" y="3594833"/>
                  <a:pt x="11307543" y="3594833"/>
                </a:cubicBezTo>
                <a:lnTo>
                  <a:pt x="114136" y="3594833"/>
                </a:lnTo>
                <a:cubicBezTo>
                  <a:pt x="51100" y="3594833"/>
                  <a:pt x="0" y="3543733"/>
                  <a:pt x="0" y="3480697"/>
                </a:cubicBezTo>
                <a:lnTo>
                  <a:pt x="0" y="114136"/>
                </a:lnTo>
                <a:cubicBezTo>
                  <a:pt x="0" y="51143"/>
                  <a:pt x="51143" y="0"/>
                  <a:pt x="11413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9916" y="1474072"/>
          <a:ext cx="11412168" cy="3689598"/>
        </p:xfrm>
        <a:graphic>
          <a:graphicData uri="http://schemas.openxmlformats.org/drawingml/2006/table">
            <a:tbl>
              <a:tblPr/>
              <a:tblGrid>
                <a:gridCol w="2853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4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189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Description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API Evidence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18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Study Timer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One-tap start/stop, background tracking, subject selection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 /api/sessions/start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 /api/sessions/end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18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Points &amp; Levels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XP per minute, progressive level system (22 levels)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Automatic on session end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 /api/student/stats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18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Achievements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 badge types across 4 categories: milestone, streak, subject, challenge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 /api/student/achievements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 /api/achievements/check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18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Task Management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Full CRUD operations, priority, due dates, status toggle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GET/POST/PUT/DELETE /api/tasks/:id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18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Leaderboards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Global ranking by period: weekly/monthly/all-time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 /api/leaderboard/global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 /api/leaderboard/my-rank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189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Tutor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24/7 chatbot with conversation history, 4 modes: learn, quiz, hint, explain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 /api/tutor/session/start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 /api/tutor/session/message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162" marR="152162" marT="114122" marB="11412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85161" y="5225822"/>
            <a:ext cx="3699445" cy="884443"/>
          </a:xfrm>
          <a:custGeom>
            <a:avLst/>
            <a:gdLst/>
            <a:ahLst/>
            <a:cxnLst/>
            <a:rect l="l" t="t" r="r" b="b"/>
            <a:pathLst>
              <a:path w="3699445" h="884443">
                <a:moveTo>
                  <a:pt x="114120" y="0"/>
                </a:moveTo>
                <a:lnTo>
                  <a:pt x="3585325" y="0"/>
                </a:lnTo>
                <a:cubicBezTo>
                  <a:pt x="3648351" y="0"/>
                  <a:pt x="3699445" y="51093"/>
                  <a:pt x="3699445" y="114120"/>
                </a:cubicBezTo>
                <a:lnTo>
                  <a:pt x="3699445" y="770323"/>
                </a:lnTo>
                <a:cubicBezTo>
                  <a:pt x="3699445" y="833350"/>
                  <a:pt x="3648351" y="884443"/>
                  <a:pt x="3585325" y="884443"/>
                </a:cubicBezTo>
                <a:lnTo>
                  <a:pt x="114120" y="884443"/>
                </a:lnTo>
                <a:cubicBezTo>
                  <a:pt x="51135" y="884443"/>
                  <a:pt x="0" y="833308"/>
                  <a:pt x="0" y="770323"/>
                </a:cubicBezTo>
                <a:lnTo>
                  <a:pt x="0" y="114120"/>
                </a:lnTo>
                <a:cubicBezTo>
                  <a:pt x="0" y="51135"/>
                  <a:pt x="51135" y="0"/>
                  <a:pt x="11412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752" y="5382739"/>
            <a:ext cx="3528262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6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15+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8793" y="5763145"/>
            <a:ext cx="3452181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8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7" name="Shape 8"/>
          <p:cNvSpPr/>
          <p:nvPr/>
        </p:nvSpPr>
        <p:spPr>
          <a:xfrm>
            <a:off x="4245644" y="5225822"/>
            <a:ext cx="3699445" cy="884443"/>
          </a:xfrm>
          <a:custGeom>
            <a:avLst/>
            <a:gdLst/>
            <a:ahLst/>
            <a:cxnLst/>
            <a:rect l="l" t="t" r="r" b="b"/>
            <a:pathLst>
              <a:path w="3699445" h="884443">
                <a:moveTo>
                  <a:pt x="114120" y="0"/>
                </a:moveTo>
                <a:lnTo>
                  <a:pt x="3585325" y="0"/>
                </a:lnTo>
                <a:cubicBezTo>
                  <a:pt x="3648351" y="0"/>
                  <a:pt x="3699445" y="51093"/>
                  <a:pt x="3699445" y="114120"/>
                </a:cubicBezTo>
                <a:lnTo>
                  <a:pt x="3699445" y="770323"/>
                </a:lnTo>
                <a:cubicBezTo>
                  <a:pt x="3699445" y="833350"/>
                  <a:pt x="3648351" y="884443"/>
                  <a:pt x="3585325" y="884443"/>
                </a:cubicBezTo>
                <a:lnTo>
                  <a:pt x="114120" y="884443"/>
                </a:lnTo>
                <a:cubicBezTo>
                  <a:pt x="51135" y="884443"/>
                  <a:pt x="0" y="833308"/>
                  <a:pt x="0" y="770323"/>
                </a:cubicBezTo>
                <a:lnTo>
                  <a:pt x="0" y="114120"/>
                </a:lnTo>
                <a:cubicBezTo>
                  <a:pt x="0" y="51135"/>
                  <a:pt x="51135" y="0"/>
                  <a:pt x="11412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31235" y="5382739"/>
            <a:ext cx="3528262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6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69276" y="5763145"/>
            <a:ext cx="3452181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8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Achievement Types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06127" y="5225822"/>
            <a:ext cx="3699445" cy="884443"/>
          </a:xfrm>
          <a:custGeom>
            <a:avLst/>
            <a:gdLst/>
            <a:ahLst/>
            <a:cxnLst/>
            <a:rect l="l" t="t" r="r" b="b"/>
            <a:pathLst>
              <a:path w="3699445" h="884443">
                <a:moveTo>
                  <a:pt x="114120" y="0"/>
                </a:moveTo>
                <a:lnTo>
                  <a:pt x="3585325" y="0"/>
                </a:lnTo>
                <a:cubicBezTo>
                  <a:pt x="3648351" y="0"/>
                  <a:pt x="3699445" y="51093"/>
                  <a:pt x="3699445" y="114120"/>
                </a:cubicBezTo>
                <a:lnTo>
                  <a:pt x="3699445" y="770323"/>
                </a:lnTo>
                <a:cubicBezTo>
                  <a:pt x="3699445" y="833350"/>
                  <a:pt x="3648351" y="884443"/>
                  <a:pt x="3585325" y="884443"/>
                </a:cubicBezTo>
                <a:lnTo>
                  <a:pt x="114120" y="884443"/>
                </a:lnTo>
                <a:cubicBezTo>
                  <a:pt x="51135" y="884443"/>
                  <a:pt x="0" y="833308"/>
                  <a:pt x="0" y="770323"/>
                </a:cubicBezTo>
                <a:lnTo>
                  <a:pt x="0" y="114120"/>
                </a:lnTo>
                <a:cubicBezTo>
                  <a:pt x="0" y="51135"/>
                  <a:pt x="51135" y="0"/>
                  <a:pt x="11412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1718" y="5382739"/>
            <a:ext cx="3528262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6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759" y="5763145"/>
            <a:ext cx="3452181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8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System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161" y="6271938"/>
            <a:ext cx="11421679" cy="580119"/>
          </a:xfrm>
          <a:custGeom>
            <a:avLst/>
            <a:gdLst/>
            <a:ahLst/>
            <a:cxnLst/>
            <a:rect l="l" t="t" r="r" b="b"/>
            <a:pathLst>
              <a:path w="11421679" h="580119">
                <a:moveTo>
                  <a:pt x="114121" y="0"/>
                </a:moveTo>
                <a:lnTo>
                  <a:pt x="11307558" y="0"/>
                </a:lnTo>
                <a:cubicBezTo>
                  <a:pt x="11370585" y="0"/>
                  <a:pt x="11421679" y="51094"/>
                  <a:pt x="11421679" y="114121"/>
                </a:cubicBezTo>
                <a:lnTo>
                  <a:pt x="11421679" y="465998"/>
                </a:lnTo>
                <a:cubicBezTo>
                  <a:pt x="11421679" y="529025"/>
                  <a:pt x="11370585" y="580119"/>
                  <a:pt x="11307558" y="580119"/>
                </a:cubicBezTo>
                <a:lnTo>
                  <a:pt x="114121" y="580119"/>
                </a:lnTo>
                <a:cubicBezTo>
                  <a:pt x="51094" y="580119"/>
                  <a:pt x="0" y="529025"/>
                  <a:pt x="0" y="465998"/>
                </a:cubicBezTo>
                <a:lnTo>
                  <a:pt x="0" y="114121"/>
                </a:lnTo>
                <a:cubicBezTo>
                  <a:pt x="0" y="51094"/>
                  <a:pt x="51094" y="0"/>
                  <a:pt x="114121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0608" y="6447875"/>
            <a:ext cx="228243" cy="228243"/>
          </a:xfrm>
          <a:custGeom>
            <a:avLst/>
            <a:gdLst/>
            <a:ahLst/>
            <a:cxnLst/>
            <a:rect l="l" t="t" r="r" b="b"/>
            <a:pathLst>
              <a:path w="228243" h="228243">
                <a:moveTo>
                  <a:pt x="114122" y="228243"/>
                </a:moveTo>
                <a:cubicBezTo>
                  <a:pt x="177107" y="228243"/>
                  <a:pt x="228243" y="177107"/>
                  <a:pt x="228243" y="114122"/>
                </a:cubicBezTo>
                <a:cubicBezTo>
                  <a:pt x="228243" y="51136"/>
                  <a:pt x="177107" y="0"/>
                  <a:pt x="114122" y="0"/>
                </a:cubicBezTo>
                <a:cubicBezTo>
                  <a:pt x="51136" y="0"/>
                  <a:pt x="0" y="51136"/>
                  <a:pt x="0" y="114122"/>
                </a:cubicBezTo>
                <a:cubicBezTo>
                  <a:pt x="0" y="177107"/>
                  <a:pt x="51136" y="228243"/>
                  <a:pt x="114122" y="228243"/>
                </a:cubicBezTo>
                <a:close/>
                <a:moveTo>
                  <a:pt x="151746" y="94819"/>
                </a:moveTo>
                <a:lnTo>
                  <a:pt x="116083" y="151880"/>
                </a:lnTo>
                <a:cubicBezTo>
                  <a:pt x="114211" y="154867"/>
                  <a:pt x="111001" y="156739"/>
                  <a:pt x="107479" y="156917"/>
                </a:cubicBezTo>
                <a:cubicBezTo>
                  <a:pt x="103958" y="157096"/>
                  <a:pt x="100570" y="155491"/>
                  <a:pt x="98475" y="152638"/>
                </a:cubicBezTo>
                <a:lnTo>
                  <a:pt x="77077" y="124107"/>
                </a:lnTo>
                <a:cubicBezTo>
                  <a:pt x="73510" y="119382"/>
                  <a:pt x="74491" y="112695"/>
                  <a:pt x="79216" y="109129"/>
                </a:cubicBezTo>
                <a:cubicBezTo>
                  <a:pt x="83942" y="105563"/>
                  <a:pt x="90629" y="106543"/>
                  <a:pt x="94195" y="111269"/>
                </a:cubicBezTo>
                <a:lnTo>
                  <a:pt x="106231" y="127317"/>
                </a:lnTo>
                <a:lnTo>
                  <a:pt x="133603" y="83496"/>
                </a:lnTo>
                <a:cubicBezTo>
                  <a:pt x="136723" y="78503"/>
                  <a:pt x="143321" y="76943"/>
                  <a:pt x="148358" y="80108"/>
                </a:cubicBezTo>
                <a:cubicBezTo>
                  <a:pt x="153396" y="83273"/>
                  <a:pt x="154911" y="89826"/>
                  <a:pt x="151746" y="9486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9" name="Text 16"/>
          <p:cNvSpPr/>
          <p:nvPr/>
        </p:nvSpPr>
        <p:spPr>
          <a:xfrm>
            <a:off x="941504" y="6428855"/>
            <a:ext cx="5630003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FEATURES FULLY FUNCTIONAL</a:t>
            </a:r>
            <a:r>
              <a:rPr lang="en-US" sz="1348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current prototype with real data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047750" cy="230188"/>
          </a:xfrm>
          <a:custGeom>
            <a:avLst/>
            <a:gdLst/>
            <a:ahLst/>
            <a:cxnLst/>
            <a:rect l="l" t="t" r="r" b="b"/>
            <a:pathLst>
              <a:path w="1047750" h="230188">
                <a:moveTo>
                  <a:pt x="115094" y="0"/>
                </a:moveTo>
                <a:lnTo>
                  <a:pt x="932656" y="0"/>
                </a:lnTo>
                <a:cubicBezTo>
                  <a:pt x="996178" y="0"/>
                  <a:pt x="1047750" y="51572"/>
                  <a:pt x="1047750" y="115094"/>
                </a:cubicBezTo>
                <a:lnTo>
                  <a:pt x="1047750" y="115094"/>
                </a:lnTo>
                <a:cubicBezTo>
                  <a:pt x="1047750" y="178616"/>
                  <a:pt x="996178" y="230188"/>
                  <a:pt x="932656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896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Parent Dashboard: From Interrogation to Collaboration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691188" cy="3738563"/>
          </a:xfrm>
          <a:custGeom>
            <a:avLst/>
            <a:gdLst/>
            <a:ahLst/>
            <a:cxnLst/>
            <a:rect l="l" t="t" r="r" b="b"/>
            <a:pathLst>
              <a:path w="5691188" h="3738563">
                <a:moveTo>
                  <a:pt x="95259" y="0"/>
                </a:moveTo>
                <a:lnTo>
                  <a:pt x="5595929" y="0"/>
                </a:lnTo>
                <a:cubicBezTo>
                  <a:pt x="5648539" y="0"/>
                  <a:pt x="5691188" y="42649"/>
                  <a:pt x="5691188" y="95259"/>
                </a:cubicBezTo>
                <a:lnTo>
                  <a:pt x="5691188" y="3643304"/>
                </a:lnTo>
                <a:cubicBezTo>
                  <a:pt x="5691188" y="3695914"/>
                  <a:pt x="5648539" y="3738562"/>
                  <a:pt x="5595929" y="3738563"/>
                </a:cubicBezTo>
                <a:lnTo>
                  <a:pt x="95259" y="3738563"/>
                </a:lnTo>
                <a:cubicBezTo>
                  <a:pt x="42649" y="3738563"/>
                  <a:pt x="0" y="3695914"/>
                  <a:pt x="0" y="3643304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4031" y="1452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682625" y="1420813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StudyQuest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77006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79438" y="186531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1" name="Text 9"/>
          <p:cNvSpPr/>
          <p:nvPr/>
        </p:nvSpPr>
        <p:spPr>
          <a:xfrm>
            <a:off x="551656" y="1865312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8688" y="1865312"/>
            <a:ext cx="488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8688" y="2055813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"Did you study today?"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187" y="243681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00688" y="25320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72906" y="253206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875" y="2532063"/>
            <a:ext cx="488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938" y="2722563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"Yes" </a:t>
            </a:r>
            <a:r>
              <a:rPr lang="en-US" sz="1000" dirty="0">
                <a:solidFill>
                  <a:srgbClr val="E0E2E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(maybe)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187" y="310356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9438" y="31988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1" name="Text 19"/>
          <p:cNvSpPr/>
          <p:nvPr/>
        </p:nvSpPr>
        <p:spPr>
          <a:xfrm>
            <a:off x="551656" y="319881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688" y="3198813"/>
            <a:ext cx="488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688" y="3389313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"For how long?"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187" y="377031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00688" y="38655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6" name="Text 24"/>
          <p:cNvSpPr/>
          <p:nvPr/>
        </p:nvSpPr>
        <p:spPr>
          <a:xfrm>
            <a:off x="5472906" y="386556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3875" y="3865563"/>
            <a:ext cx="488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5938" y="4056063"/>
            <a:ext cx="488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"Two hours" </a:t>
            </a:r>
            <a:r>
              <a:rPr lang="en-US" sz="1000" dirty="0">
                <a:solidFill>
                  <a:srgbClr val="E0E2E6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(actually: 20 min)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8156" y="4441031"/>
            <a:ext cx="5357813" cy="388938"/>
          </a:xfrm>
          <a:custGeom>
            <a:avLst/>
            <a:gdLst/>
            <a:ahLst/>
            <a:cxnLst/>
            <a:rect l="l" t="t" r="r" b="b"/>
            <a:pathLst>
              <a:path w="5357813" h="388938">
                <a:moveTo>
                  <a:pt x="63502" y="0"/>
                </a:moveTo>
                <a:lnTo>
                  <a:pt x="5294311" y="0"/>
                </a:lnTo>
                <a:cubicBezTo>
                  <a:pt x="5329382" y="0"/>
                  <a:pt x="5357813" y="28431"/>
                  <a:pt x="5357813" y="63502"/>
                </a:cubicBezTo>
                <a:lnTo>
                  <a:pt x="5357813" y="325436"/>
                </a:lnTo>
                <a:cubicBezTo>
                  <a:pt x="5357813" y="360507"/>
                  <a:pt x="5329382" y="388938"/>
                  <a:pt x="5294311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625" y="4540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 Conflict, dishonesty, damaged relationship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9344" y="1258094"/>
            <a:ext cx="5691188" cy="3738563"/>
          </a:xfrm>
          <a:custGeom>
            <a:avLst/>
            <a:gdLst/>
            <a:ahLst/>
            <a:cxnLst/>
            <a:rect l="l" t="t" r="r" b="b"/>
            <a:pathLst>
              <a:path w="5691188" h="3738563">
                <a:moveTo>
                  <a:pt x="95259" y="0"/>
                </a:moveTo>
                <a:lnTo>
                  <a:pt x="5595929" y="0"/>
                </a:lnTo>
                <a:cubicBezTo>
                  <a:pt x="5648539" y="0"/>
                  <a:pt x="5691188" y="42649"/>
                  <a:pt x="5691188" y="95259"/>
                </a:cubicBezTo>
                <a:lnTo>
                  <a:pt x="5691188" y="3643304"/>
                </a:lnTo>
                <a:cubicBezTo>
                  <a:pt x="5691188" y="3695914"/>
                  <a:pt x="5648539" y="3738562"/>
                  <a:pt x="5595929" y="3738563"/>
                </a:cubicBezTo>
                <a:lnTo>
                  <a:pt x="95259" y="3738563"/>
                </a:lnTo>
                <a:cubicBezTo>
                  <a:pt x="42649" y="3738563"/>
                  <a:pt x="0" y="3695914"/>
                  <a:pt x="0" y="3643304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1906" y="1452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3" name="Text 31"/>
          <p:cNvSpPr/>
          <p:nvPr/>
        </p:nvSpPr>
        <p:spPr>
          <a:xfrm>
            <a:off x="6540500" y="1420813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StudyQuest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2063" y="1770063"/>
            <a:ext cx="5365750" cy="952500"/>
          </a:xfrm>
          <a:custGeom>
            <a:avLst/>
            <a:gdLst/>
            <a:ahLst/>
            <a:cxnLst/>
            <a:rect l="l" t="t" r="r" b="b"/>
            <a:pathLst>
              <a:path w="5365750" h="95250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888997"/>
                </a:lnTo>
                <a:cubicBezTo>
                  <a:pt x="5365750" y="924069"/>
                  <a:pt x="5337319" y="952500"/>
                  <a:pt x="53022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37313" y="1865312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opens dashboard → Sees objective data: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0133" y="21113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7" name="Text 35"/>
          <p:cNvSpPr/>
          <p:nvPr/>
        </p:nvSpPr>
        <p:spPr>
          <a:xfrm>
            <a:off x="6639719" y="2087563"/>
            <a:ext cx="221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Today: 45 minutes Math, 30 minutes English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60133" y="2301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9" name="Text 37"/>
          <p:cNvSpPr/>
          <p:nvPr/>
        </p:nvSpPr>
        <p:spPr>
          <a:xfrm>
            <a:off x="6639719" y="2278063"/>
            <a:ext cx="111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streak: 5 days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60133" y="24923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1" name="Text 39"/>
          <p:cNvSpPr/>
          <p:nvPr/>
        </p:nvSpPr>
        <p:spPr>
          <a:xfrm>
            <a:off x="6639719" y="2468563"/>
            <a:ext cx="166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goal: 5/7 days completed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2063" y="2817813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37313" y="2913063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7313" y="3103563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see you studied 45 minutes on math today and maintained your 5-day streak. Great focus!"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46031" y="3488531"/>
            <a:ext cx="5357813" cy="388938"/>
          </a:xfrm>
          <a:custGeom>
            <a:avLst/>
            <a:gdLst/>
            <a:ahLst/>
            <a:cxnLst/>
            <a:rect l="l" t="t" r="r" b="b"/>
            <a:pathLst>
              <a:path w="5357813" h="388938">
                <a:moveTo>
                  <a:pt x="63502" y="0"/>
                </a:moveTo>
                <a:lnTo>
                  <a:pt x="5294311" y="0"/>
                </a:lnTo>
                <a:cubicBezTo>
                  <a:pt x="5329382" y="0"/>
                  <a:pt x="5357813" y="28431"/>
                  <a:pt x="5357813" y="63502"/>
                </a:cubicBezTo>
                <a:lnTo>
                  <a:pt x="5357813" y="325436"/>
                </a:lnTo>
                <a:cubicBezTo>
                  <a:pt x="5357813" y="360507"/>
                  <a:pt x="5329382" y="388938"/>
                  <a:pt x="5294311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 w="12700">
            <a:solidFill>
              <a:srgbClr val="E8A95E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3500" y="3587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 Positive reinforcement based on facts, not interrogation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1469" y="5163344"/>
            <a:ext cx="11549063" cy="2397125"/>
          </a:xfrm>
          <a:custGeom>
            <a:avLst/>
            <a:gdLst/>
            <a:ahLst/>
            <a:cxnLst/>
            <a:rect l="l" t="t" r="r" b="b"/>
            <a:pathLst>
              <a:path w="11549063" h="2397125">
                <a:moveTo>
                  <a:pt x="95262" y="0"/>
                </a:moveTo>
                <a:lnTo>
                  <a:pt x="11453801" y="0"/>
                </a:lnTo>
                <a:cubicBezTo>
                  <a:pt x="11506412" y="0"/>
                  <a:pt x="11549063" y="42650"/>
                  <a:pt x="11549063" y="95262"/>
                </a:cubicBezTo>
                <a:lnTo>
                  <a:pt x="11549063" y="2301863"/>
                </a:lnTo>
                <a:cubicBezTo>
                  <a:pt x="11549063" y="2354475"/>
                  <a:pt x="11506412" y="2397125"/>
                  <a:pt x="11453801" y="2397125"/>
                </a:cubicBezTo>
                <a:lnTo>
                  <a:pt x="95262" y="2397125"/>
                </a:lnTo>
                <a:cubicBezTo>
                  <a:pt x="42650" y="2397125"/>
                  <a:pt x="0" y="2354475"/>
                  <a:pt x="0" y="2301863"/>
                </a:cubicBezTo>
                <a:lnTo>
                  <a:pt x="0" y="95262"/>
                </a:lnTo>
                <a:cubicBezTo>
                  <a:pt x="0" y="42685"/>
                  <a:pt x="42685" y="0"/>
                  <a:pt x="95262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3953" y="53578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9062" y="29766"/>
                </a:moveTo>
                <a:lnTo>
                  <a:pt x="79375" y="29766"/>
                </a:lnTo>
                <a:lnTo>
                  <a:pt x="79375" y="69453"/>
                </a:lnTo>
                <a:lnTo>
                  <a:pt x="119062" y="69453"/>
                </a:lnTo>
                <a:lnTo>
                  <a:pt x="119062" y="29766"/>
                </a:lnTo>
                <a:close/>
                <a:moveTo>
                  <a:pt x="138906" y="69453"/>
                </a:move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69453"/>
                </a:lnTo>
                <a:close/>
                <a:moveTo>
                  <a:pt x="19844" y="89297"/>
                </a:moveTo>
                <a:lnTo>
                  <a:pt x="19844" y="128984"/>
                </a:lnTo>
                <a:lnTo>
                  <a:pt x="59531" y="128984"/>
                </a:lnTo>
                <a:lnTo>
                  <a:pt x="59531" y="89297"/>
                </a:lnTo>
                <a:lnTo>
                  <a:pt x="19844" y="89297"/>
                </a:lnTo>
                <a:close/>
                <a:moveTo>
                  <a:pt x="59531" y="69453"/>
                </a:moveTo>
                <a:lnTo>
                  <a:pt x="59531" y="29766"/>
                </a:lnTo>
                <a:lnTo>
                  <a:pt x="19844" y="29766"/>
                </a:lnTo>
                <a:lnTo>
                  <a:pt x="19844" y="69453"/>
                </a:lnTo>
                <a:lnTo>
                  <a:pt x="59531" y="69453"/>
                </a:lnTo>
                <a:close/>
                <a:moveTo>
                  <a:pt x="79375" y="89297"/>
                </a:moveTo>
                <a:lnTo>
                  <a:pt x="79375" y="128984"/>
                </a:lnTo>
                <a:lnTo>
                  <a:pt x="119062" y="128984"/>
                </a:lnTo>
                <a:lnTo>
                  <a:pt x="119062" y="89297"/>
                </a:lnTo>
                <a:lnTo>
                  <a:pt x="79375" y="89297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9" name="Text 47"/>
          <p:cNvSpPr/>
          <p:nvPr/>
        </p:nvSpPr>
        <p:spPr>
          <a:xfrm>
            <a:off x="682625" y="5326063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Capabilities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4187" y="5675313"/>
            <a:ext cx="3659187" cy="1270000"/>
          </a:xfrm>
          <a:custGeom>
            <a:avLst/>
            <a:gdLst/>
            <a:ahLst/>
            <a:cxnLst/>
            <a:rect l="l" t="t" r="r" b="b"/>
            <a:pathLst>
              <a:path w="3659187" h="1270000">
                <a:moveTo>
                  <a:pt x="63500" y="0"/>
                </a:moveTo>
                <a:lnTo>
                  <a:pt x="3595688" y="0"/>
                </a:lnTo>
                <a:cubicBezTo>
                  <a:pt x="3630734" y="0"/>
                  <a:pt x="3659187" y="28453"/>
                  <a:pt x="3659187" y="63500"/>
                </a:cubicBezTo>
                <a:lnTo>
                  <a:pt x="3659187" y="1206500"/>
                </a:lnTo>
                <a:cubicBezTo>
                  <a:pt x="3659187" y="1241547"/>
                  <a:pt x="3630734" y="1270000"/>
                  <a:pt x="3595688" y="1270000"/>
                </a:cubicBezTo>
                <a:lnTo>
                  <a:pt x="63500" y="1270000"/>
                </a:lnTo>
                <a:cubicBezTo>
                  <a:pt x="28453" y="1270000"/>
                  <a:pt x="0" y="1241547"/>
                  <a:pt x="0" y="1206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1031" y="5826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2" name="Text 50"/>
          <p:cNvSpPr/>
          <p:nvPr/>
        </p:nvSpPr>
        <p:spPr>
          <a:xfrm>
            <a:off x="853281" y="5802313"/>
            <a:ext cx="118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Overview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11188" y="60880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Total study time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11188" y="62785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Subject breakdown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11188" y="64690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Streak status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11188" y="66595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Activity feed (timestamped)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67729" y="5675313"/>
            <a:ext cx="3659187" cy="1270000"/>
          </a:xfrm>
          <a:custGeom>
            <a:avLst/>
            <a:gdLst/>
            <a:ahLst/>
            <a:cxnLst/>
            <a:rect l="l" t="t" r="r" b="b"/>
            <a:pathLst>
              <a:path w="3659187" h="1270000">
                <a:moveTo>
                  <a:pt x="63500" y="0"/>
                </a:moveTo>
                <a:lnTo>
                  <a:pt x="3595688" y="0"/>
                </a:lnTo>
                <a:cubicBezTo>
                  <a:pt x="3630734" y="0"/>
                  <a:pt x="3659187" y="28453"/>
                  <a:pt x="3659187" y="63500"/>
                </a:cubicBezTo>
                <a:lnTo>
                  <a:pt x="3659187" y="1206500"/>
                </a:lnTo>
                <a:cubicBezTo>
                  <a:pt x="3659187" y="1241547"/>
                  <a:pt x="3630734" y="1270000"/>
                  <a:pt x="3595688" y="1270000"/>
                </a:cubicBezTo>
                <a:lnTo>
                  <a:pt x="63500" y="1270000"/>
                </a:lnTo>
                <a:cubicBezTo>
                  <a:pt x="28453" y="1270000"/>
                  <a:pt x="0" y="1241547"/>
                  <a:pt x="0" y="1206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405643" y="5826125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75037" y="23775"/>
                </a:moveTo>
                <a:lnTo>
                  <a:pt x="42500" y="59941"/>
                </a:lnTo>
                <a:cubicBezTo>
                  <a:pt x="41216" y="61364"/>
                  <a:pt x="41272" y="63568"/>
                  <a:pt x="42639" y="64936"/>
                </a:cubicBezTo>
                <a:cubicBezTo>
                  <a:pt x="51150" y="73447"/>
                  <a:pt x="64963" y="73447"/>
                  <a:pt x="73475" y="64936"/>
                </a:cubicBezTo>
                <a:lnTo>
                  <a:pt x="82348" y="56062"/>
                </a:lnTo>
                <a:cubicBezTo>
                  <a:pt x="83520" y="54890"/>
                  <a:pt x="84999" y="54248"/>
                  <a:pt x="86506" y="54136"/>
                </a:cubicBezTo>
                <a:cubicBezTo>
                  <a:pt x="88404" y="53969"/>
                  <a:pt x="90357" y="54611"/>
                  <a:pt x="91808" y="56062"/>
                </a:cubicBezTo>
                <a:lnTo>
                  <a:pt x="141089" y="104924"/>
                </a:lnTo>
                <a:lnTo>
                  <a:pt x="160734" y="89297"/>
                </a:lnTo>
                <a:lnTo>
                  <a:pt x="160734" y="8930"/>
                </a:lnTo>
                <a:lnTo>
                  <a:pt x="129480" y="26789"/>
                </a:lnTo>
                <a:lnTo>
                  <a:pt x="122839" y="22352"/>
                </a:lnTo>
                <a:cubicBezTo>
                  <a:pt x="118430" y="19422"/>
                  <a:pt x="113268" y="17859"/>
                  <a:pt x="107966" y="17859"/>
                </a:cubicBezTo>
                <a:lnTo>
                  <a:pt x="88320" y="17859"/>
                </a:lnTo>
                <a:cubicBezTo>
                  <a:pt x="88013" y="17859"/>
                  <a:pt x="87678" y="17859"/>
                  <a:pt x="87371" y="17887"/>
                </a:cubicBezTo>
                <a:cubicBezTo>
                  <a:pt x="82655" y="18138"/>
                  <a:pt x="78218" y="20259"/>
                  <a:pt x="75037" y="23775"/>
                </a:cubicBezTo>
                <a:close/>
                <a:moveTo>
                  <a:pt x="32538" y="50983"/>
                </a:moveTo>
                <a:lnTo>
                  <a:pt x="62340" y="17859"/>
                </a:lnTo>
                <a:lnTo>
                  <a:pt x="51290" y="17859"/>
                </a:lnTo>
                <a:cubicBezTo>
                  <a:pt x="44174" y="17859"/>
                  <a:pt x="37365" y="20678"/>
                  <a:pt x="32342" y="25701"/>
                </a:cubicBezTo>
                <a:lnTo>
                  <a:pt x="31254" y="26789"/>
                </a:lnTo>
                <a:lnTo>
                  <a:pt x="0" y="8930"/>
                </a:lnTo>
                <a:lnTo>
                  <a:pt x="0" y="89297"/>
                </a:lnTo>
                <a:lnTo>
                  <a:pt x="43644" y="125657"/>
                </a:lnTo>
                <a:cubicBezTo>
                  <a:pt x="50062" y="131015"/>
                  <a:pt x="58155" y="133945"/>
                  <a:pt x="66498" y="133945"/>
                </a:cubicBezTo>
                <a:lnTo>
                  <a:pt x="70879" y="133945"/>
                </a:lnTo>
                <a:lnTo>
                  <a:pt x="68926" y="131992"/>
                </a:lnTo>
                <a:cubicBezTo>
                  <a:pt x="66303" y="129369"/>
                  <a:pt x="66303" y="125127"/>
                  <a:pt x="68926" y="122532"/>
                </a:cubicBezTo>
                <a:cubicBezTo>
                  <a:pt x="71549" y="119937"/>
                  <a:pt x="75791" y="119909"/>
                  <a:pt x="78386" y="122532"/>
                </a:cubicBezTo>
                <a:lnTo>
                  <a:pt x="89827" y="133973"/>
                </a:lnTo>
                <a:lnTo>
                  <a:pt x="92339" y="133973"/>
                </a:lnTo>
                <a:cubicBezTo>
                  <a:pt x="97668" y="133973"/>
                  <a:pt x="102887" y="132773"/>
                  <a:pt x="107631" y="130541"/>
                </a:cubicBezTo>
                <a:lnTo>
                  <a:pt x="100180" y="123062"/>
                </a:lnTo>
                <a:cubicBezTo>
                  <a:pt x="97557" y="120439"/>
                  <a:pt x="97557" y="116198"/>
                  <a:pt x="100180" y="113602"/>
                </a:cubicBezTo>
                <a:cubicBezTo>
                  <a:pt x="102803" y="111007"/>
                  <a:pt x="107045" y="110979"/>
                  <a:pt x="109640" y="113602"/>
                </a:cubicBezTo>
                <a:lnTo>
                  <a:pt x="118570" y="122532"/>
                </a:lnTo>
                <a:lnTo>
                  <a:pt x="123453" y="117649"/>
                </a:lnTo>
                <a:cubicBezTo>
                  <a:pt x="125936" y="115165"/>
                  <a:pt x="126662" y="111565"/>
                  <a:pt x="125574" y="108412"/>
                </a:cubicBezTo>
                <a:lnTo>
                  <a:pt x="87092" y="70238"/>
                </a:lnTo>
                <a:lnTo>
                  <a:pt x="82934" y="74395"/>
                </a:lnTo>
                <a:cubicBezTo>
                  <a:pt x="69177" y="88153"/>
                  <a:pt x="46909" y="88153"/>
                  <a:pt x="33151" y="74395"/>
                </a:cubicBezTo>
                <a:cubicBezTo>
                  <a:pt x="26733" y="67977"/>
                  <a:pt x="26482" y="57680"/>
                  <a:pt x="32538" y="50955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9" name="Text 57"/>
          <p:cNvSpPr/>
          <p:nvPr/>
        </p:nvSpPr>
        <p:spPr>
          <a:xfrm>
            <a:off x="4636823" y="5802313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Tools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394729" y="60880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Joint goal-setting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94729" y="62785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Reward creation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394729" y="64690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Progress notifications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51271" y="5675313"/>
            <a:ext cx="3659187" cy="1270000"/>
          </a:xfrm>
          <a:custGeom>
            <a:avLst/>
            <a:gdLst/>
            <a:ahLst/>
            <a:cxnLst/>
            <a:rect l="l" t="t" r="r" b="b"/>
            <a:pathLst>
              <a:path w="3659187" h="1270000">
                <a:moveTo>
                  <a:pt x="63500" y="0"/>
                </a:moveTo>
                <a:lnTo>
                  <a:pt x="3595688" y="0"/>
                </a:lnTo>
                <a:cubicBezTo>
                  <a:pt x="3630734" y="0"/>
                  <a:pt x="3659187" y="28453"/>
                  <a:pt x="3659187" y="63500"/>
                </a:cubicBezTo>
                <a:lnTo>
                  <a:pt x="3659187" y="1206500"/>
                </a:lnTo>
                <a:cubicBezTo>
                  <a:pt x="3659187" y="1241547"/>
                  <a:pt x="3630734" y="1270000"/>
                  <a:pt x="3595688" y="1270000"/>
                </a:cubicBezTo>
                <a:lnTo>
                  <a:pt x="63500" y="1270000"/>
                </a:lnTo>
                <a:cubicBezTo>
                  <a:pt x="28453" y="1270000"/>
                  <a:pt x="0" y="1241547"/>
                  <a:pt x="0" y="1206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189185" y="5826125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0367" y="8930"/>
                </a:moveTo>
                <a:cubicBezTo>
                  <a:pt x="57820" y="8930"/>
                  <a:pt x="39765" y="19199"/>
                  <a:pt x="26622" y="31421"/>
                </a:cubicBezTo>
                <a:cubicBezTo>
                  <a:pt x="13562" y="43560"/>
                  <a:pt x="4828" y="58043"/>
                  <a:pt x="670" y="68005"/>
                </a:cubicBezTo>
                <a:cubicBezTo>
                  <a:pt x="-251" y="70210"/>
                  <a:pt x="-251" y="72665"/>
                  <a:pt x="670" y="74870"/>
                </a:cubicBezTo>
                <a:cubicBezTo>
                  <a:pt x="4828" y="84832"/>
                  <a:pt x="13562" y="99343"/>
                  <a:pt x="26622" y="111454"/>
                </a:cubicBezTo>
                <a:cubicBezTo>
                  <a:pt x="39765" y="123648"/>
                  <a:pt x="57820" y="133945"/>
                  <a:pt x="80367" y="133945"/>
                </a:cubicBezTo>
                <a:cubicBezTo>
                  <a:pt x="102915" y="133945"/>
                  <a:pt x="120969" y="123676"/>
                  <a:pt x="134113" y="111454"/>
                </a:cubicBezTo>
                <a:cubicBezTo>
                  <a:pt x="147172" y="99315"/>
                  <a:pt x="155907" y="84832"/>
                  <a:pt x="160065" y="74870"/>
                </a:cubicBezTo>
                <a:cubicBezTo>
                  <a:pt x="160986" y="72665"/>
                  <a:pt x="160986" y="70210"/>
                  <a:pt x="160065" y="68005"/>
                </a:cubicBezTo>
                <a:cubicBezTo>
                  <a:pt x="155907" y="58043"/>
                  <a:pt x="147172" y="43532"/>
                  <a:pt x="134113" y="31421"/>
                </a:cubicBezTo>
                <a:cubicBezTo>
                  <a:pt x="120969" y="19227"/>
                  <a:pt x="102915" y="8930"/>
                  <a:pt x="80367" y="8930"/>
                </a:cubicBezTo>
                <a:close/>
                <a:moveTo>
                  <a:pt x="40184" y="71438"/>
                </a:moveTo>
                <a:cubicBezTo>
                  <a:pt x="40184" y="49260"/>
                  <a:pt x="58189" y="31254"/>
                  <a:pt x="80367" y="31254"/>
                </a:cubicBezTo>
                <a:cubicBezTo>
                  <a:pt x="102545" y="31254"/>
                  <a:pt x="120551" y="49260"/>
                  <a:pt x="120551" y="71438"/>
                </a:cubicBezTo>
                <a:cubicBezTo>
                  <a:pt x="120551" y="93615"/>
                  <a:pt x="102545" y="111621"/>
                  <a:pt x="80367" y="111621"/>
                </a:cubicBezTo>
                <a:cubicBezTo>
                  <a:pt x="58189" y="111621"/>
                  <a:pt x="40184" y="93615"/>
                  <a:pt x="40184" y="71438"/>
                </a:cubicBezTo>
                <a:close/>
                <a:moveTo>
                  <a:pt x="80367" y="53578"/>
                </a:moveTo>
                <a:cubicBezTo>
                  <a:pt x="80367" y="63429"/>
                  <a:pt x="72358" y="71438"/>
                  <a:pt x="62508" y="71438"/>
                </a:cubicBezTo>
                <a:cubicBezTo>
                  <a:pt x="59299" y="71438"/>
                  <a:pt x="56285" y="70600"/>
                  <a:pt x="53662" y="69093"/>
                </a:cubicBezTo>
                <a:cubicBezTo>
                  <a:pt x="53383" y="72135"/>
                  <a:pt x="53634" y="75261"/>
                  <a:pt x="54471" y="78358"/>
                </a:cubicBezTo>
                <a:cubicBezTo>
                  <a:pt x="58294" y="92646"/>
                  <a:pt x="73000" y="101129"/>
                  <a:pt x="87288" y="97306"/>
                </a:cubicBezTo>
                <a:cubicBezTo>
                  <a:pt x="101575" y="93483"/>
                  <a:pt x="110058" y="78777"/>
                  <a:pt x="106235" y="64489"/>
                </a:cubicBezTo>
                <a:cubicBezTo>
                  <a:pt x="102831" y="51736"/>
                  <a:pt x="90748" y="43616"/>
                  <a:pt x="78023" y="44732"/>
                </a:cubicBezTo>
                <a:cubicBezTo>
                  <a:pt x="79502" y="47327"/>
                  <a:pt x="80367" y="50341"/>
                  <a:pt x="80367" y="53578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5" name="Text 63"/>
          <p:cNvSpPr/>
          <p:nvPr/>
        </p:nvSpPr>
        <p:spPr>
          <a:xfrm>
            <a:off x="8420365" y="5802313"/>
            <a:ext cx="88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178271" y="60880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AI conversation review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178271" y="62785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Data export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178271" y="6469063"/>
            <a:ext cx="346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Privacy controls (student-managed)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84187" y="7076281"/>
            <a:ext cx="11223625" cy="7938"/>
          </a:xfrm>
          <a:custGeom>
            <a:avLst/>
            <a:gdLst/>
            <a:ahLst/>
            <a:cxnLst/>
            <a:rect l="l" t="t" r="r" b="b"/>
            <a:pathLst>
              <a:path w="11223625" h="7938">
                <a:moveTo>
                  <a:pt x="0" y="0"/>
                </a:moveTo>
                <a:lnTo>
                  <a:pt x="11223625" y="0"/>
                </a:lnTo>
                <a:lnTo>
                  <a:pt x="11223625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523875" y="722312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1" name="Text 69"/>
          <p:cNvSpPr/>
          <p:nvPr/>
        </p:nvSpPr>
        <p:spPr>
          <a:xfrm>
            <a:off x="777875" y="7207250"/>
            <a:ext cx="988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Principle:</a:t>
            </a: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Supportive involvement, not surveillance. Parents see </a:t>
            </a: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EFFORT and CONSISTENCY</a:t>
            </a: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just grades. Students retain </a:t>
            </a: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AUTONOMY</a:t>
            </a: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 what content is visible.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537" y="334537"/>
            <a:ext cx="1263805" cy="239545"/>
          </a:xfrm>
          <a:custGeom>
            <a:avLst/>
            <a:gdLst/>
            <a:ahLst/>
            <a:cxnLst/>
            <a:rect l="l" t="t" r="r" b="b"/>
            <a:pathLst>
              <a:path w="1263805" h="239545">
                <a:moveTo>
                  <a:pt x="119772" y="0"/>
                </a:moveTo>
                <a:lnTo>
                  <a:pt x="1144033" y="0"/>
                </a:lnTo>
                <a:cubicBezTo>
                  <a:pt x="1210181" y="0"/>
                  <a:pt x="1263805" y="53624"/>
                  <a:pt x="1263805" y="119772"/>
                </a:cubicBezTo>
                <a:lnTo>
                  <a:pt x="1263805" y="119772"/>
                </a:lnTo>
                <a:cubicBezTo>
                  <a:pt x="1263805" y="185921"/>
                  <a:pt x="1210181" y="239545"/>
                  <a:pt x="1144033" y="239545"/>
                </a:cubicBezTo>
                <a:lnTo>
                  <a:pt x="119772" y="239545"/>
                </a:lnTo>
                <a:cubicBezTo>
                  <a:pt x="53668" y="239545"/>
                  <a:pt x="0" y="185877"/>
                  <a:pt x="0" y="119772"/>
                </a:cubicBezTo>
                <a:lnTo>
                  <a:pt x="0" y="119772"/>
                </a:lnTo>
                <a:cubicBezTo>
                  <a:pt x="0" y="53668"/>
                  <a:pt x="53668" y="0"/>
                  <a:pt x="119772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7789" y="388228"/>
            <a:ext cx="1106862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b="1" kern="0" spc="39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0407" y="677333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Database Schema: PostgreSQL Relational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0407" y="1106862"/>
            <a:ext cx="660813" cy="33041"/>
          </a:xfrm>
          <a:custGeom>
            <a:avLst/>
            <a:gdLst/>
            <a:ahLst/>
            <a:cxnLst/>
            <a:rect l="l" t="t" r="r" b="b"/>
            <a:pathLst>
              <a:path w="660813" h="33041">
                <a:moveTo>
                  <a:pt x="0" y="0"/>
                </a:moveTo>
                <a:lnTo>
                  <a:pt x="660813" y="0"/>
                </a:lnTo>
                <a:lnTo>
                  <a:pt x="660813" y="33041"/>
                </a:lnTo>
                <a:lnTo>
                  <a:pt x="0" y="33041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34537" y="1309236"/>
            <a:ext cx="5674732" cy="2321106"/>
          </a:xfrm>
          <a:custGeom>
            <a:avLst/>
            <a:gdLst/>
            <a:ahLst/>
            <a:cxnLst/>
            <a:rect l="l" t="t" r="r" b="b"/>
            <a:pathLst>
              <a:path w="5674732" h="2321106">
                <a:moveTo>
                  <a:pt x="99111" y="0"/>
                </a:moveTo>
                <a:lnTo>
                  <a:pt x="5575620" y="0"/>
                </a:lnTo>
                <a:cubicBezTo>
                  <a:pt x="5630358" y="0"/>
                  <a:pt x="5674732" y="44374"/>
                  <a:pt x="5674732" y="99111"/>
                </a:cubicBezTo>
                <a:lnTo>
                  <a:pt x="5674732" y="2221994"/>
                </a:lnTo>
                <a:cubicBezTo>
                  <a:pt x="5674732" y="2276732"/>
                  <a:pt x="5630358" y="2321106"/>
                  <a:pt x="5575620" y="2321106"/>
                </a:cubicBezTo>
                <a:lnTo>
                  <a:pt x="99111" y="2321106"/>
                </a:lnTo>
                <a:cubicBezTo>
                  <a:pt x="44374" y="2321106"/>
                  <a:pt x="0" y="2276732"/>
                  <a:pt x="0" y="2221994"/>
                </a:cubicBezTo>
                <a:lnTo>
                  <a:pt x="0" y="99111"/>
                </a:lnTo>
                <a:cubicBezTo>
                  <a:pt x="0" y="44410"/>
                  <a:pt x="44410" y="0"/>
                  <a:pt x="9911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894" y="1486829"/>
            <a:ext cx="185854" cy="148683"/>
          </a:xfrm>
          <a:custGeom>
            <a:avLst/>
            <a:gdLst/>
            <a:ahLst/>
            <a:cxnLst/>
            <a:rect l="l" t="t" r="r" b="b"/>
            <a:pathLst>
              <a:path w="185854" h="148683">
                <a:moveTo>
                  <a:pt x="92927" y="4646"/>
                </a:moveTo>
                <a:cubicBezTo>
                  <a:pt x="109595" y="4646"/>
                  <a:pt x="123128" y="18179"/>
                  <a:pt x="123128" y="34848"/>
                </a:cubicBezTo>
                <a:cubicBezTo>
                  <a:pt x="123128" y="51516"/>
                  <a:pt x="109595" y="65049"/>
                  <a:pt x="92927" y="65049"/>
                </a:cubicBezTo>
                <a:cubicBezTo>
                  <a:pt x="76258" y="65049"/>
                  <a:pt x="62726" y="51516"/>
                  <a:pt x="62726" y="34848"/>
                </a:cubicBezTo>
                <a:cubicBezTo>
                  <a:pt x="62726" y="18179"/>
                  <a:pt x="76258" y="4646"/>
                  <a:pt x="92927" y="4646"/>
                </a:cubicBezTo>
                <a:close/>
                <a:moveTo>
                  <a:pt x="27878" y="25555"/>
                </a:moveTo>
                <a:cubicBezTo>
                  <a:pt x="39418" y="25555"/>
                  <a:pt x="48787" y="34924"/>
                  <a:pt x="48787" y="46463"/>
                </a:cubicBezTo>
                <a:cubicBezTo>
                  <a:pt x="48787" y="58003"/>
                  <a:pt x="39418" y="67372"/>
                  <a:pt x="27878" y="67372"/>
                </a:cubicBezTo>
                <a:cubicBezTo>
                  <a:pt x="16338" y="67372"/>
                  <a:pt x="6970" y="58003"/>
                  <a:pt x="6970" y="46463"/>
                </a:cubicBezTo>
                <a:cubicBezTo>
                  <a:pt x="6970" y="34924"/>
                  <a:pt x="16338" y="25555"/>
                  <a:pt x="27878" y="25555"/>
                </a:cubicBezTo>
                <a:close/>
                <a:moveTo>
                  <a:pt x="0" y="120805"/>
                </a:moveTo>
                <a:cubicBezTo>
                  <a:pt x="0" y="100274"/>
                  <a:pt x="16640" y="83634"/>
                  <a:pt x="37171" y="83634"/>
                </a:cubicBezTo>
                <a:cubicBezTo>
                  <a:pt x="40888" y="83634"/>
                  <a:pt x="44489" y="84186"/>
                  <a:pt x="47886" y="85202"/>
                </a:cubicBezTo>
                <a:cubicBezTo>
                  <a:pt x="38332" y="95889"/>
                  <a:pt x="32524" y="110002"/>
                  <a:pt x="32524" y="125451"/>
                </a:cubicBezTo>
                <a:lnTo>
                  <a:pt x="32524" y="130098"/>
                </a:lnTo>
                <a:cubicBezTo>
                  <a:pt x="32524" y="133408"/>
                  <a:pt x="33221" y="136544"/>
                  <a:pt x="34470" y="139390"/>
                </a:cubicBezTo>
                <a:lnTo>
                  <a:pt x="9293" y="139390"/>
                </a:lnTo>
                <a:cubicBezTo>
                  <a:pt x="4153" y="139390"/>
                  <a:pt x="0" y="135238"/>
                  <a:pt x="0" y="130098"/>
                </a:cubicBezTo>
                <a:lnTo>
                  <a:pt x="0" y="120805"/>
                </a:lnTo>
                <a:close/>
                <a:moveTo>
                  <a:pt x="151384" y="139390"/>
                </a:moveTo>
                <a:cubicBezTo>
                  <a:pt x="152632" y="136544"/>
                  <a:pt x="153329" y="133408"/>
                  <a:pt x="153329" y="130098"/>
                </a:cubicBezTo>
                <a:lnTo>
                  <a:pt x="153329" y="125451"/>
                </a:lnTo>
                <a:cubicBezTo>
                  <a:pt x="153329" y="110002"/>
                  <a:pt x="147521" y="95889"/>
                  <a:pt x="137967" y="85202"/>
                </a:cubicBezTo>
                <a:cubicBezTo>
                  <a:pt x="141365" y="84186"/>
                  <a:pt x="144966" y="83634"/>
                  <a:pt x="148683" y="83634"/>
                </a:cubicBezTo>
                <a:cubicBezTo>
                  <a:pt x="169214" y="83634"/>
                  <a:pt x="185854" y="100274"/>
                  <a:pt x="185854" y="120805"/>
                </a:cubicBezTo>
                <a:lnTo>
                  <a:pt x="185854" y="130098"/>
                </a:lnTo>
                <a:cubicBezTo>
                  <a:pt x="185854" y="135238"/>
                  <a:pt x="181701" y="139390"/>
                  <a:pt x="176561" y="139390"/>
                </a:cubicBezTo>
                <a:lnTo>
                  <a:pt x="151384" y="139390"/>
                </a:lnTo>
                <a:close/>
                <a:moveTo>
                  <a:pt x="137067" y="46463"/>
                </a:moveTo>
                <a:cubicBezTo>
                  <a:pt x="137067" y="34924"/>
                  <a:pt x="146436" y="25555"/>
                  <a:pt x="157976" y="25555"/>
                </a:cubicBezTo>
                <a:cubicBezTo>
                  <a:pt x="169515" y="25555"/>
                  <a:pt x="178884" y="34924"/>
                  <a:pt x="178884" y="46463"/>
                </a:cubicBezTo>
                <a:cubicBezTo>
                  <a:pt x="178884" y="58003"/>
                  <a:pt x="169515" y="67372"/>
                  <a:pt x="157976" y="67372"/>
                </a:cubicBezTo>
                <a:cubicBezTo>
                  <a:pt x="146436" y="67372"/>
                  <a:pt x="137067" y="58003"/>
                  <a:pt x="137067" y="46463"/>
                </a:cubicBezTo>
                <a:close/>
                <a:moveTo>
                  <a:pt x="46463" y="125451"/>
                </a:moveTo>
                <a:cubicBezTo>
                  <a:pt x="46463" y="99780"/>
                  <a:pt x="67256" y="78988"/>
                  <a:pt x="92927" y="78988"/>
                </a:cubicBezTo>
                <a:cubicBezTo>
                  <a:pt x="118598" y="78988"/>
                  <a:pt x="139390" y="99780"/>
                  <a:pt x="139390" y="125451"/>
                </a:cubicBezTo>
                <a:lnTo>
                  <a:pt x="139390" y="130098"/>
                </a:lnTo>
                <a:cubicBezTo>
                  <a:pt x="139390" y="135238"/>
                  <a:pt x="135238" y="139390"/>
                  <a:pt x="130098" y="139390"/>
                </a:cubicBezTo>
                <a:lnTo>
                  <a:pt x="55756" y="139390"/>
                </a:lnTo>
                <a:cubicBezTo>
                  <a:pt x="50616" y="139390"/>
                  <a:pt x="46463" y="135238"/>
                  <a:pt x="46463" y="130098"/>
                </a:cubicBezTo>
                <a:lnTo>
                  <a:pt x="46463" y="125451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Text 6"/>
          <p:cNvSpPr/>
          <p:nvPr/>
        </p:nvSpPr>
        <p:spPr>
          <a:xfrm>
            <a:off x="660813" y="1445528"/>
            <a:ext cx="528650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Tables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829" y="1775935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9951" y="1875057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9951" y="2073301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(UUID), username, email, password_hash, role, level, xp, current_streak, total_study_time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829" y="2370667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9951" y="2469789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study_sessions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9951" y="2668033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(UUID), FK student_id, subject, topic, started_at, ended_at, duration, xp_earned, status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829" y="2965398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69951" y="3064520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9951" y="3262764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(SERIAL), FK user_id, title, description, subject, priority, status, due_date, completed_at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4537" y="3770764"/>
            <a:ext cx="5674732" cy="1726374"/>
          </a:xfrm>
          <a:custGeom>
            <a:avLst/>
            <a:gdLst/>
            <a:ahLst/>
            <a:cxnLst/>
            <a:rect l="l" t="t" r="r" b="b"/>
            <a:pathLst>
              <a:path w="5674732" h="1726374">
                <a:moveTo>
                  <a:pt x="99128" y="0"/>
                </a:moveTo>
                <a:lnTo>
                  <a:pt x="5575603" y="0"/>
                </a:lnTo>
                <a:cubicBezTo>
                  <a:pt x="5630350" y="0"/>
                  <a:pt x="5674732" y="44381"/>
                  <a:pt x="5674732" y="99128"/>
                </a:cubicBezTo>
                <a:lnTo>
                  <a:pt x="5674732" y="1627246"/>
                </a:lnTo>
                <a:cubicBezTo>
                  <a:pt x="5674732" y="1681993"/>
                  <a:pt x="5630350" y="1726374"/>
                  <a:pt x="5575603" y="1726374"/>
                </a:cubicBezTo>
                <a:lnTo>
                  <a:pt x="99128" y="1726374"/>
                </a:lnTo>
                <a:cubicBezTo>
                  <a:pt x="44381" y="1726374"/>
                  <a:pt x="0" y="1681993"/>
                  <a:pt x="0" y="1627246"/>
                </a:cubicBezTo>
                <a:lnTo>
                  <a:pt x="0" y="99128"/>
                </a:lnTo>
                <a:cubicBezTo>
                  <a:pt x="0" y="44418"/>
                  <a:pt x="44418" y="0"/>
                  <a:pt x="9912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480" y="3948358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41904" y="0"/>
                </a:moveTo>
                <a:lnTo>
                  <a:pt x="106953" y="0"/>
                </a:lnTo>
                <a:cubicBezTo>
                  <a:pt x="114648" y="0"/>
                  <a:pt x="120921" y="6331"/>
                  <a:pt x="120631" y="13997"/>
                </a:cubicBezTo>
                <a:cubicBezTo>
                  <a:pt x="120573" y="15536"/>
                  <a:pt x="120514" y="17075"/>
                  <a:pt x="120427" y="18585"/>
                </a:cubicBezTo>
                <a:lnTo>
                  <a:pt x="134831" y="18585"/>
                </a:lnTo>
                <a:cubicBezTo>
                  <a:pt x="142410" y="18585"/>
                  <a:pt x="149089" y="24858"/>
                  <a:pt x="148509" y="33047"/>
                </a:cubicBezTo>
                <a:cubicBezTo>
                  <a:pt x="146331" y="63161"/>
                  <a:pt x="130940" y="79714"/>
                  <a:pt x="114242" y="88368"/>
                </a:cubicBezTo>
                <a:cubicBezTo>
                  <a:pt x="109654" y="90749"/>
                  <a:pt x="104978" y="92520"/>
                  <a:pt x="100535" y="93827"/>
                </a:cubicBezTo>
                <a:cubicBezTo>
                  <a:pt x="94669" y="102132"/>
                  <a:pt x="88571" y="106517"/>
                  <a:pt x="83721" y="108870"/>
                </a:cubicBezTo>
                <a:lnTo>
                  <a:pt x="83721" y="130098"/>
                </a:lnTo>
                <a:lnTo>
                  <a:pt x="102307" y="130098"/>
                </a:lnTo>
                <a:cubicBezTo>
                  <a:pt x="107447" y="130098"/>
                  <a:pt x="111599" y="134250"/>
                  <a:pt x="111599" y="139390"/>
                </a:cubicBezTo>
                <a:cubicBezTo>
                  <a:pt x="111599" y="144530"/>
                  <a:pt x="107447" y="148683"/>
                  <a:pt x="102307" y="148683"/>
                </a:cubicBezTo>
                <a:lnTo>
                  <a:pt x="46551" y="148683"/>
                </a:lnTo>
                <a:cubicBezTo>
                  <a:pt x="41411" y="148683"/>
                  <a:pt x="37258" y="144530"/>
                  <a:pt x="37258" y="139390"/>
                </a:cubicBezTo>
                <a:cubicBezTo>
                  <a:pt x="37258" y="134250"/>
                  <a:pt x="41411" y="130098"/>
                  <a:pt x="46551" y="130098"/>
                </a:cubicBezTo>
                <a:lnTo>
                  <a:pt x="65136" y="130098"/>
                </a:lnTo>
                <a:lnTo>
                  <a:pt x="65136" y="108870"/>
                </a:lnTo>
                <a:cubicBezTo>
                  <a:pt x="60490" y="106634"/>
                  <a:pt x="54711" y="102481"/>
                  <a:pt x="49077" y="94843"/>
                </a:cubicBezTo>
                <a:cubicBezTo>
                  <a:pt x="43734" y="93450"/>
                  <a:pt x="37926" y="91330"/>
                  <a:pt x="32263" y="88135"/>
                </a:cubicBezTo>
                <a:cubicBezTo>
                  <a:pt x="16553" y="79336"/>
                  <a:pt x="2381" y="62755"/>
                  <a:pt x="348" y="32989"/>
                </a:cubicBezTo>
                <a:cubicBezTo>
                  <a:pt x="-203" y="24829"/>
                  <a:pt x="6447" y="18556"/>
                  <a:pt x="14026" y="18556"/>
                </a:cubicBezTo>
                <a:lnTo>
                  <a:pt x="28430" y="18556"/>
                </a:lnTo>
                <a:cubicBezTo>
                  <a:pt x="28343" y="17046"/>
                  <a:pt x="28285" y="15536"/>
                  <a:pt x="28227" y="13968"/>
                </a:cubicBezTo>
                <a:cubicBezTo>
                  <a:pt x="27936" y="6273"/>
                  <a:pt x="34209" y="-29"/>
                  <a:pt x="41904" y="-29"/>
                </a:cubicBezTo>
                <a:close/>
                <a:moveTo>
                  <a:pt x="29475" y="32524"/>
                </a:moveTo>
                <a:lnTo>
                  <a:pt x="14258" y="32524"/>
                </a:lnTo>
                <a:cubicBezTo>
                  <a:pt x="16059" y="57121"/>
                  <a:pt x="27355" y="69434"/>
                  <a:pt x="39000" y="75968"/>
                </a:cubicBezTo>
                <a:cubicBezTo>
                  <a:pt x="34819" y="65136"/>
                  <a:pt x="31363" y="50994"/>
                  <a:pt x="29475" y="32524"/>
                </a:cubicBezTo>
                <a:close/>
                <a:moveTo>
                  <a:pt x="110351" y="74574"/>
                </a:moveTo>
                <a:cubicBezTo>
                  <a:pt x="122112" y="67662"/>
                  <a:pt x="132740" y="55379"/>
                  <a:pt x="134541" y="32524"/>
                </a:cubicBezTo>
                <a:lnTo>
                  <a:pt x="119353" y="32524"/>
                </a:lnTo>
                <a:cubicBezTo>
                  <a:pt x="117552" y="50210"/>
                  <a:pt x="114300" y="63945"/>
                  <a:pt x="110351" y="7457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0" name="Text 18"/>
          <p:cNvSpPr/>
          <p:nvPr/>
        </p:nvSpPr>
        <p:spPr>
          <a:xfrm>
            <a:off x="660813" y="3907057"/>
            <a:ext cx="528650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Gamification Tables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829" y="4237463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9951" y="4336585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9951" y="4534829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(UUID), name, description, icon, category, requirement_type, points_reward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0829" y="4832195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69951" y="4931317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student_achievements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9951" y="5129561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(SERIAL), FK student_id, FK achievement_id, unlocked_at, progress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0942" y="1309236"/>
            <a:ext cx="5674732" cy="1726374"/>
          </a:xfrm>
          <a:custGeom>
            <a:avLst/>
            <a:gdLst/>
            <a:ahLst/>
            <a:cxnLst/>
            <a:rect l="l" t="t" r="r" b="b"/>
            <a:pathLst>
              <a:path w="5674732" h="1726374">
                <a:moveTo>
                  <a:pt x="99128" y="0"/>
                </a:moveTo>
                <a:lnTo>
                  <a:pt x="5575603" y="0"/>
                </a:lnTo>
                <a:cubicBezTo>
                  <a:pt x="5630350" y="0"/>
                  <a:pt x="5674732" y="44381"/>
                  <a:pt x="5674732" y="99128"/>
                </a:cubicBezTo>
                <a:lnTo>
                  <a:pt x="5674732" y="1627246"/>
                </a:lnTo>
                <a:cubicBezTo>
                  <a:pt x="5674732" y="1681993"/>
                  <a:pt x="5630350" y="1726374"/>
                  <a:pt x="5575603" y="1726374"/>
                </a:cubicBezTo>
                <a:lnTo>
                  <a:pt x="99128" y="1726374"/>
                </a:lnTo>
                <a:cubicBezTo>
                  <a:pt x="44381" y="1726374"/>
                  <a:pt x="0" y="1681993"/>
                  <a:pt x="0" y="1627246"/>
                </a:cubicBezTo>
                <a:lnTo>
                  <a:pt x="0" y="99128"/>
                </a:lnTo>
                <a:cubicBezTo>
                  <a:pt x="0" y="44418"/>
                  <a:pt x="44418" y="0"/>
                  <a:pt x="9912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8592" y="1486829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>
                <a:moveTo>
                  <a:pt x="121821" y="27878"/>
                </a:moveTo>
                <a:cubicBezTo>
                  <a:pt x="117001" y="27878"/>
                  <a:pt x="112325" y="29185"/>
                  <a:pt x="108231" y="31566"/>
                </a:cubicBezTo>
                <a:cubicBezTo>
                  <a:pt x="103642" y="26920"/>
                  <a:pt x="98299" y="23028"/>
                  <a:pt x="92404" y="20095"/>
                </a:cubicBezTo>
                <a:cubicBezTo>
                  <a:pt x="100593" y="13126"/>
                  <a:pt x="111019" y="9293"/>
                  <a:pt x="121821" y="9293"/>
                </a:cubicBezTo>
                <a:cubicBezTo>
                  <a:pt x="146912" y="9293"/>
                  <a:pt x="167268" y="29620"/>
                  <a:pt x="167268" y="54740"/>
                </a:cubicBezTo>
                <a:cubicBezTo>
                  <a:pt x="167268" y="66791"/>
                  <a:pt x="162477" y="78349"/>
                  <a:pt x="153968" y="86858"/>
                </a:cubicBezTo>
                <a:lnTo>
                  <a:pt x="133321" y="107505"/>
                </a:lnTo>
                <a:cubicBezTo>
                  <a:pt x="124812" y="116013"/>
                  <a:pt x="113255" y="120805"/>
                  <a:pt x="101203" y="120805"/>
                </a:cubicBezTo>
                <a:cubicBezTo>
                  <a:pt x="76113" y="120805"/>
                  <a:pt x="55756" y="100477"/>
                  <a:pt x="55756" y="75358"/>
                </a:cubicBezTo>
                <a:cubicBezTo>
                  <a:pt x="55756" y="74922"/>
                  <a:pt x="55756" y="74487"/>
                  <a:pt x="55785" y="74051"/>
                </a:cubicBezTo>
                <a:cubicBezTo>
                  <a:pt x="55930" y="68911"/>
                  <a:pt x="60199" y="64875"/>
                  <a:pt x="65339" y="65020"/>
                </a:cubicBezTo>
                <a:cubicBezTo>
                  <a:pt x="70479" y="65165"/>
                  <a:pt x="74516" y="69434"/>
                  <a:pt x="74371" y="74574"/>
                </a:cubicBezTo>
                <a:cubicBezTo>
                  <a:pt x="74371" y="74835"/>
                  <a:pt x="74371" y="75096"/>
                  <a:pt x="74371" y="75329"/>
                </a:cubicBezTo>
                <a:cubicBezTo>
                  <a:pt x="74371" y="90168"/>
                  <a:pt x="86393" y="102190"/>
                  <a:pt x="101232" y="102190"/>
                </a:cubicBezTo>
                <a:cubicBezTo>
                  <a:pt x="108347" y="102190"/>
                  <a:pt x="115171" y="99374"/>
                  <a:pt x="120224" y="94321"/>
                </a:cubicBezTo>
                <a:lnTo>
                  <a:pt x="140871" y="73674"/>
                </a:lnTo>
                <a:cubicBezTo>
                  <a:pt x="145895" y="68650"/>
                  <a:pt x="148741" y="61796"/>
                  <a:pt x="148741" y="54682"/>
                </a:cubicBezTo>
                <a:cubicBezTo>
                  <a:pt x="148741" y="39842"/>
                  <a:pt x="136719" y="27820"/>
                  <a:pt x="121879" y="27820"/>
                </a:cubicBezTo>
                <a:close/>
                <a:moveTo>
                  <a:pt x="79917" y="50326"/>
                </a:moveTo>
                <a:cubicBezTo>
                  <a:pt x="79365" y="50093"/>
                  <a:pt x="78814" y="49774"/>
                  <a:pt x="78320" y="49425"/>
                </a:cubicBezTo>
                <a:cubicBezTo>
                  <a:pt x="74661" y="47538"/>
                  <a:pt x="70479" y="46463"/>
                  <a:pt x="66094" y="46463"/>
                </a:cubicBezTo>
                <a:cubicBezTo>
                  <a:pt x="58979" y="46463"/>
                  <a:pt x="52155" y="49280"/>
                  <a:pt x="47102" y="54333"/>
                </a:cubicBezTo>
                <a:lnTo>
                  <a:pt x="26455" y="74980"/>
                </a:lnTo>
                <a:cubicBezTo>
                  <a:pt x="21431" y="80004"/>
                  <a:pt x="18585" y="86858"/>
                  <a:pt x="18585" y="93972"/>
                </a:cubicBezTo>
                <a:cubicBezTo>
                  <a:pt x="18585" y="108812"/>
                  <a:pt x="30608" y="120834"/>
                  <a:pt x="45447" y="120834"/>
                </a:cubicBezTo>
                <a:cubicBezTo>
                  <a:pt x="50239" y="120834"/>
                  <a:pt x="54914" y="119556"/>
                  <a:pt x="59009" y="117175"/>
                </a:cubicBezTo>
                <a:cubicBezTo>
                  <a:pt x="63597" y="121821"/>
                  <a:pt x="68940" y="125713"/>
                  <a:pt x="74864" y="128646"/>
                </a:cubicBezTo>
                <a:cubicBezTo>
                  <a:pt x="66675" y="135586"/>
                  <a:pt x="56279" y="139448"/>
                  <a:pt x="45447" y="139448"/>
                </a:cubicBezTo>
                <a:cubicBezTo>
                  <a:pt x="20357" y="139448"/>
                  <a:pt x="0" y="119121"/>
                  <a:pt x="0" y="94001"/>
                </a:cubicBezTo>
                <a:cubicBezTo>
                  <a:pt x="0" y="81950"/>
                  <a:pt x="4792" y="70392"/>
                  <a:pt x="13300" y="61883"/>
                </a:cubicBezTo>
                <a:lnTo>
                  <a:pt x="33947" y="41236"/>
                </a:lnTo>
                <a:cubicBezTo>
                  <a:pt x="42456" y="32728"/>
                  <a:pt x="54014" y="27936"/>
                  <a:pt x="66065" y="27936"/>
                </a:cubicBezTo>
                <a:cubicBezTo>
                  <a:pt x="91213" y="27936"/>
                  <a:pt x="111512" y="48438"/>
                  <a:pt x="111512" y="73499"/>
                </a:cubicBezTo>
                <a:cubicBezTo>
                  <a:pt x="111512" y="73877"/>
                  <a:pt x="111512" y="74254"/>
                  <a:pt x="111512" y="74632"/>
                </a:cubicBezTo>
                <a:cubicBezTo>
                  <a:pt x="111396" y="79772"/>
                  <a:pt x="107127" y="83808"/>
                  <a:pt x="101987" y="83692"/>
                </a:cubicBezTo>
                <a:cubicBezTo>
                  <a:pt x="96847" y="83576"/>
                  <a:pt x="92811" y="79307"/>
                  <a:pt x="92927" y="74167"/>
                </a:cubicBezTo>
                <a:cubicBezTo>
                  <a:pt x="92927" y="73935"/>
                  <a:pt x="92927" y="73732"/>
                  <a:pt x="92927" y="73499"/>
                </a:cubicBezTo>
                <a:cubicBezTo>
                  <a:pt x="92927" y="63713"/>
                  <a:pt x="87700" y="55117"/>
                  <a:pt x="79917" y="5038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218" y="1445528"/>
            <a:ext cx="528650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Family Tables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7235" y="1775935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16357" y="1875057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family_links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16357" y="2073301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(SERIAL), FK student_id, FK guardian_id, relationship, connected_at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7235" y="2370667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16357" y="2469789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connection_codes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6357" y="2668033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(SERIAL), FK student_id, code (6-char), expires_at, used_at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80942" y="3176033"/>
            <a:ext cx="5674732" cy="2321106"/>
          </a:xfrm>
          <a:custGeom>
            <a:avLst/>
            <a:gdLst/>
            <a:ahLst/>
            <a:cxnLst/>
            <a:rect l="l" t="t" r="r" b="b"/>
            <a:pathLst>
              <a:path w="5674732" h="2321106">
                <a:moveTo>
                  <a:pt x="99111" y="0"/>
                </a:moveTo>
                <a:lnTo>
                  <a:pt x="5575620" y="0"/>
                </a:lnTo>
                <a:cubicBezTo>
                  <a:pt x="5630358" y="0"/>
                  <a:pt x="5674732" y="44374"/>
                  <a:pt x="5674732" y="99111"/>
                </a:cubicBezTo>
                <a:lnTo>
                  <a:pt x="5674732" y="2221994"/>
                </a:lnTo>
                <a:cubicBezTo>
                  <a:pt x="5674732" y="2276732"/>
                  <a:pt x="5630358" y="2321106"/>
                  <a:pt x="5575620" y="2321106"/>
                </a:cubicBezTo>
                <a:lnTo>
                  <a:pt x="99111" y="2321106"/>
                </a:lnTo>
                <a:cubicBezTo>
                  <a:pt x="44374" y="2321106"/>
                  <a:pt x="0" y="2276732"/>
                  <a:pt x="0" y="2221994"/>
                </a:cubicBezTo>
                <a:lnTo>
                  <a:pt x="0" y="99111"/>
                </a:lnTo>
                <a:cubicBezTo>
                  <a:pt x="0" y="44410"/>
                  <a:pt x="44410" y="0"/>
                  <a:pt x="9911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19300" y="3353626"/>
            <a:ext cx="185854" cy="148683"/>
          </a:xfrm>
          <a:custGeom>
            <a:avLst/>
            <a:gdLst/>
            <a:ahLst/>
            <a:cxnLst/>
            <a:rect l="l" t="t" r="r" b="b"/>
            <a:pathLst>
              <a:path w="185854" h="148683">
                <a:moveTo>
                  <a:pt x="102220" y="0"/>
                </a:moveTo>
                <a:cubicBezTo>
                  <a:pt x="102220" y="-5140"/>
                  <a:pt x="98067" y="-9293"/>
                  <a:pt x="92927" y="-9293"/>
                </a:cubicBezTo>
                <a:cubicBezTo>
                  <a:pt x="87787" y="-9293"/>
                  <a:pt x="83634" y="-5140"/>
                  <a:pt x="83634" y="0"/>
                </a:cubicBezTo>
                <a:lnTo>
                  <a:pt x="83634" y="18585"/>
                </a:lnTo>
                <a:lnTo>
                  <a:pt x="55756" y="18585"/>
                </a:lnTo>
                <a:cubicBezTo>
                  <a:pt x="40365" y="18585"/>
                  <a:pt x="27878" y="31072"/>
                  <a:pt x="27878" y="46463"/>
                </a:cubicBezTo>
                <a:lnTo>
                  <a:pt x="27878" y="111512"/>
                </a:lnTo>
                <a:cubicBezTo>
                  <a:pt x="27878" y="126903"/>
                  <a:pt x="40365" y="139390"/>
                  <a:pt x="55756" y="139390"/>
                </a:cubicBezTo>
                <a:lnTo>
                  <a:pt x="130098" y="139390"/>
                </a:lnTo>
                <a:cubicBezTo>
                  <a:pt x="145489" y="139390"/>
                  <a:pt x="157976" y="126903"/>
                  <a:pt x="157976" y="111512"/>
                </a:cubicBezTo>
                <a:lnTo>
                  <a:pt x="157976" y="46463"/>
                </a:lnTo>
                <a:cubicBezTo>
                  <a:pt x="157976" y="31072"/>
                  <a:pt x="145489" y="18585"/>
                  <a:pt x="130098" y="18585"/>
                </a:cubicBezTo>
                <a:lnTo>
                  <a:pt x="102220" y="18585"/>
                </a:lnTo>
                <a:lnTo>
                  <a:pt x="102220" y="0"/>
                </a:lnTo>
                <a:close/>
                <a:moveTo>
                  <a:pt x="46463" y="106866"/>
                </a:moveTo>
                <a:cubicBezTo>
                  <a:pt x="46463" y="103004"/>
                  <a:pt x="49571" y="99896"/>
                  <a:pt x="53433" y="99896"/>
                </a:cubicBezTo>
                <a:lnTo>
                  <a:pt x="62726" y="99896"/>
                </a:lnTo>
                <a:cubicBezTo>
                  <a:pt x="66588" y="99896"/>
                  <a:pt x="69695" y="103004"/>
                  <a:pt x="69695" y="106866"/>
                </a:cubicBezTo>
                <a:cubicBezTo>
                  <a:pt x="69695" y="110728"/>
                  <a:pt x="66588" y="113835"/>
                  <a:pt x="62726" y="113835"/>
                </a:cubicBezTo>
                <a:lnTo>
                  <a:pt x="53433" y="113835"/>
                </a:lnTo>
                <a:cubicBezTo>
                  <a:pt x="49571" y="113835"/>
                  <a:pt x="46463" y="110728"/>
                  <a:pt x="46463" y="106866"/>
                </a:cubicBezTo>
                <a:close/>
                <a:moveTo>
                  <a:pt x="81311" y="106866"/>
                </a:moveTo>
                <a:cubicBezTo>
                  <a:pt x="81311" y="103004"/>
                  <a:pt x="84418" y="99896"/>
                  <a:pt x="88280" y="99896"/>
                </a:cubicBezTo>
                <a:lnTo>
                  <a:pt x="97573" y="99896"/>
                </a:lnTo>
                <a:cubicBezTo>
                  <a:pt x="101435" y="99896"/>
                  <a:pt x="104543" y="103004"/>
                  <a:pt x="104543" y="106866"/>
                </a:cubicBezTo>
                <a:cubicBezTo>
                  <a:pt x="104543" y="110728"/>
                  <a:pt x="101435" y="113835"/>
                  <a:pt x="97573" y="113835"/>
                </a:cubicBezTo>
                <a:lnTo>
                  <a:pt x="88280" y="113835"/>
                </a:lnTo>
                <a:cubicBezTo>
                  <a:pt x="84418" y="113835"/>
                  <a:pt x="81311" y="110728"/>
                  <a:pt x="81311" y="106866"/>
                </a:cubicBezTo>
                <a:close/>
                <a:moveTo>
                  <a:pt x="116159" y="106866"/>
                </a:moveTo>
                <a:cubicBezTo>
                  <a:pt x="116159" y="103004"/>
                  <a:pt x="119266" y="99896"/>
                  <a:pt x="123128" y="99896"/>
                </a:cubicBezTo>
                <a:lnTo>
                  <a:pt x="132421" y="99896"/>
                </a:lnTo>
                <a:cubicBezTo>
                  <a:pt x="136283" y="99896"/>
                  <a:pt x="139390" y="103004"/>
                  <a:pt x="139390" y="106866"/>
                </a:cubicBezTo>
                <a:cubicBezTo>
                  <a:pt x="139390" y="110728"/>
                  <a:pt x="136283" y="113835"/>
                  <a:pt x="132421" y="113835"/>
                </a:cubicBezTo>
                <a:lnTo>
                  <a:pt x="123128" y="113835"/>
                </a:lnTo>
                <a:cubicBezTo>
                  <a:pt x="119266" y="113835"/>
                  <a:pt x="116159" y="110728"/>
                  <a:pt x="116159" y="106866"/>
                </a:cubicBezTo>
                <a:close/>
                <a:moveTo>
                  <a:pt x="65049" y="51110"/>
                </a:moveTo>
                <a:cubicBezTo>
                  <a:pt x="72742" y="51110"/>
                  <a:pt x="78988" y="57356"/>
                  <a:pt x="78988" y="65049"/>
                </a:cubicBezTo>
                <a:cubicBezTo>
                  <a:pt x="78988" y="72742"/>
                  <a:pt x="72742" y="78988"/>
                  <a:pt x="65049" y="78988"/>
                </a:cubicBezTo>
                <a:cubicBezTo>
                  <a:pt x="57356" y="78988"/>
                  <a:pt x="51110" y="72742"/>
                  <a:pt x="51110" y="65049"/>
                </a:cubicBezTo>
                <a:cubicBezTo>
                  <a:pt x="51110" y="57356"/>
                  <a:pt x="57356" y="51110"/>
                  <a:pt x="65049" y="51110"/>
                </a:cubicBezTo>
                <a:close/>
                <a:moveTo>
                  <a:pt x="106866" y="65049"/>
                </a:moveTo>
                <a:cubicBezTo>
                  <a:pt x="106866" y="57356"/>
                  <a:pt x="113112" y="51110"/>
                  <a:pt x="120805" y="51110"/>
                </a:cubicBezTo>
                <a:cubicBezTo>
                  <a:pt x="128498" y="51110"/>
                  <a:pt x="134744" y="57356"/>
                  <a:pt x="134744" y="65049"/>
                </a:cubicBezTo>
                <a:cubicBezTo>
                  <a:pt x="134744" y="72742"/>
                  <a:pt x="128498" y="78988"/>
                  <a:pt x="120805" y="78988"/>
                </a:cubicBezTo>
                <a:cubicBezTo>
                  <a:pt x="113112" y="78988"/>
                  <a:pt x="106866" y="72742"/>
                  <a:pt x="106866" y="65049"/>
                </a:cubicBezTo>
                <a:close/>
                <a:moveTo>
                  <a:pt x="18585" y="65049"/>
                </a:moveTo>
                <a:cubicBezTo>
                  <a:pt x="18585" y="59909"/>
                  <a:pt x="14433" y="55756"/>
                  <a:pt x="9293" y="55756"/>
                </a:cubicBezTo>
                <a:cubicBezTo>
                  <a:pt x="4153" y="55756"/>
                  <a:pt x="0" y="59909"/>
                  <a:pt x="0" y="65049"/>
                </a:cubicBezTo>
                <a:lnTo>
                  <a:pt x="0" y="92927"/>
                </a:lnTo>
                <a:cubicBezTo>
                  <a:pt x="0" y="98067"/>
                  <a:pt x="4153" y="102220"/>
                  <a:pt x="9293" y="102220"/>
                </a:cubicBezTo>
                <a:cubicBezTo>
                  <a:pt x="14433" y="102220"/>
                  <a:pt x="18585" y="98067"/>
                  <a:pt x="18585" y="92927"/>
                </a:cubicBezTo>
                <a:lnTo>
                  <a:pt x="18585" y="65049"/>
                </a:lnTo>
                <a:close/>
                <a:moveTo>
                  <a:pt x="176561" y="55756"/>
                </a:moveTo>
                <a:cubicBezTo>
                  <a:pt x="171421" y="55756"/>
                  <a:pt x="167268" y="59909"/>
                  <a:pt x="167268" y="65049"/>
                </a:cubicBezTo>
                <a:lnTo>
                  <a:pt x="167268" y="92927"/>
                </a:lnTo>
                <a:cubicBezTo>
                  <a:pt x="167268" y="98067"/>
                  <a:pt x="171421" y="102220"/>
                  <a:pt x="176561" y="102220"/>
                </a:cubicBezTo>
                <a:cubicBezTo>
                  <a:pt x="181701" y="102220"/>
                  <a:pt x="185854" y="98067"/>
                  <a:pt x="185854" y="92927"/>
                </a:cubicBezTo>
                <a:lnTo>
                  <a:pt x="185854" y="65049"/>
                </a:lnTo>
                <a:cubicBezTo>
                  <a:pt x="185854" y="59909"/>
                  <a:pt x="181701" y="55756"/>
                  <a:pt x="176561" y="55756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8" name="Text 36"/>
          <p:cNvSpPr/>
          <p:nvPr/>
        </p:nvSpPr>
        <p:spPr>
          <a:xfrm>
            <a:off x="6507218" y="3312325"/>
            <a:ext cx="5286504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Tables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17235" y="3642732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16357" y="3741854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tutor_sessions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6357" y="3940098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(UUID), FK student_id, subject, topic, mode, start_time, end_time, xp_earned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7235" y="4237463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16357" y="4336585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tutor_messages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16357" y="4534829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(UUID), FK session_id, role (user/ai), content, timestamp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7235" y="4832195"/>
            <a:ext cx="5402146" cy="528650"/>
          </a:xfrm>
          <a:custGeom>
            <a:avLst/>
            <a:gdLst/>
            <a:ahLst/>
            <a:cxnLst/>
            <a:rect l="l" t="t" r="r" b="b"/>
            <a:pathLst>
              <a:path w="5402146" h="528650">
                <a:moveTo>
                  <a:pt x="66081" y="0"/>
                </a:moveTo>
                <a:lnTo>
                  <a:pt x="5336065" y="0"/>
                </a:lnTo>
                <a:cubicBezTo>
                  <a:pt x="5372561" y="0"/>
                  <a:pt x="5402146" y="29586"/>
                  <a:pt x="5402146" y="66081"/>
                </a:cubicBezTo>
                <a:lnTo>
                  <a:pt x="5402146" y="462569"/>
                </a:lnTo>
                <a:cubicBezTo>
                  <a:pt x="5402146" y="499065"/>
                  <a:pt x="5372561" y="528650"/>
                  <a:pt x="5336065" y="528650"/>
                </a:cubicBezTo>
                <a:lnTo>
                  <a:pt x="66081" y="528650"/>
                </a:lnTo>
                <a:cubicBezTo>
                  <a:pt x="29610" y="528650"/>
                  <a:pt x="0" y="499040"/>
                  <a:pt x="0" y="462569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16357" y="4931317"/>
            <a:ext cx="526172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ai_conversations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16357" y="5129561"/>
            <a:ext cx="525346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 id (UUID), FK student_id, prompt, response, model_used, created_at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34537" y="5637561"/>
            <a:ext cx="2775415" cy="602992"/>
          </a:xfrm>
          <a:custGeom>
            <a:avLst/>
            <a:gdLst/>
            <a:ahLst/>
            <a:cxnLst/>
            <a:rect l="l" t="t" r="r" b="b"/>
            <a:pathLst>
              <a:path w="2775415" h="602992">
                <a:moveTo>
                  <a:pt x="66082" y="0"/>
                </a:moveTo>
                <a:lnTo>
                  <a:pt x="2709333" y="0"/>
                </a:lnTo>
                <a:cubicBezTo>
                  <a:pt x="2745829" y="0"/>
                  <a:pt x="2775415" y="29586"/>
                  <a:pt x="2775415" y="66082"/>
                </a:cubicBezTo>
                <a:lnTo>
                  <a:pt x="2775415" y="536910"/>
                </a:lnTo>
                <a:cubicBezTo>
                  <a:pt x="2775415" y="573406"/>
                  <a:pt x="2745829" y="602992"/>
                  <a:pt x="2709333" y="602992"/>
                </a:cubicBezTo>
                <a:lnTo>
                  <a:pt x="66082" y="602992"/>
                </a:lnTo>
                <a:cubicBezTo>
                  <a:pt x="29586" y="602992"/>
                  <a:pt x="0" y="573406"/>
                  <a:pt x="0" y="536910"/>
                </a:cubicBezTo>
                <a:lnTo>
                  <a:pt x="0" y="66082"/>
                </a:lnTo>
                <a:cubicBezTo>
                  <a:pt x="0" y="29586"/>
                  <a:pt x="29586" y="0"/>
                  <a:pt x="66082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39092" y="5740813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82602" y="0"/>
                </a:moveTo>
                <a:cubicBezTo>
                  <a:pt x="84086" y="0"/>
                  <a:pt x="85570" y="323"/>
                  <a:pt x="86925" y="936"/>
                </a:cubicBezTo>
                <a:lnTo>
                  <a:pt x="147715" y="26716"/>
                </a:lnTo>
                <a:cubicBezTo>
                  <a:pt x="154814" y="29717"/>
                  <a:pt x="160105" y="36719"/>
                  <a:pt x="160073" y="45173"/>
                </a:cubicBezTo>
                <a:cubicBezTo>
                  <a:pt x="159912" y="77181"/>
                  <a:pt x="146747" y="135744"/>
                  <a:pt x="91152" y="162364"/>
                </a:cubicBezTo>
                <a:cubicBezTo>
                  <a:pt x="85764" y="164945"/>
                  <a:pt x="79504" y="164945"/>
                  <a:pt x="74116" y="162364"/>
                </a:cubicBezTo>
                <a:cubicBezTo>
                  <a:pt x="18489" y="135744"/>
                  <a:pt x="5356" y="77181"/>
                  <a:pt x="5195" y="45173"/>
                </a:cubicBezTo>
                <a:cubicBezTo>
                  <a:pt x="5163" y="36719"/>
                  <a:pt x="10454" y="29717"/>
                  <a:pt x="17553" y="26716"/>
                </a:cubicBezTo>
                <a:lnTo>
                  <a:pt x="78310" y="936"/>
                </a:lnTo>
                <a:cubicBezTo>
                  <a:pt x="79665" y="323"/>
                  <a:pt x="81117" y="0"/>
                  <a:pt x="82602" y="0"/>
                </a:cubicBezTo>
                <a:close/>
                <a:moveTo>
                  <a:pt x="82602" y="21554"/>
                </a:moveTo>
                <a:lnTo>
                  <a:pt x="82602" y="143553"/>
                </a:lnTo>
                <a:cubicBezTo>
                  <a:pt x="127129" y="121999"/>
                  <a:pt x="139100" y="74245"/>
                  <a:pt x="139390" y="45657"/>
                </a:cubicBezTo>
                <a:lnTo>
                  <a:pt x="82602" y="21586"/>
                </a:lnTo>
                <a:lnTo>
                  <a:pt x="82602" y="2158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0" name="Text 48"/>
          <p:cNvSpPr/>
          <p:nvPr/>
        </p:nvSpPr>
        <p:spPr>
          <a:xfrm>
            <a:off x="408878" y="5972098"/>
            <a:ext cx="262673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Row-Level Security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249410" y="5637561"/>
            <a:ext cx="2775415" cy="602992"/>
          </a:xfrm>
          <a:custGeom>
            <a:avLst/>
            <a:gdLst/>
            <a:ahLst/>
            <a:cxnLst/>
            <a:rect l="l" t="t" r="r" b="b"/>
            <a:pathLst>
              <a:path w="2775415" h="602992">
                <a:moveTo>
                  <a:pt x="66082" y="0"/>
                </a:moveTo>
                <a:lnTo>
                  <a:pt x="2709333" y="0"/>
                </a:lnTo>
                <a:cubicBezTo>
                  <a:pt x="2745829" y="0"/>
                  <a:pt x="2775415" y="29586"/>
                  <a:pt x="2775415" y="66082"/>
                </a:cubicBezTo>
                <a:lnTo>
                  <a:pt x="2775415" y="536910"/>
                </a:lnTo>
                <a:cubicBezTo>
                  <a:pt x="2775415" y="573406"/>
                  <a:pt x="2745829" y="602992"/>
                  <a:pt x="2709333" y="602992"/>
                </a:cubicBezTo>
                <a:lnTo>
                  <a:pt x="66082" y="602992"/>
                </a:lnTo>
                <a:cubicBezTo>
                  <a:pt x="29586" y="602992"/>
                  <a:pt x="0" y="573406"/>
                  <a:pt x="0" y="536910"/>
                </a:cubicBezTo>
                <a:lnTo>
                  <a:pt x="0" y="66082"/>
                </a:lnTo>
                <a:cubicBezTo>
                  <a:pt x="0" y="29586"/>
                  <a:pt x="29586" y="0"/>
                  <a:pt x="66082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64290" y="5740813"/>
            <a:ext cx="144553" cy="165203"/>
          </a:xfrm>
          <a:custGeom>
            <a:avLst/>
            <a:gdLst/>
            <a:ahLst/>
            <a:cxnLst/>
            <a:rect l="l" t="t" r="r" b="b"/>
            <a:pathLst>
              <a:path w="144553" h="165203">
                <a:moveTo>
                  <a:pt x="20650" y="10325"/>
                </a:moveTo>
                <a:cubicBezTo>
                  <a:pt x="9260" y="10325"/>
                  <a:pt x="0" y="19586"/>
                  <a:pt x="0" y="30976"/>
                </a:cubicBezTo>
                <a:lnTo>
                  <a:pt x="0" y="134228"/>
                </a:lnTo>
                <a:cubicBezTo>
                  <a:pt x="0" y="145618"/>
                  <a:pt x="9260" y="154878"/>
                  <a:pt x="20650" y="154878"/>
                </a:cubicBezTo>
                <a:lnTo>
                  <a:pt x="123902" y="154878"/>
                </a:lnTo>
                <a:cubicBezTo>
                  <a:pt x="135292" y="154878"/>
                  <a:pt x="144553" y="145618"/>
                  <a:pt x="144553" y="134228"/>
                </a:cubicBezTo>
                <a:lnTo>
                  <a:pt x="144553" y="55917"/>
                </a:lnTo>
                <a:cubicBezTo>
                  <a:pt x="144553" y="50432"/>
                  <a:pt x="142391" y="45173"/>
                  <a:pt x="138519" y="41301"/>
                </a:cubicBezTo>
                <a:lnTo>
                  <a:pt x="113577" y="16359"/>
                </a:lnTo>
                <a:cubicBezTo>
                  <a:pt x="109705" y="12487"/>
                  <a:pt x="104446" y="10325"/>
                  <a:pt x="98961" y="10325"/>
                </a:cubicBezTo>
                <a:lnTo>
                  <a:pt x="20650" y="10325"/>
                </a:lnTo>
                <a:close/>
                <a:moveTo>
                  <a:pt x="30976" y="41301"/>
                </a:moveTo>
                <a:cubicBezTo>
                  <a:pt x="30976" y="35590"/>
                  <a:pt x="35590" y="30976"/>
                  <a:pt x="41301" y="30976"/>
                </a:cubicBezTo>
                <a:lnTo>
                  <a:pt x="92927" y="30976"/>
                </a:lnTo>
                <a:cubicBezTo>
                  <a:pt x="98638" y="30976"/>
                  <a:pt x="103252" y="35590"/>
                  <a:pt x="103252" y="41301"/>
                </a:cubicBezTo>
                <a:lnTo>
                  <a:pt x="103252" y="61951"/>
                </a:lnTo>
                <a:cubicBezTo>
                  <a:pt x="103252" y="67662"/>
                  <a:pt x="98638" y="72276"/>
                  <a:pt x="92927" y="72276"/>
                </a:cubicBezTo>
                <a:lnTo>
                  <a:pt x="41301" y="72276"/>
                </a:lnTo>
                <a:cubicBezTo>
                  <a:pt x="35590" y="72276"/>
                  <a:pt x="30976" y="67662"/>
                  <a:pt x="30976" y="61951"/>
                </a:cubicBezTo>
                <a:lnTo>
                  <a:pt x="30976" y="41301"/>
                </a:lnTo>
                <a:close/>
                <a:moveTo>
                  <a:pt x="72276" y="92927"/>
                </a:moveTo>
                <a:cubicBezTo>
                  <a:pt x="83674" y="92927"/>
                  <a:pt x="92927" y="102180"/>
                  <a:pt x="92927" y="113577"/>
                </a:cubicBezTo>
                <a:cubicBezTo>
                  <a:pt x="92927" y="124975"/>
                  <a:pt x="83674" y="134228"/>
                  <a:pt x="72276" y="134228"/>
                </a:cubicBezTo>
                <a:cubicBezTo>
                  <a:pt x="60879" y="134228"/>
                  <a:pt x="51626" y="124975"/>
                  <a:pt x="51626" y="113577"/>
                </a:cubicBezTo>
                <a:cubicBezTo>
                  <a:pt x="51626" y="102180"/>
                  <a:pt x="60879" y="92927"/>
                  <a:pt x="72276" y="92927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3" name="Text 51"/>
          <p:cNvSpPr/>
          <p:nvPr/>
        </p:nvSpPr>
        <p:spPr>
          <a:xfrm>
            <a:off x="3323752" y="5972098"/>
            <a:ext cx="262673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Backups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64284" y="5637561"/>
            <a:ext cx="2775415" cy="602992"/>
          </a:xfrm>
          <a:custGeom>
            <a:avLst/>
            <a:gdLst/>
            <a:ahLst/>
            <a:cxnLst/>
            <a:rect l="l" t="t" r="r" b="b"/>
            <a:pathLst>
              <a:path w="2775415" h="602992">
                <a:moveTo>
                  <a:pt x="66082" y="0"/>
                </a:moveTo>
                <a:lnTo>
                  <a:pt x="2709333" y="0"/>
                </a:lnTo>
                <a:cubicBezTo>
                  <a:pt x="2745829" y="0"/>
                  <a:pt x="2775415" y="29586"/>
                  <a:pt x="2775415" y="66082"/>
                </a:cubicBezTo>
                <a:lnTo>
                  <a:pt x="2775415" y="536910"/>
                </a:lnTo>
                <a:cubicBezTo>
                  <a:pt x="2775415" y="573406"/>
                  <a:pt x="2745829" y="602992"/>
                  <a:pt x="2709333" y="602992"/>
                </a:cubicBezTo>
                <a:lnTo>
                  <a:pt x="66082" y="602992"/>
                </a:lnTo>
                <a:cubicBezTo>
                  <a:pt x="29586" y="602992"/>
                  <a:pt x="0" y="573406"/>
                  <a:pt x="0" y="536910"/>
                </a:cubicBezTo>
                <a:lnTo>
                  <a:pt x="0" y="66082"/>
                </a:lnTo>
                <a:cubicBezTo>
                  <a:pt x="0" y="29586"/>
                  <a:pt x="29586" y="0"/>
                  <a:pt x="66082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68839" y="5740813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0" y="82602"/>
                </a:moveTo>
                <a:cubicBezTo>
                  <a:pt x="0" y="37013"/>
                  <a:pt x="37013" y="0"/>
                  <a:pt x="82602" y="0"/>
                </a:cubicBezTo>
                <a:cubicBezTo>
                  <a:pt x="128191" y="0"/>
                  <a:pt x="165203" y="37013"/>
                  <a:pt x="165203" y="82602"/>
                </a:cubicBezTo>
                <a:cubicBezTo>
                  <a:pt x="165203" y="128191"/>
                  <a:pt x="128191" y="165203"/>
                  <a:pt x="82602" y="165203"/>
                </a:cubicBezTo>
                <a:cubicBezTo>
                  <a:pt x="37013" y="165203"/>
                  <a:pt x="0" y="128191"/>
                  <a:pt x="0" y="82602"/>
                </a:cubicBezTo>
                <a:close/>
                <a:moveTo>
                  <a:pt x="92927" y="30976"/>
                </a:moveTo>
                <a:cubicBezTo>
                  <a:pt x="92927" y="25277"/>
                  <a:pt x="88300" y="20650"/>
                  <a:pt x="82602" y="20650"/>
                </a:cubicBezTo>
                <a:cubicBezTo>
                  <a:pt x="76903" y="20650"/>
                  <a:pt x="72276" y="25277"/>
                  <a:pt x="72276" y="30976"/>
                </a:cubicBezTo>
                <a:cubicBezTo>
                  <a:pt x="72276" y="36674"/>
                  <a:pt x="76903" y="41301"/>
                  <a:pt x="82602" y="41301"/>
                </a:cubicBezTo>
                <a:cubicBezTo>
                  <a:pt x="88300" y="41301"/>
                  <a:pt x="92927" y="36674"/>
                  <a:pt x="92927" y="30976"/>
                </a:cubicBezTo>
                <a:close/>
                <a:moveTo>
                  <a:pt x="82602" y="134228"/>
                </a:moveTo>
                <a:cubicBezTo>
                  <a:pt x="93992" y="134228"/>
                  <a:pt x="103252" y="124967"/>
                  <a:pt x="103252" y="113577"/>
                </a:cubicBezTo>
                <a:cubicBezTo>
                  <a:pt x="103252" y="108350"/>
                  <a:pt x="101316" y="103542"/>
                  <a:pt x="98089" y="99929"/>
                </a:cubicBezTo>
                <a:lnTo>
                  <a:pt x="120514" y="55111"/>
                </a:lnTo>
                <a:cubicBezTo>
                  <a:pt x="122418" y="51271"/>
                  <a:pt x="120869" y="46625"/>
                  <a:pt x="117062" y="44721"/>
                </a:cubicBezTo>
                <a:cubicBezTo>
                  <a:pt x="113255" y="42817"/>
                  <a:pt x="108576" y="44366"/>
                  <a:pt x="106672" y="48174"/>
                </a:cubicBezTo>
                <a:lnTo>
                  <a:pt x="84247" y="92991"/>
                </a:lnTo>
                <a:cubicBezTo>
                  <a:pt x="83699" y="92959"/>
                  <a:pt x="83150" y="92927"/>
                  <a:pt x="82602" y="92927"/>
                </a:cubicBezTo>
                <a:cubicBezTo>
                  <a:pt x="71212" y="92927"/>
                  <a:pt x="61951" y="102187"/>
                  <a:pt x="61951" y="113577"/>
                </a:cubicBezTo>
                <a:cubicBezTo>
                  <a:pt x="61951" y="124967"/>
                  <a:pt x="71212" y="134228"/>
                  <a:pt x="82602" y="134228"/>
                </a:cubicBezTo>
                <a:close/>
                <a:moveTo>
                  <a:pt x="56789" y="46463"/>
                </a:moveTo>
                <a:cubicBezTo>
                  <a:pt x="56789" y="40765"/>
                  <a:pt x="52162" y="36138"/>
                  <a:pt x="46463" y="36138"/>
                </a:cubicBezTo>
                <a:cubicBezTo>
                  <a:pt x="40765" y="36138"/>
                  <a:pt x="36138" y="40765"/>
                  <a:pt x="36138" y="46463"/>
                </a:cubicBezTo>
                <a:cubicBezTo>
                  <a:pt x="36138" y="52162"/>
                  <a:pt x="40765" y="56789"/>
                  <a:pt x="46463" y="56789"/>
                </a:cubicBezTo>
                <a:cubicBezTo>
                  <a:pt x="52162" y="56789"/>
                  <a:pt x="56789" y="52162"/>
                  <a:pt x="56789" y="46463"/>
                </a:cubicBezTo>
                <a:close/>
                <a:moveTo>
                  <a:pt x="30976" y="92927"/>
                </a:moveTo>
                <a:cubicBezTo>
                  <a:pt x="36674" y="92927"/>
                  <a:pt x="41301" y="88300"/>
                  <a:pt x="41301" y="82602"/>
                </a:cubicBezTo>
                <a:cubicBezTo>
                  <a:pt x="41301" y="76903"/>
                  <a:pt x="36674" y="72276"/>
                  <a:pt x="30976" y="72276"/>
                </a:cubicBezTo>
                <a:cubicBezTo>
                  <a:pt x="25277" y="72276"/>
                  <a:pt x="20650" y="76903"/>
                  <a:pt x="20650" y="82602"/>
                </a:cubicBezTo>
                <a:cubicBezTo>
                  <a:pt x="20650" y="88300"/>
                  <a:pt x="25277" y="92927"/>
                  <a:pt x="30976" y="92927"/>
                </a:cubicBezTo>
                <a:close/>
                <a:moveTo>
                  <a:pt x="144553" y="82602"/>
                </a:moveTo>
                <a:cubicBezTo>
                  <a:pt x="144553" y="76903"/>
                  <a:pt x="139926" y="72276"/>
                  <a:pt x="134228" y="72276"/>
                </a:cubicBezTo>
                <a:cubicBezTo>
                  <a:pt x="128529" y="72276"/>
                  <a:pt x="123902" y="76903"/>
                  <a:pt x="123902" y="82602"/>
                </a:cubicBezTo>
                <a:cubicBezTo>
                  <a:pt x="123902" y="88300"/>
                  <a:pt x="128529" y="92927"/>
                  <a:pt x="134228" y="92927"/>
                </a:cubicBezTo>
                <a:cubicBezTo>
                  <a:pt x="139926" y="92927"/>
                  <a:pt x="144553" y="88300"/>
                  <a:pt x="144553" y="82602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6" name="Text 54"/>
          <p:cNvSpPr/>
          <p:nvPr/>
        </p:nvSpPr>
        <p:spPr>
          <a:xfrm>
            <a:off x="6238625" y="5972098"/>
            <a:ext cx="262673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Indexes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79158" y="5637561"/>
            <a:ext cx="2775415" cy="602992"/>
          </a:xfrm>
          <a:custGeom>
            <a:avLst/>
            <a:gdLst/>
            <a:ahLst/>
            <a:cxnLst/>
            <a:rect l="l" t="t" r="r" b="b"/>
            <a:pathLst>
              <a:path w="2775415" h="602992">
                <a:moveTo>
                  <a:pt x="66082" y="0"/>
                </a:moveTo>
                <a:lnTo>
                  <a:pt x="2709333" y="0"/>
                </a:lnTo>
                <a:cubicBezTo>
                  <a:pt x="2745829" y="0"/>
                  <a:pt x="2775415" y="29586"/>
                  <a:pt x="2775415" y="66082"/>
                </a:cubicBezTo>
                <a:lnTo>
                  <a:pt x="2775415" y="536910"/>
                </a:lnTo>
                <a:cubicBezTo>
                  <a:pt x="2775415" y="573406"/>
                  <a:pt x="2745829" y="602992"/>
                  <a:pt x="2709333" y="602992"/>
                </a:cubicBezTo>
                <a:lnTo>
                  <a:pt x="66082" y="602992"/>
                </a:lnTo>
                <a:cubicBezTo>
                  <a:pt x="29586" y="602992"/>
                  <a:pt x="0" y="573406"/>
                  <a:pt x="0" y="536910"/>
                </a:cubicBezTo>
                <a:lnTo>
                  <a:pt x="0" y="66082"/>
                </a:lnTo>
                <a:cubicBezTo>
                  <a:pt x="0" y="29586"/>
                  <a:pt x="29586" y="0"/>
                  <a:pt x="66082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83713" y="5740813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108415" y="113577"/>
                </a:moveTo>
                <a:cubicBezTo>
                  <a:pt x="139777" y="113577"/>
                  <a:pt x="165203" y="88151"/>
                  <a:pt x="165203" y="56789"/>
                </a:cubicBezTo>
                <a:cubicBezTo>
                  <a:pt x="165203" y="25426"/>
                  <a:pt x="139777" y="0"/>
                  <a:pt x="108415" y="0"/>
                </a:cubicBezTo>
                <a:cubicBezTo>
                  <a:pt x="77052" y="0"/>
                  <a:pt x="51626" y="25426"/>
                  <a:pt x="51626" y="56789"/>
                </a:cubicBezTo>
                <a:cubicBezTo>
                  <a:pt x="51626" y="62822"/>
                  <a:pt x="52562" y="68663"/>
                  <a:pt x="54304" y="74116"/>
                </a:cubicBezTo>
                <a:lnTo>
                  <a:pt x="2259" y="126161"/>
                </a:lnTo>
                <a:cubicBezTo>
                  <a:pt x="807" y="127613"/>
                  <a:pt x="0" y="129581"/>
                  <a:pt x="0" y="131646"/>
                </a:cubicBezTo>
                <a:lnTo>
                  <a:pt x="0" y="157459"/>
                </a:lnTo>
                <a:cubicBezTo>
                  <a:pt x="0" y="161751"/>
                  <a:pt x="3452" y="165203"/>
                  <a:pt x="7744" y="165203"/>
                </a:cubicBezTo>
                <a:lnTo>
                  <a:pt x="33557" y="165203"/>
                </a:lnTo>
                <a:cubicBezTo>
                  <a:pt x="37848" y="165203"/>
                  <a:pt x="41301" y="161751"/>
                  <a:pt x="41301" y="157459"/>
                </a:cubicBezTo>
                <a:lnTo>
                  <a:pt x="41301" y="144553"/>
                </a:lnTo>
                <a:lnTo>
                  <a:pt x="54207" y="144553"/>
                </a:lnTo>
                <a:cubicBezTo>
                  <a:pt x="58499" y="144553"/>
                  <a:pt x="61951" y="141100"/>
                  <a:pt x="61951" y="136809"/>
                </a:cubicBezTo>
                <a:lnTo>
                  <a:pt x="61951" y="123902"/>
                </a:lnTo>
                <a:lnTo>
                  <a:pt x="74858" y="123902"/>
                </a:lnTo>
                <a:cubicBezTo>
                  <a:pt x="76923" y="123902"/>
                  <a:pt x="78891" y="123096"/>
                  <a:pt x="80343" y="121644"/>
                </a:cubicBezTo>
                <a:lnTo>
                  <a:pt x="91088" y="110899"/>
                </a:lnTo>
                <a:cubicBezTo>
                  <a:pt x="96541" y="112642"/>
                  <a:pt x="102381" y="113577"/>
                  <a:pt x="108415" y="113577"/>
                </a:cubicBezTo>
                <a:close/>
                <a:moveTo>
                  <a:pt x="121321" y="30976"/>
                </a:moveTo>
                <a:cubicBezTo>
                  <a:pt x="128444" y="30976"/>
                  <a:pt x="134228" y="36759"/>
                  <a:pt x="134228" y="43882"/>
                </a:cubicBezTo>
                <a:cubicBezTo>
                  <a:pt x="134228" y="51005"/>
                  <a:pt x="128444" y="56789"/>
                  <a:pt x="121321" y="56789"/>
                </a:cubicBezTo>
                <a:cubicBezTo>
                  <a:pt x="114198" y="56789"/>
                  <a:pt x="108415" y="51005"/>
                  <a:pt x="108415" y="43882"/>
                </a:cubicBezTo>
                <a:cubicBezTo>
                  <a:pt x="108415" y="36759"/>
                  <a:pt x="114198" y="30976"/>
                  <a:pt x="121321" y="30976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9" name="Text 57"/>
          <p:cNvSpPr/>
          <p:nvPr/>
        </p:nvSpPr>
        <p:spPr>
          <a:xfrm>
            <a:off x="9153499" y="5972098"/>
            <a:ext cx="262673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 Constraints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34537" y="6380976"/>
            <a:ext cx="11522927" cy="470829"/>
          </a:xfrm>
          <a:custGeom>
            <a:avLst/>
            <a:gdLst/>
            <a:ahLst/>
            <a:cxnLst/>
            <a:rect l="l" t="t" r="r" b="b"/>
            <a:pathLst>
              <a:path w="11522927" h="470829">
                <a:moveTo>
                  <a:pt x="99124" y="0"/>
                </a:moveTo>
                <a:lnTo>
                  <a:pt x="11423803" y="0"/>
                </a:lnTo>
                <a:cubicBezTo>
                  <a:pt x="11478548" y="0"/>
                  <a:pt x="11522927" y="44379"/>
                  <a:pt x="11522927" y="99124"/>
                </a:cubicBezTo>
                <a:lnTo>
                  <a:pt x="11522927" y="371706"/>
                </a:lnTo>
                <a:cubicBezTo>
                  <a:pt x="11522927" y="426450"/>
                  <a:pt x="11478548" y="470829"/>
                  <a:pt x="11423803" y="470829"/>
                </a:cubicBezTo>
                <a:lnTo>
                  <a:pt x="99124" y="470829"/>
                </a:lnTo>
                <a:cubicBezTo>
                  <a:pt x="44379" y="470829"/>
                  <a:pt x="0" y="426450"/>
                  <a:pt x="0" y="371706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8000" y="6517268"/>
            <a:ext cx="173463" cy="198244"/>
          </a:xfrm>
          <a:custGeom>
            <a:avLst/>
            <a:gdLst/>
            <a:ahLst/>
            <a:cxnLst/>
            <a:rect l="l" t="t" r="r" b="b"/>
            <a:pathLst>
              <a:path w="173463" h="198244">
                <a:moveTo>
                  <a:pt x="173463" y="79685"/>
                </a:moveTo>
                <a:cubicBezTo>
                  <a:pt x="167733" y="83479"/>
                  <a:pt x="161151" y="86538"/>
                  <a:pt x="154297" y="88977"/>
                </a:cubicBezTo>
                <a:cubicBezTo>
                  <a:pt x="136099" y="95482"/>
                  <a:pt x="112209" y="99122"/>
                  <a:pt x="86732" y="99122"/>
                </a:cubicBezTo>
                <a:cubicBezTo>
                  <a:pt x="61254" y="99122"/>
                  <a:pt x="37326" y="95444"/>
                  <a:pt x="19166" y="88977"/>
                </a:cubicBezTo>
                <a:cubicBezTo>
                  <a:pt x="12352" y="86538"/>
                  <a:pt x="5730" y="83479"/>
                  <a:pt x="0" y="79685"/>
                </a:cubicBezTo>
                <a:lnTo>
                  <a:pt x="0" y="111512"/>
                </a:lnTo>
                <a:cubicBezTo>
                  <a:pt x="0" y="128626"/>
                  <a:pt x="38836" y="142488"/>
                  <a:pt x="86732" y="142488"/>
                </a:cubicBezTo>
                <a:cubicBezTo>
                  <a:pt x="134628" y="142488"/>
                  <a:pt x="173463" y="128626"/>
                  <a:pt x="173463" y="111512"/>
                </a:cubicBezTo>
                <a:lnTo>
                  <a:pt x="173463" y="79685"/>
                </a:lnTo>
                <a:close/>
                <a:moveTo>
                  <a:pt x="173463" y="49561"/>
                </a:moveTo>
                <a:lnTo>
                  <a:pt x="173463" y="30976"/>
                </a:lnTo>
                <a:cubicBezTo>
                  <a:pt x="173463" y="13862"/>
                  <a:pt x="134628" y="0"/>
                  <a:pt x="86732" y="0"/>
                </a:cubicBezTo>
                <a:cubicBezTo>
                  <a:pt x="38836" y="0"/>
                  <a:pt x="0" y="13862"/>
                  <a:pt x="0" y="30976"/>
                </a:cubicBezTo>
                <a:lnTo>
                  <a:pt x="0" y="49561"/>
                </a:lnTo>
                <a:cubicBezTo>
                  <a:pt x="0" y="66675"/>
                  <a:pt x="38836" y="80537"/>
                  <a:pt x="86732" y="80537"/>
                </a:cubicBezTo>
                <a:cubicBezTo>
                  <a:pt x="134628" y="80537"/>
                  <a:pt x="173463" y="66675"/>
                  <a:pt x="173463" y="49561"/>
                </a:cubicBezTo>
                <a:close/>
                <a:moveTo>
                  <a:pt x="154297" y="150929"/>
                </a:moveTo>
                <a:cubicBezTo>
                  <a:pt x="136138" y="157395"/>
                  <a:pt x="112248" y="161073"/>
                  <a:pt x="86732" y="161073"/>
                </a:cubicBezTo>
                <a:cubicBezTo>
                  <a:pt x="61216" y="161073"/>
                  <a:pt x="37326" y="157395"/>
                  <a:pt x="19166" y="150929"/>
                </a:cubicBezTo>
                <a:cubicBezTo>
                  <a:pt x="12352" y="148489"/>
                  <a:pt x="5730" y="145430"/>
                  <a:pt x="0" y="141636"/>
                </a:cubicBezTo>
                <a:lnTo>
                  <a:pt x="0" y="167268"/>
                </a:lnTo>
                <a:cubicBezTo>
                  <a:pt x="0" y="184382"/>
                  <a:pt x="38836" y="198244"/>
                  <a:pt x="86732" y="198244"/>
                </a:cubicBezTo>
                <a:cubicBezTo>
                  <a:pt x="134628" y="198244"/>
                  <a:pt x="173463" y="184382"/>
                  <a:pt x="173463" y="167268"/>
                </a:cubicBezTo>
                <a:lnTo>
                  <a:pt x="173463" y="141636"/>
                </a:lnTo>
                <a:cubicBezTo>
                  <a:pt x="167733" y="145430"/>
                  <a:pt x="161151" y="148489"/>
                  <a:pt x="154297" y="150929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2" name="Text 60"/>
          <p:cNvSpPr/>
          <p:nvPr/>
        </p:nvSpPr>
        <p:spPr>
          <a:xfrm>
            <a:off x="817756" y="6517268"/>
            <a:ext cx="826016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Choices:</a:t>
            </a:r>
            <a:r>
              <a:rPr lang="en-US" sz="104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PostgreSQL for relational integrity, complex queries, and scalability. </a:t>
            </a:r>
            <a:r>
              <a:rPr lang="en-US" sz="1041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core tables</a:t>
            </a:r>
            <a:r>
              <a:rPr lang="en-US" sz="104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full relationships and constraints.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214438" cy="230188"/>
          </a:xfrm>
          <a:custGeom>
            <a:avLst/>
            <a:gdLst/>
            <a:ahLst/>
            <a:cxnLst/>
            <a:rect l="l" t="t" r="r" b="b"/>
            <a:pathLst>
              <a:path w="1214438" h="230188">
                <a:moveTo>
                  <a:pt x="115094" y="0"/>
                </a:moveTo>
                <a:lnTo>
                  <a:pt x="1099344" y="0"/>
                </a:lnTo>
                <a:cubicBezTo>
                  <a:pt x="1162866" y="0"/>
                  <a:pt x="1214438" y="51572"/>
                  <a:pt x="1214438" y="115094"/>
                </a:cubicBezTo>
                <a:lnTo>
                  <a:pt x="1214438" y="115094"/>
                </a:lnTo>
                <a:cubicBezTo>
                  <a:pt x="1214438" y="178616"/>
                  <a:pt x="1162866" y="230188"/>
                  <a:pt x="1099344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REST API: 25+ Endpoints, JWT-Protected, RESTful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691188" cy="1563688"/>
          </a:xfrm>
          <a:custGeom>
            <a:avLst/>
            <a:gdLst/>
            <a:ahLst/>
            <a:cxnLst/>
            <a:rect l="l" t="t" r="r" b="b"/>
            <a:pathLst>
              <a:path w="5691188" h="1563688">
                <a:moveTo>
                  <a:pt x="95244" y="0"/>
                </a:moveTo>
                <a:lnTo>
                  <a:pt x="5595943" y="0"/>
                </a:lnTo>
                <a:cubicBezTo>
                  <a:pt x="5648545" y="0"/>
                  <a:pt x="5691188" y="42642"/>
                  <a:pt x="5691188" y="95244"/>
                </a:cubicBezTo>
                <a:lnTo>
                  <a:pt x="5691188" y="1468443"/>
                </a:lnTo>
                <a:cubicBezTo>
                  <a:pt x="5691188" y="1521045"/>
                  <a:pt x="5648545" y="1563687"/>
                  <a:pt x="5595943" y="1563688"/>
                </a:cubicBezTo>
                <a:lnTo>
                  <a:pt x="95244" y="1563688"/>
                </a:lnTo>
                <a:cubicBezTo>
                  <a:pt x="42642" y="1563688"/>
                  <a:pt x="0" y="1521045"/>
                  <a:pt x="0" y="1468443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0141" y="142875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35719" y="26789"/>
                </a:moveTo>
                <a:lnTo>
                  <a:pt x="35719" y="44648"/>
                </a:lnTo>
                <a:lnTo>
                  <a:pt x="71438" y="44648"/>
                </a:lnTo>
                <a:lnTo>
                  <a:pt x="71438" y="26789"/>
                </a:lnTo>
                <a:cubicBezTo>
                  <a:pt x="71438" y="16939"/>
                  <a:pt x="63429" y="8930"/>
                  <a:pt x="53578" y="8930"/>
                </a:cubicBezTo>
                <a:cubicBezTo>
                  <a:pt x="43728" y="8930"/>
                  <a:pt x="35719" y="16939"/>
                  <a:pt x="35719" y="26789"/>
                </a:cubicBezTo>
                <a:close/>
                <a:moveTo>
                  <a:pt x="17859" y="44648"/>
                </a:moveTo>
                <a:lnTo>
                  <a:pt x="17859" y="26789"/>
                </a:lnTo>
                <a:cubicBezTo>
                  <a:pt x="17859" y="7060"/>
                  <a:pt x="33849" y="-8930"/>
                  <a:pt x="53578" y="-8930"/>
                </a:cubicBezTo>
                <a:cubicBezTo>
                  <a:pt x="73307" y="-8930"/>
                  <a:pt x="89297" y="7060"/>
                  <a:pt x="89297" y="26789"/>
                </a:cubicBezTo>
                <a:lnTo>
                  <a:pt x="89297" y="44648"/>
                </a:lnTo>
                <a:cubicBezTo>
                  <a:pt x="99147" y="44648"/>
                  <a:pt x="107156" y="52657"/>
                  <a:pt x="107156" y="62508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62508"/>
                </a:lnTo>
                <a:cubicBezTo>
                  <a:pt x="0" y="52657"/>
                  <a:pt x="8009" y="44648"/>
                  <a:pt x="17859" y="44648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" y="1389063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(Public)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438" y="170656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2438" y="170656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/api/auth/register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438" y="205581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2438" y="205581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/api/auth/login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438" y="240506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2438" y="240506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/api/auth/profile </a:t>
            </a:r>
            <a:r>
              <a:rPr lang="en-US" sz="875" dirty="0">
                <a:solidFill>
                  <a:srgbClr val="E0E2E6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(Protected)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469" y="2956719"/>
            <a:ext cx="5691188" cy="1912938"/>
          </a:xfrm>
          <a:custGeom>
            <a:avLst/>
            <a:gdLst/>
            <a:ahLst/>
            <a:cxnLst/>
            <a:rect l="l" t="t" r="r" b="b"/>
            <a:pathLst>
              <a:path w="5691188" h="1912938">
                <a:moveTo>
                  <a:pt x="95245" y="0"/>
                </a:moveTo>
                <a:lnTo>
                  <a:pt x="5595942" y="0"/>
                </a:lnTo>
                <a:cubicBezTo>
                  <a:pt x="5648545" y="0"/>
                  <a:pt x="5691188" y="42643"/>
                  <a:pt x="5691188" y="95245"/>
                </a:cubicBezTo>
                <a:lnTo>
                  <a:pt x="5691188" y="1817692"/>
                </a:lnTo>
                <a:cubicBezTo>
                  <a:pt x="5691188" y="1870295"/>
                  <a:pt x="5648545" y="1912938"/>
                  <a:pt x="5595942" y="1912938"/>
                </a:cubicBezTo>
                <a:lnTo>
                  <a:pt x="95245" y="1912938"/>
                </a:lnTo>
                <a:cubicBezTo>
                  <a:pt x="42643" y="1912938"/>
                  <a:pt x="0" y="1870295"/>
                  <a:pt x="0" y="1817692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281" y="3127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000" y="3087688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Sessions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438" y="3405188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2438" y="3405188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/api/sessions/start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2438" y="3754438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2438" y="3754438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/api/sessions/:id/end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438" y="4103688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2438" y="4103688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/api/sessions/active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2438" y="4452938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2438" y="4452938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/api/sessions/history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1469" y="5004594"/>
            <a:ext cx="5691188" cy="1912938"/>
          </a:xfrm>
          <a:custGeom>
            <a:avLst/>
            <a:gdLst/>
            <a:ahLst/>
            <a:cxnLst/>
            <a:rect l="l" t="t" r="r" b="b"/>
            <a:pathLst>
              <a:path w="5691188" h="1912938">
                <a:moveTo>
                  <a:pt x="95245" y="0"/>
                </a:moveTo>
                <a:lnTo>
                  <a:pt x="5595942" y="0"/>
                </a:lnTo>
                <a:cubicBezTo>
                  <a:pt x="5648545" y="0"/>
                  <a:pt x="5691188" y="42643"/>
                  <a:pt x="5691188" y="95245"/>
                </a:cubicBezTo>
                <a:lnTo>
                  <a:pt x="5691188" y="1817692"/>
                </a:lnTo>
                <a:cubicBezTo>
                  <a:pt x="5691188" y="1870295"/>
                  <a:pt x="5648545" y="1912938"/>
                  <a:pt x="5595942" y="1912938"/>
                </a:cubicBezTo>
                <a:lnTo>
                  <a:pt x="95245" y="1912938"/>
                </a:lnTo>
                <a:cubicBezTo>
                  <a:pt x="42643" y="1912938"/>
                  <a:pt x="0" y="1870295"/>
                  <a:pt x="0" y="1817692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211" y="517525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67335" y="-3628"/>
                </a:moveTo>
                <a:cubicBezTo>
                  <a:pt x="64154" y="-4270"/>
                  <a:pt x="60889" y="-4270"/>
                  <a:pt x="57708" y="-3628"/>
                </a:cubicBezTo>
                <a:lnTo>
                  <a:pt x="5386" y="6837"/>
                </a:lnTo>
                <a:cubicBezTo>
                  <a:pt x="2260" y="7451"/>
                  <a:pt x="0" y="10213"/>
                  <a:pt x="0" y="13395"/>
                </a:cubicBezTo>
                <a:cubicBezTo>
                  <a:pt x="0" y="16269"/>
                  <a:pt x="1814" y="18780"/>
                  <a:pt x="4465" y="19701"/>
                </a:cubicBezTo>
                <a:lnTo>
                  <a:pt x="4465" y="40184"/>
                </a:lnTo>
                <a:lnTo>
                  <a:pt x="84" y="62117"/>
                </a:lnTo>
                <a:cubicBezTo>
                  <a:pt x="28" y="62368"/>
                  <a:pt x="0" y="62647"/>
                  <a:pt x="0" y="62926"/>
                </a:cubicBezTo>
                <a:cubicBezTo>
                  <a:pt x="0" y="65159"/>
                  <a:pt x="1814" y="67001"/>
                  <a:pt x="4074" y="67001"/>
                </a:cubicBezTo>
                <a:lnTo>
                  <a:pt x="13813" y="67001"/>
                </a:lnTo>
                <a:cubicBezTo>
                  <a:pt x="16046" y="67001"/>
                  <a:pt x="17887" y="65187"/>
                  <a:pt x="17887" y="62926"/>
                </a:cubicBezTo>
                <a:cubicBezTo>
                  <a:pt x="17887" y="62647"/>
                  <a:pt x="17859" y="62396"/>
                  <a:pt x="17804" y="62117"/>
                </a:cubicBezTo>
                <a:lnTo>
                  <a:pt x="13395" y="40184"/>
                </a:lnTo>
                <a:lnTo>
                  <a:pt x="13395" y="21571"/>
                </a:lnTo>
                <a:lnTo>
                  <a:pt x="26789" y="24250"/>
                </a:lnTo>
                <a:lnTo>
                  <a:pt x="26789" y="40184"/>
                </a:lnTo>
                <a:cubicBezTo>
                  <a:pt x="26789" y="59913"/>
                  <a:pt x="42779" y="75902"/>
                  <a:pt x="62508" y="75902"/>
                </a:cubicBezTo>
                <a:cubicBezTo>
                  <a:pt x="82237" y="75902"/>
                  <a:pt x="98227" y="59913"/>
                  <a:pt x="98227" y="40184"/>
                </a:cubicBezTo>
                <a:lnTo>
                  <a:pt x="98227" y="24250"/>
                </a:lnTo>
                <a:lnTo>
                  <a:pt x="119630" y="19980"/>
                </a:lnTo>
                <a:cubicBezTo>
                  <a:pt x="122755" y="19338"/>
                  <a:pt x="125016" y="16576"/>
                  <a:pt x="125016" y="13395"/>
                </a:cubicBezTo>
                <a:cubicBezTo>
                  <a:pt x="125016" y="10213"/>
                  <a:pt x="122755" y="7451"/>
                  <a:pt x="119630" y="6837"/>
                </a:cubicBezTo>
                <a:lnTo>
                  <a:pt x="67335" y="-3628"/>
                </a:lnTo>
                <a:close/>
                <a:moveTo>
                  <a:pt x="62508" y="62508"/>
                </a:moveTo>
                <a:cubicBezTo>
                  <a:pt x="50174" y="62508"/>
                  <a:pt x="40184" y="52518"/>
                  <a:pt x="40184" y="40184"/>
                </a:cubicBezTo>
                <a:lnTo>
                  <a:pt x="84832" y="40184"/>
                </a:lnTo>
                <a:cubicBezTo>
                  <a:pt x="84832" y="52518"/>
                  <a:pt x="74842" y="62508"/>
                  <a:pt x="62508" y="62508"/>
                </a:cubicBezTo>
                <a:close/>
                <a:moveTo>
                  <a:pt x="33514" y="89325"/>
                </a:moveTo>
                <a:cubicBezTo>
                  <a:pt x="16380" y="97194"/>
                  <a:pt x="4465" y="114495"/>
                  <a:pt x="4465" y="134587"/>
                </a:cubicBezTo>
                <a:cubicBezTo>
                  <a:pt x="4465" y="139164"/>
                  <a:pt x="8176" y="142875"/>
                  <a:pt x="12753" y="142875"/>
                </a:cubicBezTo>
                <a:lnTo>
                  <a:pt x="55811" y="142875"/>
                </a:lnTo>
                <a:lnTo>
                  <a:pt x="55811" y="102133"/>
                </a:lnTo>
                <a:lnTo>
                  <a:pt x="39793" y="90134"/>
                </a:lnTo>
                <a:cubicBezTo>
                  <a:pt x="37979" y="88767"/>
                  <a:pt x="35551" y="88404"/>
                  <a:pt x="33486" y="89353"/>
                </a:cubicBezTo>
                <a:close/>
                <a:moveTo>
                  <a:pt x="69205" y="142875"/>
                </a:moveTo>
                <a:lnTo>
                  <a:pt x="112263" y="142875"/>
                </a:lnTo>
                <a:cubicBezTo>
                  <a:pt x="116839" y="142875"/>
                  <a:pt x="120551" y="139164"/>
                  <a:pt x="120551" y="134587"/>
                </a:cubicBezTo>
                <a:cubicBezTo>
                  <a:pt x="120551" y="114495"/>
                  <a:pt x="108635" y="97194"/>
                  <a:pt x="91501" y="89353"/>
                </a:cubicBezTo>
                <a:cubicBezTo>
                  <a:pt x="89436" y="88404"/>
                  <a:pt x="87009" y="88767"/>
                  <a:pt x="85195" y="90134"/>
                </a:cubicBezTo>
                <a:lnTo>
                  <a:pt x="69177" y="102133"/>
                </a:lnTo>
                <a:lnTo>
                  <a:pt x="69177" y="142875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8" name="Text 26"/>
          <p:cNvSpPr/>
          <p:nvPr/>
        </p:nvSpPr>
        <p:spPr>
          <a:xfrm>
            <a:off x="635000" y="5135563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Features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2438" y="545306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2438" y="545306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/api/student/stats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2438" y="580231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2438" y="580231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/api/student/achievements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2438" y="615156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2438" y="615156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/api/leaderboard/global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2438" y="650081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2438" y="650081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/api/leaderboard/my-rank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9344" y="1258094"/>
            <a:ext cx="5691188" cy="1563688"/>
          </a:xfrm>
          <a:custGeom>
            <a:avLst/>
            <a:gdLst/>
            <a:ahLst/>
            <a:cxnLst/>
            <a:rect l="l" t="t" r="r" b="b"/>
            <a:pathLst>
              <a:path w="5691188" h="1563688">
                <a:moveTo>
                  <a:pt x="95244" y="0"/>
                </a:moveTo>
                <a:lnTo>
                  <a:pt x="5595943" y="0"/>
                </a:lnTo>
                <a:cubicBezTo>
                  <a:pt x="5648545" y="0"/>
                  <a:pt x="5691188" y="42642"/>
                  <a:pt x="5691188" y="95244"/>
                </a:cubicBezTo>
                <a:lnTo>
                  <a:pt x="5691188" y="1468443"/>
                </a:lnTo>
                <a:cubicBezTo>
                  <a:pt x="5691188" y="1521045"/>
                  <a:pt x="5648545" y="1563687"/>
                  <a:pt x="5595943" y="1563688"/>
                </a:cubicBezTo>
                <a:lnTo>
                  <a:pt x="95244" y="1563688"/>
                </a:lnTo>
                <a:cubicBezTo>
                  <a:pt x="42642" y="1563688"/>
                  <a:pt x="0" y="1521045"/>
                  <a:pt x="0" y="1468443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12297" y="1428750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4465"/>
                </a:moveTo>
                <a:cubicBezTo>
                  <a:pt x="105314" y="4465"/>
                  <a:pt x="118318" y="17469"/>
                  <a:pt x="118318" y="33486"/>
                </a:cubicBezTo>
                <a:cubicBezTo>
                  <a:pt x="118318" y="49504"/>
                  <a:pt x="105314" y="62508"/>
                  <a:pt x="89297" y="62508"/>
                </a:cubicBezTo>
                <a:cubicBezTo>
                  <a:pt x="73279" y="62508"/>
                  <a:pt x="60275" y="49504"/>
                  <a:pt x="60275" y="33486"/>
                </a:cubicBezTo>
                <a:cubicBezTo>
                  <a:pt x="60275" y="17469"/>
                  <a:pt x="73279" y="4465"/>
                  <a:pt x="89297" y="4465"/>
                </a:cubicBezTo>
                <a:close/>
                <a:moveTo>
                  <a:pt x="26789" y="24557"/>
                </a:moveTo>
                <a:cubicBezTo>
                  <a:pt x="37878" y="24557"/>
                  <a:pt x="46881" y="33559"/>
                  <a:pt x="46881" y="44648"/>
                </a:cubicBezTo>
                <a:cubicBezTo>
                  <a:pt x="46881" y="55737"/>
                  <a:pt x="37878" y="64740"/>
                  <a:pt x="26789" y="64740"/>
                </a:cubicBezTo>
                <a:cubicBezTo>
                  <a:pt x="15700" y="64740"/>
                  <a:pt x="6697" y="55737"/>
                  <a:pt x="6697" y="44648"/>
                </a:cubicBezTo>
                <a:cubicBezTo>
                  <a:pt x="6697" y="33559"/>
                  <a:pt x="15700" y="24557"/>
                  <a:pt x="26789" y="24557"/>
                </a:cubicBezTo>
                <a:close/>
                <a:moveTo>
                  <a:pt x="0" y="116086"/>
                </a:moveTo>
                <a:cubicBezTo>
                  <a:pt x="0" y="96357"/>
                  <a:pt x="15990" y="80367"/>
                  <a:pt x="35719" y="80367"/>
                </a:cubicBezTo>
                <a:cubicBezTo>
                  <a:pt x="39291" y="80367"/>
                  <a:pt x="42751" y="80897"/>
                  <a:pt x="46016" y="81874"/>
                </a:cubicBezTo>
                <a:cubicBezTo>
                  <a:pt x="36835" y="92143"/>
                  <a:pt x="31254" y="105705"/>
                  <a:pt x="31254" y="120551"/>
                </a:cubicBezTo>
                <a:lnTo>
                  <a:pt x="31254" y="125016"/>
                </a:lnTo>
                <a:cubicBezTo>
                  <a:pt x="31254" y="128197"/>
                  <a:pt x="31924" y="131211"/>
                  <a:pt x="331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16086"/>
                </a:lnTo>
                <a:close/>
                <a:moveTo>
                  <a:pt x="145470" y="133945"/>
                </a:moveTo>
                <a:cubicBezTo>
                  <a:pt x="146670" y="131211"/>
                  <a:pt x="147340" y="128197"/>
                  <a:pt x="147340" y="125016"/>
                </a:cubicBezTo>
                <a:lnTo>
                  <a:pt x="147340" y="120551"/>
                </a:lnTo>
                <a:cubicBezTo>
                  <a:pt x="147340" y="105705"/>
                  <a:pt x="141759" y="92143"/>
                  <a:pt x="132578" y="81874"/>
                </a:cubicBezTo>
                <a:cubicBezTo>
                  <a:pt x="135843" y="80897"/>
                  <a:pt x="139303" y="80367"/>
                  <a:pt x="142875" y="80367"/>
                </a:cubicBezTo>
                <a:cubicBezTo>
                  <a:pt x="162604" y="80367"/>
                  <a:pt x="178594" y="96357"/>
                  <a:pt x="178594" y="116086"/>
                </a:cubicBezTo>
                <a:lnTo>
                  <a:pt x="178594" y="125016"/>
                </a:lnTo>
                <a:cubicBezTo>
                  <a:pt x="178594" y="129955"/>
                  <a:pt x="174603" y="133945"/>
                  <a:pt x="169664" y="133945"/>
                </a:cubicBezTo>
                <a:lnTo>
                  <a:pt x="145470" y="133945"/>
                </a:lnTo>
                <a:close/>
                <a:moveTo>
                  <a:pt x="131713" y="44648"/>
                </a:moveTo>
                <a:cubicBezTo>
                  <a:pt x="131713" y="33559"/>
                  <a:pt x="140716" y="24557"/>
                  <a:pt x="151805" y="24557"/>
                </a:cubicBezTo>
                <a:cubicBezTo>
                  <a:pt x="162894" y="24557"/>
                  <a:pt x="171896" y="33559"/>
                  <a:pt x="171896" y="44648"/>
                </a:cubicBezTo>
                <a:cubicBezTo>
                  <a:pt x="171896" y="55737"/>
                  <a:pt x="162894" y="64740"/>
                  <a:pt x="151805" y="64740"/>
                </a:cubicBezTo>
                <a:cubicBezTo>
                  <a:pt x="140716" y="64740"/>
                  <a:pt x="131713" y="55737"/>
                  <a:pt x="131713" y="44648"/>
                </a:cubicBezTo>
                <a:close/>
                <a:moveTo>
                  <a:pt x="44648" y="120551"/>
                </a:moveTo>
                <a:cubicBezTo>
                  <a:pt x="44648" y="95883"/>
                  <a:pt x="64629" y="75902"/>
                  <a:pt x="89297" y="75902"/>
                </a:cubicBezTo>
                <a:cubicBezTo>
                  <a:pt x="113965" y="75902"/>
                  <a:pt x="133945" y="95883"/>
                  <a:pt x="133945" y="120551"/>
                </a:cubicBezTo>
                <a:lnTo>
                  <a:pt x="133945" y="125016"/>
                </a:lnTo>
                <a:cubicBezTo>
                  <a:pt x="133945" y="129955"/>
                  <a:pt x="129955" y="133945"/>
                  <a:pt x="125016" y="133945"/>
                </a:cubicBezTo>
                <a:lnTo>
                  <a:pt x="53578" y="133945"/>
                </a:lnTo>
                <a:cubicBezTo>
                  <a:pt x="48639" y="133945"/>
                  <a:pt x="44648" y="129955"/>
                  <a:pt x="44648" y="125016"/>
                </a:cubicBezTo>
                <a:lnTo>
                  <a:pt x="44648" y="120551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875" y="1389063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Family Features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0313" y="170656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10313" y="170656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/api/family/generate-code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0313" y="205581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10313" y="205581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/api/family/link-child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0313" y="2405063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10313" y="2405063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/api/family/children-stats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9344" y="2956719"/>
            <a:ext cx="5691188" cy="1563688"/>
          </a:xfrm>
          <a:custGeom>
            <a:avLst/>
            <a:gdLst/>
            <a:ahLst/>
            <a:cxnLst/>
            <a:rect l="l" t="t" r="r" b="b"/>
            <a:pathLst>
              <a:path w="5691188" h="1563688">
                <a:moveTo>
                  <a:pt x="95244" y="0"/>
                </a:moveTo>
                <a:lnTo>
                  <a:pt x="5595943" y="0"/>
                </a:lnTo>
                <a:cubicBezTo>
                  <a:pt x="5648545" y="0"/>
                  <a:pt x="5691188" y="42642"/>
                  <a:pt x="5691188" y="95244"/>
                </a:cubicBezTo>
                <a:lnTo>
                  <a:pt x="5691188" y="1468443"/>
                </a:lnTo>
                <a:cubicBezTo>
                  <a:pt x="5691188" y="1521045"/>
                  <a:pt x="5648545" y="1563687"/>
                  <a:pt x="5595943" y="1563688"/>
                </a:cubicBezTo>
                <a:lnTo>
                  <a:pt x="95244" y="1563688"/>
                </a:lnTo>
                <a:cubicBezTo>
                  <a:pt x="42642" y="1563688"/>
                  <a:pt x="0" y="1521045"/>
                  <a:pt x="0" y="1468443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12297" y="312737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98227" y="0"/>
                </a:moveTo>
                <a:cubicBezTo>
                  <a:pt x="98227" y="-4939"/>
                  <a:pt x="94236" y="-8930"/>
                  <a:pt x="89297" y="-8930"/>
                </a:cubicBezTo>
                <a:cubicBezTo>
                  <a:pt x="84358" y="-8930"/>
                  <a:pt x="80367" y="-4939"/>
                  <a:pt x="80367" y="0"/>
                </a:cubicBezTo>
                <a:lnTo>
                  <a:pt x="80367" y="17859"/>
                </a:lnTo>
                <a:lnTo>
                  <a:pt x="53578" y="17859"/>
                </a:lnTo>
                <a:cubicBezTo>
                  <a:pt x="38788" y="17859"/>
                  <a:pt x="26789" y="29859"/>
                  <a:pt x="26789" y="44648"/>
                </a:cubicBezTo>
                <a:lnTo>
                  <a:pt x="26789" y="107156"/>
                </a:lnTo>
                <a:cubicBezTo>
                  <a:pt x="26789" y="121946"/>
                  <a:pt x="38788" y="133945"/>
                  <a:pt x="53578" y="133945"/>
                </a:cubicBezTo>
                <a:lnTo>
                  <a:pt x="125016" y="133945"/>
                </a:lnTo>
                <a:cubicBezTo>
                  <a:pt x="139805" y="133945"/>
                  <a:pt x="151805" y="121946"/>
                  <a:pt x="151805" y="107156"/>
                </a:cubicBezTo>
                <a:lnTo>
                  <a:pt x="151805" y="44648"/>
                </a:lnTo>
                <a:cubicBezTo>
                  <a:pt x="151805" y="29859"/>
                  <a:pt x="139805" y="17859"/>
                  <a:pt x="125016" y="17859"/>
                </a:cubicBezTo>
                <a:lnTo>
                  <a:pt x="98227" y="17859"/>
                </a:lnTo>
                <a:lnTo>
                  <a:pt x="98227" y="0"/>
                </a:lnTo>
                <a:close/>
                <a:moveTo>
                  <a:pt x="44648" y="102691"/>
                </a:moveTo>
                <a:cubicBezTo>
                  <a:pt x="44648" y="98980"/>
                  <a:pt x="47634" y="95994"/>
                  <a:pt x="51346" y="95994"/>
                </a:cubicBezTo>
                <a:lnTo>
                  <a:pt x="60275" y="95994"/>
                </a:lnTo>
                <a:cubicBezTo>
                  <a:pt x="63987" y="95994"/>
                  <a:pt x="66973" y="98980"/>
                  <a:pt x="66973" y="102691"/>
                </a:cubicBezTo>
                <a:cubicBezTo>
                  <a:pt x="66973" y="106403"/>
                  <a:pt x="63987" y="109389"/>
                  <a:pt x="60275" y="109389"/>
                </a:cubicBezTo>
                <a:lnTo>
                  <a:pt x="51346" y="109389"/>
                </a:lnTo>
                <a:cubicBezTo>
                  <a:pt x="47634" y="109389"/>
                  <a:pt x="44648" y="106403"/>
                  <a:pt x="44648" y="102691"/>
                </a:cubicBezTo>
                <a:close/>
                <a:moveTo>
                  <a:pt x="78135" y="102691"/>
                </a:moveTo>
                <a:cubicBezTo>
                  <a:pt x="78135" y="98980"/>
                  <a:pt x="81121" y="95994"/>
                  <a:pt x="84832" y="95994"/>
                </a:cubicBezTo>
                <a:lnTo>
                  <a:pt x="93762" y="95994"/>
                </a:lnTo>
                <a:cubicBezTo>
                  <a:pt x="97473" y="95994"/>
                  <a:pt x="100459" y="98980"/>
                  <a:pt x="100459" y="102691"/>
                </a:cubicBezTo>
                <a:cubicBezTo>
                  <a:pt x="100459" y="106403"/>
                  <a:pt x="97473" y="109389"/>
                  <a:pt x="93762" y="109389"/>
                </a:cubicBezTo>
                <a:lnTo>
                  <a:pt x="84832" y="109389"/>
                </a:lnTo>
                <a:cubicBezTo>
                  <a:pt x="81121" y="109389"/>
                  <a:pt x="78135" y="106403"/>
                  <a:pt x="78135" y="102691"/>
                </a:cubicBezTo>
                <a:close/>
                <a:moveTo>
                  <a:pt x="111621" y="102691"/>
                </a:moveTo>
                <a:cubicBezTo>
                  <a:pt x="111621" y="98980"/>
                  <a:pt x="114607" y="95994"/>
                  <a:pt x="118318" y="95994"/>
                </a:cubicBezTo>
                <a:lnTo>
                  <a:pt x="127248" y="95994"/>
                </a:lnTo>
                <a:cubicBezTo>
                  <a:pt x="130959" y="95994"/>
                  <a:pt x="133945" y="98980"/>
                  <a:pt x="133945" y="102691"/>
                </a:cubicBezTo>
                <a:cubicBezTo>
                  <a:pt x="133945" y="106403"/>
                  <a:pt x="130959" y="109389"/>
                  <a:pt x="127248" y="109389"/>
                </a:cubicBezTo>
                <a:lnTo>
                  <a:pt x="118318" y="109389"/>
                </a:lnTo>
                <a:cubicBezTo>
                  <a:pt x="114607" y="109389"/>
                  <a:pt x="111621" y="106403"/>
                  <a:pt x="111621" y="102691"/>
                </a:cubicBezTo>
                <a:close/>
                <a:moveTo>
                  <a:pt x="62508" y="49113"/>
                </a:moveTo>
                <a:cubicBezTo>
                  <a:pt x="69900" y="49113"/>
                  <a:pt x="75902" y="55115"/>
                  <a:pt x="75902" y="62508"/>
                </a:cubicBezTo>
                <a:cubicBezTo>
                  <a:pt x="75902" y="69900"/>
                  <a:pt x="69900" y="75902"/>
                  <a:pt x="62508" y="75902"/>
                </a:cubicBezTo>
                <a:cubicBezTo>
                  <a:pt x="55115" y="75902"/>
                  <a:pt x="49113" y="69900"/>
                  <a:pt x="49113" y="62508"/>
                </a:cubicBezTo>
                <a:cubicBezTo>
                  <a:pt x="49113" y="55115"/>
                  <a:pt x="55115" y="49113"/>
                  <a:pt x="62508" y="49113"/>
                </a:cubicBezTo>
                <a:close/>
                <a:moveTo>
                  <a:pt x="102691" y="62508"/>
                </a:moveTo>
                <a:cubicBezTo>
                  <a:pt x="102691" y="55115"/>
                  <a:pt x="108693" y="49113"/>
                  <a:pt x="116086" y="49113"/>
                </a:cubicBezTo>
                <a:cubicBezTo>
                  <a:pt x="123479" y="49113"/>
                  <a:pt x="129480" y="55115"/>
                  <a:pt x="129480" y="62508"/>
                </a:cubicBezTo>
                <a:cubicBezTo>
                  <a:pt x="129480" y="69900"/>
                  <a:pt x="123479" y="75902"/>
                  <a:pt x="116086" y="75902"/>
                </a:cubicBezTo>
                <a:cubicBezTo>
                  <a:pt x="108693" y="75902"/>
                  <a:pt x="102691" y="69900"/>
                  <a:pt x="102691" y="62508"/>
                </a:cubicBezTo>
                <a:close/>
                <a:moveTo>
                  <a:pt x="17859" y="62508"/>
                </a:moveTo>
                <a:cubicBezTo>
                  <a:pt x="17859" y="57569"/>
                  <a:pt x="13869" y="53578"/>
                  <a:pt x="8930" y="53578"/>
                </a:cubicBezTo>
                <a:cubicBezTo>
                  <a:pt x="3990" y="53578"/>
                  <a:pt x="0" y="57569"/>
                  <a:pt x="0" y="62508"/>
                </a:cubicBezTo>
                <a:lnTo>
                  <a:pt x="0" y="89297"/>
                </a:lnTo>
                <a:cubicBezTo>
                  <a:pt x="0" y="94236"/>
                  <a:pt x="3990" y="98227"/>
                  <a:pt x="8930" y="98227"/>
                </a:cubicBezTo>
                <a:cubicBezTo>
                  <a:pt x="13869" y="98227"/>
                  <a:pt x="17859" y="94236"/>
                  <a:pt x="17859" y="89297"/>
                </a:cubicBezTo>
                <a:lnTo>
                  <a:pt x="17859" y="62508"/>
                </a:lnTo>
                <a:close/>
                <a:moveTo>
                  <a:pt x="169664" y="53578"/>
                </a:moveTo>
                <a:cubicBezTo>
                  <a:pt x="164725" y="53578"/>
                  <a:pt x="160734" y="57569"/>
                  <a:pt x="160734" y="62508"/>
                </a:cubicBezTo>
                <a:lnTo>
                  <a:pt x="160734" y="89297"/>
                </a:lnTo>
                <a:cubicBezTo>
                  <a:pt x="160734" y="94236"/>
                  <a:pt x="164725" y="98227"/>
                  <a:pt x="169664" y="98227"/>
                </a:cubicBezTo>
                <a:cubicBezTo>
                  <a:pt x="174603" y="98227"/>
                  <a:pt x="178594" y="94236"/>
                  <a:pt x="178594" y="89297"/>
                </a:cubicBezTo>
                <a:lnTo>
                  <a:pt x="178594" y="62508"/>
                </a:lnTo>
                <a:cubicBezTo>
                  <a:pt x="178594" y="57569"/>
                  <a:pt x="174603" y="53578"/>
                  <a:pt x="169664" y="53578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875" y="3087688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Tutor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10313" y="3405188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10313" y="3405188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/api/tutor/session/start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10313" y="3754438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310313" y="3754438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/api/tutor/session/message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0313" y="4103688"/>
            <a:ext cx="5429250" cy="285750"/>
          </a:xfrm>
          <a:custGeom>
            <a:avLst/>
            <a:gdLst/>
            <a:ahLst/>
            <a:cxnLst/>
            <a:rect l="l" t="t" r="r" b="b"/>
            <a:pathLst>
              <a:path w="5429250" h="285750">
                <a:moveTo>
                  <a:pt x="31750" y="0"/>
                </a:moveTo>
                <a:lnTo>
                  <a:pt x="5397500" y="0"/>
                </a:lnTo>
                <a:cubicBezTo>
                  <a:pt x="5415035" y="0"/>
                  <a:pt x="5429250" y="14215"/>
                  <a:pt x="5429250" y="31750"/>
                </a:cubicBezTo>
                <a:lnTo>
                  <a:pt x="5429250" y="254000"/>
                </a:lnTo>
                <a:cubicBezTo>
                  <a:pt x="5429250" y="271535"/>
                  <a:pt x="5415035" y="285750"/>
                  <a:pt x="5397500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10313" y="4103688"/>
            <a:ext cx="5484813" cy="28575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r>
              <a:rPr lang="en-US" sz="87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/api/tutor/session/end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9344" y="4655344"/>
            <a:ext cx="5691188" cy="2293938"/>
          </a:xfrm>
          <a:custGeom>
            <a:avLst/>
            <a:gdLst/>
            <a:ahLst/>
            <a:cxnLst/>
            <a:rect l="l" t="t" r="r" b="b"/>
            <a:pathLst>
              <a:path w="5691188" h="2293938">
                <a:moveTo>
                  <a:pt x="95244" y="0"/>
                </a:moveTo>
                <a:lnTo>
                  <a:pt x="5595943" y="0"/>
                </a:lnTo>
                <a:cubicBezTo>
                  <a:pt x="5648510" y="0"/>
                  <a:pt x="5691188" y="42678"/>
                  <a:pt x="5691188" y="95244"/>
                </a:cubicBezTo>
                <a:lnTo>
                  <a:pt x="5691188" y="2198693"/>
                </a:lnTo>
                <a:cubicBezTo>
                  <a:pt x="5691188" y="2251295"/>
                  <a:pt x="5648545" y="2293938"/>
                  <a:pt x="5595943" y="2293938"/>
                </a:cubicBezTo>
                <a:lnTo>
                  <a:pt x="95244" y="2293938"/>
                </a:lnTo>
                <a:cubicBezTo>
                  <a:pt x="42678" y="2293938"/>
                  <a:pt x="0" y="2251260"/>
                  <a:pt x="0" y="2198693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21227" y="482600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0682" y="335"/>
                </a:moveTo>
                <a:cubicBezTo>
                  <a:pt x="95938" y="-1032"/>
                  <a:pt x="90999" y="1730"/>
                  <a:pt x="89632" y="6474"/>
                </a:cubicBezTo>
                <a:lnTo>
                  <a:pt x="53913" y="131490"/>
                </a:lnTo>
                <a:cubicBezTo>
                  <a:pt x="52546" y="136234"/>
                  <a:pt x="55308" y="141173"/>
                  <a:pt x="60052" y="142540"/>
                </a:cubicBezTo>
                <a:cubicBezTo>
                  <a:pt x="64796" y="143907"/>
                  <a:pt x="69735" y="141145"/>
                  <a:pt x="71103" y="136401"/>
                </a:cubicBezTo>
                <a:lnTo>
                  <a:pt x="106821" y="11385"/>
                </a:lnTo>
                <a:cubicBezTo>
                  <a:pt x="108189" y="6641"/>
                  <a:pt x="105426" y="1702"/>
                  <a:pt x="100682" y="335"/>
                </a:cubicBezTo>
                <a:close/>
                <a:moveTo>
                  <a:pt x="118709" y="38314"/>
                </a:moveTo>
                <a:cubicBezTo>
                  <a:pt x="115221" y="41802"/>
                  <a:pt x="115221" y="47467"/>
                  <a:pt x="118709" y="50955"/>
                </a:cubicBezTo>
                <a:lnTo>
                  <a:pt x="139192" y="71438"/>
                </a:lnTo>
                <a:lnTo>
                  <a:pt x="118709" y="91920"/>
                </a:lnTo>
                <a:cubicBezTo>
                  <a:pt x="115221" y="95408"/>
                  <a:pt x="115221" y="101073"/>
                  <a:pt x="118709" y="104561"/>
                </a:cubicBezTo>
                <a:cubicBezTo>
                  <a:pt x="122197" y="108049"/>
                  <a:pt x="127862" y="108049"/>
                  <a:pt x="131350" y="104561"/>
                </a:cubicBezTo>
                <a:lnTo>
                  <a:pt x="158139" y="77772"/>
                </a:lnTo>
                <a:cubicBezTo>
                  <a:pt x="161627" y="74284"/>
                  <a:pt x="161627" y="68619"/>
                  <a:pt x="158139" y="65131"/>
                </a:cubicBezTo>
                <a:lnTo>
                  <a:pt x="131350" y="38342"/>
                </a:lnTo>
                <a:cubicBezTo>
                  <a:pt x="127862" y="34854"/>
                  <a:pt x="122197" y="34854"/>
                  <a:pt x="118709" y="38342"/>
                </a:cubicBezTo>
                <a:close/>
                <a:moveTo>
                  <a:pt x="42053" y="38314"/>
                </a:moveTo>
                <a:cubicBezTo>
                  <a:pt x="38565" y="34826"/>
                  <a:pt x="32900" y="34826"/>
                  <a:pt x="29412" y="38314"/>
                </a:cubicBezTo>
                <a:lnTo>
                  <a:pt x="2623" y="65103"/>
                </a:lnTo>
                <a:cubicBezTo>
                  <a:pt x="-865" y="68591"/>
                  <a:pt x="-865" y="74256"/>
                  <a:pt x="2623" y="77744"/>
                </a:cubicBezTo>
                <a:lnTo>
                  <a:pt x="29412" y="104533"/>
                </a:lnTo>
                <a:cubicBezTo>
                  <a:pt x="32900" y="108021"/>
                  <a:pt x="38565" y="108021"/>
                  <a:pt x="42053" y="104533"/>
                </a:cubicBezTo>
                <a:cubicBezTo>
                  <a:pt x="45541" y="101045"/>
                  <a:pt x="45541" y="95380"/>
                  <a:pt x="42053" y="91892"/>
                </a:cubicBezTo>
                <a:lnTo>
                  <a:pt x="21571" y="71438"/>
                </a:lnTo>
                <a:lnTo>
                  <a:pt x="42025" y="50955"/>
                </a:lnTo>
                <a:cubicBezTo>
                  <a:pt x="45514" y="47467"/>
                  <a:pt x="45514" y="41802"/>
                  <a:pt x="42025" y="3831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7" name="Text 55"/>
          <p:cNvSpPr/>
          <p:nvPr/>
        </p:nvSpPr>
        <p:spPr>
          <a:xfrm>
            <a:off x="6492875" y="4786313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Response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0313" y="5103813"/>
            <a:ext cx="5429250" cy="1714500"/>
          </a:xfrm>
          <a:custGeom>
            <a:avLst/>
            <a:gdLst/>
            <a:ahLst/>
            <a:cxnLst/>
            <a:rect l="l" t="t" r="r" b="b"/>
            <a:pathLst>
              <a:path w="5429250" h="1714500">
                <a:moveTo>
                  <a:pt x="63505" y="0"/>
                </a:moveTo>
                <a:lnTo>
                  <a:pt x="5365745" y="0"/>
                </a:lnTo>
                <a:cubicBezTo>
                  <a:pt x="5400818" y="0"/>
                  <a:pt x="5429250" y="28432"/>
                  <a:pt x="5429250" y="63505"/>
                </a:cubicBezTo>
                <a:lnTo>
                  <a:pt x="5429250" y="1650995"/>
                </a:lnTo>
                <a:cubicBezTo>
                  <a:pt x="5429250" y="1686068"/>
                  <a:pt x="5400818" y="1714500"/>
                  <a:pt x="536574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405563" y="5199063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End Study Session Response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05563" y="5326063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32563" y="5453063"/>
            <a:ext cx="5159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"summary": {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659563" y="5580063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"xp_gained": 50,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59563" y="5707063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"levelProgress": {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86563" y="5834063"/>
            <a:ext cx="4905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"currentXp": 450,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86563" y="5961063"/>
            <a:ext cx="4905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"requiredXp": 500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659563" y="6088063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},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659563" y="6215063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"streak_updated": true,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659563" y="6342063"/>
            <a:ext cx="503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"achievements_unlocked": ["Focused Learner"]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532563" y="6469063"/>
            <a:ext cx="5159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05563" y="6596063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21469" y="7084219"/>
            <a:ext cx="5707063" cy="357188"/>
          </a:xfrm>
          <a:custGeom>
            <a:avLst/>
            <a:gdLst/>
            <a:ahLst/>
            <a:cxnLst/>
            <a:rect l="l" t="t" r="r" b="b"/>
            <a:pathLst>
              <a:path w="5707063" h="357188">
                <a:moveTo>
                  <a:pt x="63501" y="0"/>
                </a:moveTo>
                <a:lnTo>
                  <a:pt x="5643562" y="0"/>
                </a:lnTo>
                <a:cubicBezTo>
                  <a:pt x="5678632" y="0"/>
                  <a:pt x="5707063" y="28430"/>
                  <a:pt x="5707063" y="63501"/>
                </a:cubicBezTo>
                <a:lnTo>
                  <a:pt x="5707063" y="293687"/>
                </a:lnTo>
                <a:cubicBezTo>
                  <a:pt x="5707063" y="328757"/>
                  <a:pt x="5678632" y="357188"/>
                  <a:pt x="5643562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6563" y="7199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3" name="Text 71"/>
          <p:cNvSpPr/>
          <p:nvPr/>
        </p:nvSpPr>
        <p:spPr>
          <a:xfrm>
            <a:off x="642938" y="7183438"/>
            <a:ext cx="376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Security:</a:t>
            </a:r>
            <a:r>
              <a:rPr lang="en-US" sz="875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protected routes verify JWT via authenticateToken middleware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63469" y="7084219"/>
            <a:ext cx="5707063" cy="357188"/>
          </a:xfrm>
          <a:custGeom>
            <a:avLst/>
            <a:gdLst/>
            <a:ahLst/>
            <a:cxnLst/>
            <a:rect l="l" t="t" r="r" b="b"/>
            <a:pathLst>
              <a:path w="5707063" h="357188">
                <a:moveTo>
                  <a:pt x="63501" y="0"/>
                </a:moveTo>
                <a:lnTo>
                  <a:pt x="5643562" y="0"/>
                </a:lnTo>
                <a:cubicBezTo>
                  <a:pt x="5678632" y="0"/>
                  <a:pt x="5707063" y="28430"/>
                  <a:pt x="5707063" y="63501"/>
                </a:cubicBezTo>
                <a:lnTo>
                  <a:pt x="5707063" y="293687"/>
                </a:lnTo>
                <a:cubicBezTo>
                  <a:pt x="5707063" y="328757"/>
                  <a:pt x="5678632" y="357188"/>
                  <a:pt x="5643562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78563" y="7199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33734"/>
                </a:moveTo>
                <a:cubicBezTo>
                  <a:pt x="66799" y="33734"/>
                  <a:pt x="69453" y="36388"/>
                  <a:pt x="69453" y="39688"/>
                </a:cubicBezTo>
                <a:lnTo>
                  <a:pt x="69453" y="67469"/>
                </a:lnTo>
                <a:cubicBezTo>
                  <a:pt x="69453" y="70768"/>
                  <a:pt x="66799" y="73422"/>
                  <a:pt x="63500" y="73422"/>
                </a:cubicBezTo>
                <a:cubicBezTo>
                  <a:pt x="60201" y="73422"/>
                  <a:pt x="57547" y="70768"/>
                  <a:pt x="57547" y="67469"/>
                </a:cubicBezTo>
                <a:lnTo>
                  <a:pt x="57547" y="39688"/>
                </a:lnTo>
                <a:cubicBezTo>
                  <a:pt x="57547" y="36388"/>
                  <a:pt x="60201" y="33734"/>
                  <a:pt x="63500" y="33734"/>
                </a:cubicBezTo>
                <a:close/>
                <a:moveTo>
                  <a:pt x="56877" y="87313"/>
                </a:moveTo>
                <a:cubicBezTo>
                  <a:pt x="56726" y="84854"/>
                  <a:pt x="57952" y="82515"/>
                  <a:pt x="60060" y="81241"/>
                </a:cubicBezTo>
                <a:cubicBezTo>
                  <a:pt x="62167" y="79966"/>
                  <a:pt x="64808" y="79966"/>
                  <a:pt x="66915" y="81241"/>
                </a:cubicBezTo>
                <a:cubicBezTo>
                  <a:pt x="69023" y="82515"/>
                  <a:pt x="70249" y="84854"/>
                  <a:pt x="70098" y="87313"/>
                </a:cubicBezTo>
                <a:cubicBezTo>
                  <a:pt x="70249" y="89771"/>
                  <a:pt x="69023" y="92110"/>
                  <a:pt x="66915" y="93384"/>
                </a:cubicBezTo>
                <a:cubicBezTo>
                  <a:pt x="64808" y="94659"/>
                  <a:pt x="62167" y="94659"/>
                  <a:pt x="60060" y="93384"/>
                </a:cubicBezTo>
                <a:cubicBezTo>
                  <a:pt x="57952" y="92110"/>
                  <a:pt x="56726" y="89771"/>
                  <a:pt x="56877" y="8731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6" name="Text 74"/>
          <p:cNvSpPr/>
          <p:nvPr/>
        </p:nvSpPr>
        <p:spPr>
          <a:xfrm>
            <a:off x="6484938" y="7183438"/>
            <a:ext cx="342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Handling:</a:t>
            </a:r>
            <a:r>
              <a:rPr lang="en-US" sz="875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Consistent format { "success": false, "message": "..." }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039812" cy="230188"/>
          </a:xfrm>
          <a:custGeom>
            <a:avLst/>
            <a:gdLst/>
            <a:ahLst/>
            <a:cxnLst/>
            <a:rect l="l" t="t" r="r" b="b"/>
            <a:pathLst>
              <a:path w="1039812" h="230188">
                <a:moveTo>
                  <a:pt x="115094" y="0"/>
                </a:moveTo>
                <a:lnTo>
                  <a:pt x="924719" y="0"/>
                </a:lnTo>
                <a:cubicBezTo>
                  <a:pt x="988241" y="0"/>
                  <a:pt x="1039812" y="51572"/>
                  <a:pt x="1039812" y="115094"/>
                </a:cubicBezTo>
                <a:lnTo>
                  <a:pt x="1039812" y="115094"/>
                </a:lnTo>
                <a:cubicBezTo>
                  <a:pt x="1039812" y="178616"/>
                  <a:pt x="988241" y="230188"/>
                  <a:pt x="924719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889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Study Assistant: Guided Learning, Not Answer Giving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691188" cy="2944813"/>
          </a:xfrm>
          <a:custGeom>
            <a:avLst/>
            <a:gdLst/>
            <a:ahLst/>
            <a:cxnLst/>
            <a:rect l="l" t="t" r="r" b="b"/>
            <a:pathLst>
              <a:path w="5691188" h="2944813">
                <a:moveTo>
                  <a:pt x="95265" y="0"/>
                </a:moveTo>
                <a:lnTo>
                  <a:pt x="5595923" y="0"/>
                </a:lnTo>
                <a:cubicBezTo>
                  <a:pt x="5648536" y="0"/>
                  <a:pt x="5691188" y="42651"/>
                  <a:pt x="5691188" y="95265"/>
                </a:cubicBezTo>
                <a:lnTo>
                  <a:pt x="5691188" y="2849548"/>
                </a:lnTo>
                <a:cubicBezTo>
                  <a:pt x="5691188" y="2902161"/>
                  <a:pt x="5648536" y="2944813"/>
                  <a:pt x="5595923" y="2944813"/>
                </a:cubicBezTo>
                <a:lnTo>
                  <a:pt x="95265" y="2944813"/>
                </a:lnTo>
                <a:cubicBezTo>
                  <a:pt x="42651" y="2944813"/>
                  <a:pt x="0" y="2902161"/>
                  <a:pt x="0" y="2849548"/>
                </a:cubicBezTo>
                <a:lnTo>
                  <a:pt x="0" y="95265"/>
                </a:lnTo>
                <a:cubicBezTo>
                  <a:pt x="0" y="42651"/>
                  <a:pt x="42651" y="0"/>
                  <a:pt x="9526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4031" y="1452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Text 6"/>
          <p:cNvSpPr/>
          <p:nvPr/>
        </p:nvSpPr>
        <p:spPr>
          <a:xfrm>
            <a:off x="682625" y="1420813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187" y="1770063"/>
            <a:ext cx="2476500" cy="349250"/>
          </a:xfrm>
          <a:custGeom>
            <a:avLst/>
            <a:gdLst/>
            <a:ahLst/>
            <a:cxnLst/>
            <a:rect l="l" t="t" r="r" b="b"/>
            <a:pathLst>
              <a:path w="2476500" h="349250">
                <a:moveTo>
                  <a:pt x="63501" y="0"/>
                </a:moveTo>
                <a:lnTo>
                  <a:pt x="2412999" y="0"/>
                </a:lnTo>
                <a:cubicBezTo>
                  <a:pt x="2448070" y="0"/>
                  <a:pt x="2476500" y="28430"/>
                  <a:pt x="2476500" y="63501"/>
                </a:cubicBezTo>
                <a:lnTo>
                  <a:pt x="2476500" y="285749"/>
                </a:lnTo>
                <a:cubicBezTo>
                  <a:pt x="2476500" y="320820"/>
                  <a:pt x="2448070" y="349250"/>
                  <a:pt x="2412999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1656" y="1865312"/>
            <a:ext cx="234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Question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3563" y="188118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3438" y="1770063"/>
            <a:ext cx="2476500" cy="349250"/>
          </a:xfrm>
          <a:custGeom>
            <a:avLst/>
            <a:gdLst/>
            <a:ahLst/>
            <a:cxnLst/>
            <a:rect l="l" t="t" r="r" b="b"/>
            <a:pathLst>
              <a:path w="2476500" h="349250">
                <a:moveTo>
                  <a:pt x="63501" y="0"/>
                </a:moveTo>
                <a:lnTo>
                  <a:pt x="2412999" y="0"/>
                </a:lnTo>
                <a:cubicBezTo>
                  <a:pt x="2448070" y="0"/>
                  <a:pt x="2476500" y="28430"/>
                  <a:pt x="2476500" y="63501"/>
                </a:cubicBezTo>
                <a:lnTo>
                  <a:pt x="2476500" y="285749"/>
                </a:lnTo>
                <a:cubicBezTo>
                  <a:pt x="2476500" y="320820"/>
                  <a:pt x="2448070" y="349250"/>
                  <a:pt x="2412999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40906" y="1865312"/>
            <a:ext cx="234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Server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07531" y="221456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5" name="Shape 13"/>
          <p:cNvSpPr/>
          <p:nvPr/>
        </p:nvSpPr>
        <p:spPr>
          <a:xfrm>
            <a:off x="488156" y="2472531"/>
            <a:ext cx="5357813" cy="865188"/>
          </a:xfrm>
          <a:custGeom>
            <a:avLst/>
            <a:gdLst/>
            <a:ahLst/>
            <a:cxnLst/>
            <a:rect l="l" t="t" r="r" b="b"/>
            <a:pathLst>
              <a:path w="5357813" h="865188">
                <a:moveTo>
                  <a:pt x="63496" y="0"/>
                </a:moveTo>
                <a:lnTo>
                  <a:pt x="5294316" y="0"/>
                </a:lnTo>
                <a:cubicBezTo>
                  <a:pt x="5329384" y="0"/>
                  <a:pt x="5357813" y="28428"/>
                  <a:pt x="5357813" y="63496"/>
                </a:cubicBezTo>
                <a:lnTo>
                  <a:pt x="5357813" y="801691"/>
                </a:lnTo>
                <a:cubicBezTo>
                  <a:pt x="5357813" y="836759"/>
                  <a:pt x="5329384" y="865188"/>
                  <a:pt x="5294316" y="865188"/>
                </a:cubicBezTo>
                <a:lnTo>
                  <a:pt x="63496" y="865188"/>
                </a:lnTo>
                <a:cubicBezTo>
                  <a:pt x="28428" y="865188"/>
                  <a:pt x="0" y="836759"/>
                  <a:pt x="0" y="801691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375" y="25717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7375" y="2794000"/>
            <a:ext cx="520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System context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7375" y="2952750"/>
            <a:ext cx="520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Conversation history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375" y="3111500"/>
            <a:ext cx="520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Mode-specific instructions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07531" y="343693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187" y="3690937"/>
            <a:ext cx="2476500" cy="349250"/>
          </a:xfrm>
          <a:custGeom>
            <a:avLst/>
            <a:gdLst/>
            <a:ahLst/>
            <a:cxnLst/>
            <a:rect l="l" t="t" r="r" b="b"/>
            <a:pathLst>
              <a:path w="2476500" h="349250">
                <a:moveTo>
                  <a:pt x="63501" y="0"/>
                </a:moveTo>
                <a:lnTo>
                  <a:pt x="2412999" y="0"/>
                </a:lnTo>
                <a:cubicBezTo>
                  <a:pt x="2448070" y="0"/>
                  <a:pt x="2476500" y="28430"/>
                  <a:pt x="2476500" y="63501"/>
                </a:cubicBezTo>
                <a:lnTo>
                  <a:pt x="2476500" y="285749"/>
                </a:lnTo>
                <a:cubicBezTo>
                  <a:pt x="2476500" y="320820"/>
                  <a:pt x="2448070" y="349250"/>
                  <a:pt x="2412999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51656" y="3786188"/>
            <a:ext cx="234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Kimi API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03563" y="380206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4" name="Shape 22"/>
          <p:cNvSpPr/>
          <p:nvPr/>
        </p:nvSpPr>
        <p:spPr>
          <a:xfrm>
            <a:off x="3373438" y="3690937"/>
            <a:ext cx="2476500" cy="349250"/>
          </a:xfrm>
          <a:custGeom>
            <a:avLst/>
            <a:gdLst/>
            <a:ahLst/>
            <a:cxnLst/>
            <a:rect l="l" t="t" r="r" b="b"/>
            <a:pathLst>
              <a:path w="2476500" h="349250">
                <a:moveTo>
                  <a:pt x="63501" y="0"/>
                </a:moveTo>
                <a:lnTo>
                  <a:pt x="2412999" y="0"/>
                </a:lnTo>
                <a:cubicBezTo>
                  <a:pt x="2448070" y="0"/>
                  <a:pt x="2476500" y="28430"/>
                  <a:pt x="2476500" y="63501"/>
                </a:cubicBezTo>
                <a:lnTo>
                  <a:pt x="2476500" y="285749"/>
                </a:lnTo>
                <a:cubicBezTo>
                  <a:pt x="2476500" y="320820"/>
                  <a:pt x="2448070" y="349250"/>
                  <a:pt x="2412999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440906" y="3786188"/>
            <a:ext cx="234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Stored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9344" y="1258094"/>
            <a:ext cx="5691188" cy="1976438"/>
          </a:xfrm>
          <a:custGeom>
            <a:avLst/>
            <a:gdLst/>
            <a:ahLst/>
            <a:cxnLst/>
            <a:rect l="l" t="t" r="r" b="b"/>
            <a:pathLst>
              <a:path w="5691188" h="1976438">
                <a:moveTo>
                  <a:pt x="95245" y="0"/>
                </a:moveTo>
                <a:lnTo>
                  <a:pt x="5595943" y="0"/>
                </a:lnTo>
                <a:cubicBezTo>
                  <a:pt x="5648545" y="0"/>
                  <a:pt x="5691188" y="42642"/>
                  <a:pt x="5691188" y="95245"/>
                </a:cubicBezTo>
                <a:lnTo>
                  <a:pt x="5691188" y="1881193"/>
                </a:lnTo>
                <a:cubicBezTo>
                  <a:pt x="5691188" y="1933795"/>
                  <a:pt x="5648545" y="1976438"/>
                  <a:pt x="5595943" y="1976438"/>
                </a:cubicBezTo>
                <a:lnTo>
                  <a:pt x="95245" y="1976438"/>
                </a:lnTo>
                <a:cubicBezTo>
                  <a:pt x="42642" y="1976438"/>
                  <a:pt x="0" y="1933795"/>
                  <a:pt x="0" y="1881193"/>
                </a:cubicBezTo>
                <a:lnTo>
                  <a:pt x="0" y="95245"/>
                </a:lnTo>
                <a:cubicBezTo>
                  <a:pt x="0" y="42642"/>
                  <a:pt x="42642" y="0"/>
                  <a:pt x="9524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1906" y="1452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8" name="Text 26"/>
          <p:cNvSpPr/>
          <p:nvPr/>
        </p:nvSpPr>
        <p:spPr>
          <a:xfrm>
            <a:off x="6540500" y="1420813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Interaction Modes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2063" y="1770063"/>
            <a:ext cx="2635250" cy="603250"/>
          </a:xfrm>
          <a:custGeom>
            <a:avLst/>
            <a:gdLst/>
            <a:ahLst/>
            <a:cxnLst/>
            <a:rect l="l" t="t" r="r" b="b"/>
            <a:pathLst>
              <a:path w="2635250" h="603250">
                <a:moveTo>
                  <a:pt x="63498" y="0"/>
                </a:moveTo>
                <a:lnTo>
                  <a:pt x="2571752" y="0"/>
                </a:lnTo>
                <a:cubicBezTo>
                  <a:pt x="2606821" y="0"/>
                  <a:pt x="2635250" y="28429"/>
                  <a:pt x="2635250" y="63498"/>
                </a:cubicBezTo>
                <a:lnTo>
                  <a:pt x="2635250" y="539752"/>
                </a:lnTo>
                <a:cubicBezTo>
                  <a:pt x="2635250" y="574821"/>
                  <a:pt x="2606821" y="603250"/>
                  <a:pt x="2571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37313" y="1865312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37313" y="2119313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Socratic dialogue to guide discovery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72563" y="1770063"/>
            <a:ext cx="2635250" cy="603250"/>
          </a:xfrm>
          <a:custGeom>
            <a:avLst/>
            <a:gdLst/>
            <a:ahLst/>
            <a:cxnLst/>
            <a:rect l="l" t="t" r="r" b="b"/>
            <a:pathLst>
              <a:path w="2635250" h="603250">
                <a:moveTo>
                  <a:pt x="63498" y="0"/>
                </a:moveTo>
                <a:lnTo>
                  <a:pt x="2571752" y="0"/>
                </a:lnTo>
                <a:cubicBezTo>
                  <a:pt x="2606821" y="0"/>
                  <a:pt x="2635250" y="28429"/>
                  <a:pt x="2635250" y="63498"/>
                </a:cubicBezTo>
                <a:lnTo>
                  <a:pt x="2635250" y="539752"/>
                </a:lnTo>
                <a:cubicBezTo>
                  <a:pt x="2635250" y="574821"/>
                  <a:pt x="2606821" y="603250"/>
                  <a:pt x="2571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167813" y="1865312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Quiz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67813" y="2119313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practice questions with answers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2063" y="2468563"/>
            <a:ext cx="2635250" cy="603250"/>
          </a:xfrm>
          <a:custGeom>
            <a:avLst/>
            <a:gdLst/>
            <a:ahLst/>
            <a:cxnLst/>
            <a:rect l="l" t="t" r="r" b="b"/>
            <a:pathLst>
              <a:path w="2635250" h="603250">
                <a:moveTo>
                  <a:pt x="63498" y="0"/>
                </a:moveTo>
                <a:lnTo>
                  <a:pt x="2571752" y="0"/>
                </a:lnTo>
                <a:cubicBezTo>
                  <a:pt x="2606821" y="0"/>
                  <a:pt x="2635250" y="28429"/>
                  <a:pt x="2635250" y="63498"/>
                </a:cubicBezTo>
                <a:lnTo>
                  <a:pt x="2635250" y="539752"/>
                </a:lnTo>
                <a:cubicBezTo>
                  <a:pt x="2635250" y="574821"/>
                  <a:pt x="2606821" y="603250"/>
                  <a:pt x="2571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37313" y="2563813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37313" y="2817813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progressive clues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72563" y="2468563"/>
            <a:ext cx="2635250" cy="603250"/>
          </a:xfrm>
          <a:custGeom>
            <a:avLst/>
            <a:gdLst/>
            <a:ahLst/>
            <a:cxnLst/>
            <a:rect l="l" t="t" r="r" b="b"/>
            <a:pathLst>
              <a:path w="2635250" h="603250">
                <a:moveTo>
                  <a:pt x="63498" y="0"/>
                </a:moveTo>
                <a:lnTo>
                  <a:pt x="2571752" y="0"/>
                </a:lnTo>
                <a:cubicBezTo>
                  <a:pt x="2606821" y="0"/>
                  <a:pt x="2635250" y="28429"/>
                  <a:pt x="2635250" y="63498"/>
                </a:cubicBezTo>
                <a:lnTo>
                  <a:pt x="2635250" y="539752"/>
                </a:lnTo>
                <a:cubicBezTo>
                  <a:pt x="2635250" y="574821"/>
                  <a:pt x="2606821" y="603250"/>
                  <a:pt x="25717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167813" y="2563813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67813" y="2817813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 down concepts step-by-step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9344" y="3369469"/>
            <a:ext cx="5691188" cy="611188"/>
          </a:xfrm>
          <a:custGeom>
            <a:avLst/>
            <a:gdLst/>
            <a:ahLst/>
            <a:cxnLst/>
            <a:rect l="l" t="t" r="r" b="b"/>
            <a:pathLst>
              <a:path w="5691188" h="611188">
                <a:moveTo>
                  <a:pt x="95247" y="0"/>
                </a:moveTo>
                <a:lnTo>
                  <a:pt x="5595940" y="0"/>
                </a:lnTo>
                <a:cubicBezTo>
                  <a:pt x="5648544" y="0"/>
                  <a:pt x="5691187" y="42644"/>
                  <a:pt x="5691187" y="95247"/>
                </a:cubicBezTo>
                <a:lnTo>
                  <a:pt x="5691188" y="515940"/>
                </a:lnTo>
                <a:cubicBezTo>
                  <a:pt x="5691187" y="568544"/>
                  <a:pt x="5648544" y="611188"/>
                  <a:pt x="5595940" y="611188"/>
                </a:cubicBezTo>
                <a:lnTo>
                  <a:pt x="95247" y="611188"/>
                </a:lnTo>
                <a:cubicBezTo>
                  <a:pt x="42644" y="611188"/>
                  <a:pt x="0" y="568544"/>
                  <a:pt x="0" y="515940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9922" y="3595688"/>
            <a:ext cx="99219" cy="158750"/>
          </a:xfrm>
          <a:custGeom>
            <a:avLst/>
            <a:gdLst/>
            <a:ahLst/>
            <a:cxnLst/>
            <a:rect l="l" t="t" r="r" b="b"/>
            <a:pathLst>
              <a:path w="99219" h="158750">
                <a:moveTo>
                  <a:pt x="42168" y="7441"/>
                </a:moveTo>
                <a:cubicBezTo>
                  <a:pt x="42168" y="3318"/>
                  <a:pt x="45486" y="0"/>
                  <a:pt x="49609" y="0"/>
                </a:cubicBezTo>
                <a:cubicBezTo>
                  <a:pt x="53733" y="0"/>
                  <a:pt x="57051" y="3318"/>
                  <a:pt x="57051" y="7441"/>
                </a:cubicBezTo>
                <a:lnTo>
                  <a:pt x="57051" y="19844"/>
                </a:lnTo>
                <a:lnTo>
                  <a:pt x="74414" y="19844"/>
                </a:lnTo>
                <a:cubicBezTo>
                  <a:pt x="79902" y="19844"/>
                  <a:pt x="84336" y="24278"/>
                  <a:pt x="84336" y="29766"/>
                </a:cubicBezTo>
                <a:cubicBezTo>
                  <a:pt x="84336" y="35254"/>
                  <a:pt x="79902" y="39688"/>
                  <a:pt x="74414" y="39688"/>
                </a:cubicBezTo>
                <a:lnTo>
                  <a:pt x="38788" y="39688"/>
                </a:lnTo>
                <a:cubicBezTo>
                  <a:pt x="31068" y="39688"/>
                  <a:pt x="24805" y="45951"/>
                  <a:pt x="24805" y="53671"/>
                </a:cubicBezTo>
                <a:cubicBezTo>
                  <a:pt x="24805" y="60647"/>
                  <a:pt x="29921" y="66539"/>
                  <a:pt x="36804" y="67531"/>
                </a:cubicBezTo>
                <a:lnTo>
                  <a:pt x="65205" y="71593"/>
                </a:lnTo>
                <a:cubicBezTo>
                  <a:pt x="81886" y="73980"/>
                  <a:pt x="94258" y="88243"/>
                  <a:pt x="94258" y="105079"/>
                </a:cubicBezTo>
                <a:cubicBezTo>
                  <a:pt x="94258" y="123775"/>
                  <a:pt x="79096" y="138906"/>
                  <a:pt x="60430" y="138906"/>
                </a:cubicBezTo>
                <a:lnTo>
                  <a:pt x="57051" y="138906"/>
                </a:lnTo>
                <a:lnTo>
                  <a:pt x="57051" y="151309"/>
                </a:lnTo>
                <a:cubicBezTo>
                  <a:pt x="57051" y="155432"/>
                  <a:pt x="53733" y="158750"/>
                  <a:pt x="49609" y="158750"/>
                </a:cubicBezTo>
                <a:cubicBezTo>
                  <a:pt x="45486" y="158750"/>
                  <a:pt x="42168" y="155432"/>
                  <a:pt x="42168" y="151309"/>
                </a:cubicBezTo>
                <a:lnTo>
                  <a:pt x="42168" y="138906"/>
                </a:lnTo>
                <a:lnTo>
                  <a:pt x="19844" y="138906"/>
                </a:lnTo>
                <a:cubicBezTo>
                  <a:pt x="14356" y="138906"/>
                  <a:pt x="9922" y="134472"/>
                  <a:pt x="9922" y="128984"/>
                </a:cubicBezTo>
                <a:cubicBezTo>
                  <a:pt x="9922" y="123496"/>
                  <a:pt x="14356" y="119062"/>
                  <a:pt x="19844" y="119062"/>
                </a:cubicBezTo>
                <a:lnTo>
                  <a:pt x="60430" y="119062"/>
                </a:lnTo>
                <a:cubicBezTo>
                  <a:pt x="68151" y="119062"/>
                  <a:pt x="74414" y="112799"/>
                  <a:pt x="74414" y="105079"/>
                </a:cubicBezTo>
                <a:cubicBezTo>
                  <a:pt x="74414" y="98103"/>
                  <a:pt x="69298" y="92211"/>
                  <a:pt x="62415" y="91219"/>
                </a:cubicBezTo>
                <a:lnTo>
                  <a:pt x="34013" y="87157"/>
                </a:lnTo>
                <a:cubicBezTo>
                  <a:pt x="17332" y="84801"/>
                  <a:pt x="4961" y="70507"/>
                  <a:pt x="4961" y="53671"/>
                </a:cubicBezTo>
                <a:cubicBezTo>
                  <a:pt x="4961" y="35006"/>
                  <a:pt x="20123" y="19844"/>
                  <a:pt x="38788" y="19844"/>
                </a:cubicBezTo>
                <a:lnTo>
                  <a:pt x="42168" y="19844"/>
                </a:lnTo>
                <a:lnTo>
                  <a:pt x="42168" y="7441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3" name="Text 41"/>
          <p:cNvSpPr/>
          <p:nvPr/>
        </p:nvSpPr>
        <p:spPr>
          <a:xfrm>
            <a:off x="6604000" y="3500438"/>
            <a:ext cx="324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Management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04000" y="3690937"/>
            <a:ext cx="323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~$0.60-3.00 per million tokens; typical student usage &lt;$5/month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1469" y="4369594"/>
            <a:ext cx="11549063" cy="3770313"/>
          </a:xfrm>
          <a:custGeom>
            <a:avLst/>
            <a:gdLst/>
            <a:ahLst/>
            <a:cxnLst/>
            <a:rect l="l" t="t" r="r" b="b"/>
            <a:pathLst>
              <a:path w="11549063" h="3770313">
                <a:moveTo>
                  <a:pt x="95238" y="0"/>
                </a:moveTo>
                <a:lnTo>
                  <a:pt x="11453824" y="0"/>
                </a:lnTo>
                <a:cubicBezTo>
                  <a:pt x="11506423" y="0"/>
                  <a:pt x="11549063" y="42640"/>
                  <a:pt x="11549063" y="95238"/>
                </a:cubicBezTo>
                <a:lnTo>
                  <a:pt x="11549063" y="3675074"/>
                </a:lnTo>
                <a:cubicBezTo>
                  <a:pt x="11549062" y="3727673"/>
                  <a:pt x="11506423" y="3770313"/>
                  <a:pt x="11453824" y="3770312"/>
                </a:cubicBezTo>
                <a:lnTo>
                  <a:pt x="95238" y="3770313"/>
                </a:lnTo>
                <a:cubicBezTo>
                  <a:pt x="42640" y="3770312"/>
                  <a:pt x="0" y="3727673"/>
                  <a:pt x="0" y="3675074"/>
                </a:cubicBezTo>
                <a:lnTo>
                  <a:pt x="0" y="95238"/>
                </a:lnTo>
                <a:cubicBezTo>
                  <a:pt x="0" y="42675"/>
                  <a:pt x="42675" y="0"/>
                  <a:pt x="9523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109" y="45640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9062" y="44648"/>
                </a:moveTo>
                <a:cubicBezTo>
                  <a:pt x="119062" y="74786"/>
                  <a:pt x="92397" y="99219"/>
                  <a:pt x="59531" y="99219"/>
                </a:cubicBezTo>
                <a:cubicBezTo>
                  <a:pt x="51253" y="99219"/>
                  <a:pt x="43377" y="97668"/>
                  <a:pt x="36215" y="94878"/>
                </a:cubicBezTo>
                <a:lnTo>
                  <a:pt x="10914" y="108272"/>
                </a:lnTo>
                <a:cubicBezTo>
                  <a:pt x="8031" y="109792"/>
                  <a:pt x="4496" y="109265"/>
                  <a:pt x="2170" y="106970"/>
                </a:cubicBezTo>
                <a:cubicBezTo>
                  <a:pt x="-155" y="104676"/>
                  <a:pt x="-682" y="101110"/>
                  <a:pt x="868" y="98227"/>
                </a:cubicBezTo>
                <a:lnTo>
                  <a:pt x="11906" y="77391"/>
                </a:lnTo>
                <a:cubicBezTo>
                  <a:pt x="4434" y="68275"/>
                  <a:pt x="0" y="56927"/>
                  <a:pt x="0" y="44648"/>
                </a:cubicBezTo>
                <a:cubicBezTo>
                  <a:pt x="0" y="14511"/>
                  <a:pt x="26665" y="-9922"/>
                  <a:pt x="59531" y="-9922"/>
                </a:cubicBezTo>
                <a:cubicBezTo>
                  <a:pt x="92397" y="-9922"/>
                  <a:pt x="119062" y="14511"/>
                  <a:pt x="119062" y="44648"/>
                </a:cubicBezTo>
                <a:close/>
                <a:moveTo>
                  <a:pt x="119062" y="158750"/>
                </a:moveTo>
                <a:cubicBezTo>
                  <a:pt x="89886" y="158750"/>
                  <a:pt x="65608" y="139495"/>
                  <a:pt x="60523" y="114102"/>
                </a:cubicBezTo>
                <a:cubicBezTo>
                  <a:pt x="97730" y="113636"/>
                  <a:pt x="130070" y="87157"/>
                  <a:pt x="133635" y="51253"/>
                </a:cubicBezTo>
                <a:cubicBezTo>
                  <a:pt x="159463" y="57206"/>
                  <a:pt x="178594" y="78631"/>
                  <a:pt x="178594" y="104180"/>
                </a:cubicBezTo>
                <a:cubicBezTo>
                  <a:pt x="178594" y="116458"/>
                  <a:pt x="174160" y="127806"/>
                  <a:pt x="166688" y="136922"/>
                </a:cubicBezTo>
                <a:lnTo>
                  <a:pt x="177726" y="157758"/>
                </a:lnTo>
                <a:cubicBezTo>
                  <a:pt x="179245" y="160641"/>
                  <a:pt x="178718" y="164176"/>
                  <a:pt x="176423" y="166501"/>
                </a:cubicBezTo>
                <a:cubicBezTo>
                  <a:pt x="174129" y="168827"/>
                  <a:pt x="170563" y="169354"/>
                  <a:pt x="167680" y="167804"/>
                </a:cubicBezTo>
                <a:lnTo>
                  <a:pt x="142379" y="154409"/>
                </a:lnTo>
                <a:cubicBezTo>
                  <a:pt x="135217" y="157200"/>
                  <a:pt x="127341" y="158750"/>
                  <a:pt x="119062" y="15875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7" name="Text 45"/>
          <p:cNvSpPr/>
          <p:nvPr/>
        </p:nvSpPr>
        <p:spPr>
          <a:xfrm>
            <a:off x="682625" y="4532313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Interaction (Hint Mode)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4187" y="48815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9" name="Text 47"/>
          <p:cNvSpPr/>
          <p:nvPr/>
        </p:nvSpPr>
        <p:spPr>
          <a:xfrm>
            <a:off x="456406" y="488156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96938" y="4881563"/>
            <a:ext cx="10810875" cy="571500"/>
          </a:xfrm>
          <a:custGeom>
            <a:avLst/>
            <a:gdLst/>
            <a:ahLst/>
            <a:cxnLst/>
            <a:rect l="l" t="t" r="r" b="b"/>
            <a:pathLst>
              <a:path w="10810875" h="571500">
                <a:moveTo>
                  <a:pt x="0" y="0"/>
                </a:moveTo>
                <a:lnTo>
                  <a:pt x="10747376" y="0"/>
                </a:lnTo>
                <a:cubicBezTo>
                  <a:pt x="10782445" y="0"/>
                  <a:pt x="10810875" y="28430"/>
                  <a:pt x="10810875" y="63499"/>
                </a:cubicBezTo>
                <a:lnTo>
                  <a:pt x="10810875" y="508001"/>
                </a:lnTo>
                <a:cubicBezTo>
                  <a:pt x="10810875" y="543070"/>
                  <a:pt x="10782445" y="571500"/>
                  <a:pt x="10747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92188" y="4976813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92188" y="5167313"/>
            <a:ext cx="1068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 don't understand how to solve 3x + 5 = 20"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390313" y="55483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54" name="Text 52"/>
          <p:cNvSpPr/>
          <p:nvPr/>
        </p:nvSpPr>
        <p:spPr>
          <a:xfrm>
            <a:off x="11362531" y="554831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84187" y="5548313"/>
            <a:ext cx="10810875" cy="571500"/>
          </a:xfrm>
          <a:custGeom>
            <a:avLst/>
            <a:gdLst/>
            <a:ahLst/>
            <a:cxnLst/>
            <a:rect l="l" t="t" r="r" b="b"/>
            <a:pathLst>
              <a:path w="10810875" h="571500">
                <a:moveTo>
                  <a:pt x="63499" y="0"/>
                </a:moveTo>
                <a:lnTo>
                  <a:pt x="10810875" y="0"/>
                </a:lnTo>
                <a:lnTo>
                  <a:pt x="10810875" y="508001"/>
                </a:lnTo>
                <a:cubicBezTo>
                  <a:pt x="10810875" y="543070"/>
                  <a:pt x="10782445" y="571500"/>
                  <a:pt x="10747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79438" y="5643563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79438" y="5834063"/>
            <a:ext cx="1068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"Let's work through this together. What operation would undo the +5 on the left side?"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84187" y="6215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9" name="Text 57"/>
          <p:cNvSpPr/>
          <p:nvPr/>
        </p:nvSpPr>
        <p:spPr>
          <a:xfrm>
            <a:off x="456406" y="621506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96938" y="6215063"/>
            <a:ext cx="10810875" cy="571500"/>
          </a:xfrm>
          <a:custGeom>
            <a:avLst/>
            <a:gdLst/>
            <a:ahLst/>
            <a:cxnLst/>
            <a:rect l="l" t="t" r="r" b="b"/>
            <a:pathLst>
              <a:path w="10810875" h="571500">
                <a:moveTo>
                  <a:pt x="0" y="0"/>
                </a:moveTo>
                <a:lnTo>
                  <a:pt x="10747376" y="0"/>
                </a:lnTo>
                <a:cubicBezTo>
                  <a:pt x="10782445" y="0"/>
                  <a:pt x="10810875" y="28430"/>
                  <a:pt x="10810875" y="63499"/>
                </a:cubicBezTo>
                <a:lnTo>
                  <a:pt x="10810875" y="508001"/>
                </a:lnTo>
                <a:cubicBezTo>
                  <a:pt x="10810875" y="543070"/>
                  <a:pt x="10782445" y="571500"/>
                  <a:pt x="10747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92188" y="6310313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92188" y="6500813"/>
            <a:ext cx="1068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"Subtract 5?"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390313" y="6881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64" name="Text 62"/>
          <p:cNvSpPr/>
          <p:nvPr/>
        </p:nvSpPr>
        <p:spPr>
          <a:xfrm>
            <a:off x="11362531" y="6881813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84187" y="6881813"/>
            <a:ext cx="10810875" cy="571500"/>
          </a:xfrm>
          <a:custGeom>
            <a:avLst/>
            <a:gdLst/>
            <a:ahLst/>
            <a:cxnLst/>
            <a:rect l="l" t="t" r="r" b="b"/>
            <a:pathLst>
              <a:path w="10810875" h="571500">
                <a:moveTo>
                  <a:pt x="63499" y="0"/>
                </a:moveTo>
                <a:lnTo>
                  <a:pt x="10810875" y="0"/>
                </a:lnTo>
                <a:lnTo>
                  <a:pt x="10810875" y="508001"/>
                </a:lnTo>
                <a:cubicBezTo>
                  <a:pt x="10810875" y="543070"/>
                  <a:pt x="10782445" y="571500"/>
                  <a:pt x="1074737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579438" y="6977063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79438" y="7167563"/>
            <a:ext cx="1068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"Exactly! If you subtract 5 from both sides, what does the equation become?"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88156" y="7584281"/>
            <a:ext cx="11215688" cy="388938"/>
          </a:xfrm>
          <a:custGeom>
            <a:avLst/>
            <a:gdLst/>
            <a:ahLst/>
            <a:cxnLst/>
            <a:rect l="l" t="t" r="r" b="b"/>
            <a:pathLst>
              <a:path w="11215688" h="388938">
                <a:moveTo>
                  <a:pt x="63502" y="0"/>
                </a:moveTo>
                <a:lnTo>
                  <a:pt x="11152186" y="0"/>
                </a:lnTo>
                <a:cubicBezTo>
                  <a:pt x="11187257" y="0"/>
                  <a:pt x="11215688" y="28431"/>
                  <a:pt x="11215688" y="63502"/>
                </a:cubicBezTo>
                <a:lnTo>
                  <a:pt x="11215688" y="325436"/>
                </a:lnTo>
                <a:cubicBezTo>
                  <a:pt x="11215688" y="360507"/>
                  <a:pt x="11187257" y="388938"/>
                  <a:pt x="111521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7375" y="7683500"/>
            <a:ext cx="1108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r>
              <a:rPr lang="en-US" sz="10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solves independently with scaffolding vs. receiving "x = 5" directly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241" y="341241"/>
            <a:ext cx="792017" cy="244346"/>
          </a:xfrm>
          <a:custGeom>
            <a:avLst/>
            <a:gdLst/>
            <a:ahLst/>
            <a:cxnLst/>
            <a:rect l="l" t="t" r="r" b="b"/>
            <a:pathLst>
              <a:path w="792017" h="244346">
                <a:moveTo>
                  <a:pt x="122173" y="0"/>
                </a:moveTo>
                <a:lnTo>
                  <a:pt x="669844" y="0"/>
                </a:lnTo>
                <a:cubicBezTo>
                  <a:pt x="737318" y="0"/>
                  <a:pt x="792017" y="54699"/>
                  <a:pt x="792017" y="122173"/>
                </a:cubicBezTo>
                <a:lnTo>
                  <a:pt x="792017" y="122173"/>
                </a:lnTo>
                <a:cubicBezTo>
                  <a:pt x="792017" y="189647"/>
                  <a:pt x="737318" y="244346"/>
                  <a:pt x="669844" y="244346"/>
                </a:cubicBezTo>
                <a:lnTo>
                  <a:pt x="122173" y="244346"/>
                </a:lnTo>
                <a:cubicBezTo>
                  <a:pt x="54744" y="244346"/>
                  <a:pt x="0" y="189602"/>
                  <a:pt x="0" y="122173"/>
                </a:cubicBezTo>
                <a:lnTo>
                  <a:pt x="0" y="122173"/>
                </a:lnTo>
                <a:cubicBezTo>
                  <a:pt x="0" y="54744"/>
                  <a:pt x="54744" y="0"/>
                  <a:pt x="122173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6563" y="396008"/>
            <a:ext cx="631928" cy="134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6" b="1" kern="0" spc="40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7028" y="690908"/>
            <a:ext cx="11669606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8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Phase 1 Completion: MVP Delivered (Sep 2025 - Jan 2026)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028" y="1129045"/>
            <a:ext cx="674057" cy="33703"/>
          </a:xfrm>
          <a:custGeom>
            <a:avLst/>
            <a:gdLst/>
            <a:ahLst/>
            <a:cxnLst/>
            <a:rect l="l" t="t" r="r" b="b"/>
            <a:pathLst>
              <a:path w="674057" h="33703">
                <a:moveTo>
                  <a:pt x="0" y="0"/>
                </a:moveTo>
                <a:lnTo>
                  <a:pt x="674057" y="0"/>
                </a:lnTo>
                <a:lnTo>
                  <a:pt x="674057" y="33703"/>
                </a:lnTo>
                <a:lnTo>
                  <a:pt x="0" y="33703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41241" y="1335475"/>
            <a:ext cx="11509518" cy="3496669"/>
          </a:xfrm>
          <a:custGeom>
            <a:avLst/>
            <a:gdLst/>
            <a:ahLst/>
            <a:cxnLst/>
            <a:rect l="l" t="t" r="r" b="b"/>
            <a:pathLst>
              <a:path w="11509518" h="3496669">
                <a:moveTo>
                  <a:pt x="101124" y="0"/>
                </a:moveTo>
                <a:lnTo>
                  <a:pt x="11408394" y="0"/>
                </a:lnTo>
                <a:cubicBezTo>
                  <a:pt x="11464243" y="0"/>
                  <a:pt x="11509518" y="45275"/>
                  <a:pt x="11509518" y="101124"/>
                </a:cubicBezTo>
                <a:lnTo>
                  <a:pt x="11509518" y="3395545"/>
                </a:lnTo>
                <a:cubicBezTo>
                  <a:pt x="11509518" y="3451394"/>
                  <a:pt x="11464243" y="3496669"/>
                  <a:pt x="11408394" y="3496669"/>
                </a:cubicBezTo>
                <a:lnTo>
                  <a:pt x="101124" y="3496669"/>
                </a:lnTo>
                <a:cubicBezTo>
                  <a:pt x="45275" y="3496669"/>
                  <a:pt x="0" y="3451394"/>
                  <a:pt x="0" y="3395545"/>
                </a:cubicBezTo>
                <a:lnTo>
                  <a:pt x="0" y="101124"/>
                </a:lnTo>
                <a:cubicBezTo>
                  <a:pt x="0" y="45275"/>
                  <a:pt x="45275" y="0"/>
                  <a:pt x="10112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454" y="1339688"/>
          <a:ext cx="11501092" cy="3488240"/>
        </p:xfrm>
        <a:graphic>
          <a:graphicData uri="http://schemas.openxmlformats.org/drawingml/2006/table">
            <a:tbl>
              <a:tblPr/>
              <a:tblGrid>
                <a:gridCol w="2746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0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030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Deliverable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Evidence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03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 Authentication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JWT login/register, role-based access, middleware tested, security validated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03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Study Session Tracking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Start/end timer, background sync, session persistence tested, XP awards verified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03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Gamification System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XP, levels (22), 13 achievements, streaks, level progression curves tested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03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Task Management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Full CRUD API tested, toggle endpoint working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03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Parent Linking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6-char invite codes, family dashboard displaying data, end-to-end flow tested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03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Tutor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Kimi API integration working, conversation history logging verified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030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Leaderboards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Global ranking, personal rank, multiple time periods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4811" marR="134811" marT="101109" marB="10110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337028" y="5241692"/>
            <a:ext cx="11509518" cy="513968"/>
          </a:xfrm>
          <a:custGeom>
            <a:avLst/>
            <a:gdLst/>
            <a:ahLst/>
            <a:cxnLst/>
            <a:rect l="l" t="t" r="r" b="b"/>
            <a:pathLst>
              <a:path w="11509518" h="513968">
                <a:moveTo>
                  <a:pt x="101108" y="0"/>
                </a:moveTo>
                <a:lnTo>
                  <a:pt x="11408410" y="0"/>
                </a:lnTo>
                <a:cubicBezTo>
                  <a:pt x="11464250" y="0"/>
                  <a:pt x="11509518" y="45268"/>
                  <a:pt x="11509518" y="101108"/>
                </a:cubicBezTo>
                <a:lnTo>
                  <a:pt x="11509518" y="412860"/>
                </a:lnTo>
                <a:cubicBezTo>
                  <a:pt x="11509518" y="468701"/>
                  <a:pt x="11464250" y="513968"/>
                  <a:pt x="11408410" y="513968"/>
                </a:cubicBezTo>
                <a:lnTo>
                  <a:pt x="101108" y="513968"/>
                </a:lnTo>
                <a:cubicBezTo>
                  <a:pt x="45268" y="513968"/>
                  <a:pt x="0" y="468701"/>
                  <a:pt x="0" y="412860"/>
                </a:cubicBezTo>
                <a:lnTo>
                  <a:pt x="0" y="101108"/>
                </a:lnTo>
                <a:cubicBezTo>
                  <a:pt x="0" y="45305"/>
                  <a:pt x="45305" y="0"/>
                  <a:pt x="101108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1330" y="5397567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101109" y="202217"/>
                </a:moveTo>
                <a:cubicBezTo>
                  <a:pt x="156912" y="202217"/>
                  <a:pt x="202217" y="156912"/>
                  <a:pt x="202217" y="101109"/>
                </a:cubicBezTo>
                <a:cubicBezTo>
                  <a:pt x="202217" y="45305"/>
                  <a:pt x="156912" y="0"/>
                  <a:pt x="101109" y="0"/>
                </a:cubicBezTo>
                <a:cubicBezTo>
                  <a:pt x="45305" y="0"/>
                  <a:pt x="0" y="45305"/>
                  <a:pt x="0" y="101109"/>
                </a:cubicBezTo>
                <a:cubicBezTo>
                  <a:pt x="0" y="156912"/>
                  <a:pt x="45305" y="202217"/>
                  <a:pt x="101109" y="202217"/>
                </a:cubicBezTo>
                <a:close/>
                <a:moveTo>
                  <a:pt x="134443" y="84007"/>
                </a:moveTo>
                <a:lnTo>
                  <a:pt x="102846" y="134561"/>
                </a:lnTo>
                <a:cubicBezTo>
                  <a:pt x="101187" y="137207"/>
                  <a:pt x="98344" y="138866"/>
                  <a:pt x="95224" y="139024"/>
                </a:cubicBezTo>
                <a:cubicBezTo>
                  <a:pt x="92104" y="139182"/>
                  <a:pt x="89102" y="137760"/>
                  <a:pt x="87246" y="135233"/>
                </a:cubicBezTo>
                <a:lnTo>
                  <a:pt x="68288" y="109955"/>
                </a:lnTo>
                <a:cubicBezTo>
                  <a:pt x="65128" y="105769"/>
                  <a:pt x="65997" y="99845"/>
                  <a:pt x="70184" y="96685"/>
                </a:cubicBezTo>
                <a:cubicBezTo>
                  <a:pt x="74370" y="93525"/>
                  <a:pt x="80294" y="94394"/>
                  <a:pt x="83454" y="98581"/>
                </a:cubicBezTo>
                <a:lnTo>
                  <a:pt x="94118" y="112799"/>
                </a:lnTo>
                <a:lnTo>
                  <a:pt x="118368" y="73975"/>
                </a:lnTo>
                <a:cubicBezTo>
                  <a:pt x="121133" y="69552"/>
                  <a:pt x="126978" y="68169"/>
                  <a:pt x="131441" y="70973"/>
                </a:cubicBezTo>
                <a:cubicBezTo>
                  <a:pt x="135904" y="73778"/>
                  <a:pt x="137247" y="79583"/>
                  <a:pt x="134443" y="84046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2" name="Text 19"/>
          <p:cNvSpPr/>
          <p:nvPr/>
        </p:nvSpPr>
        <p:spPr>
          <a:xfrm>
            <a:off x="829932" y="5380716"/>
            <a:ext cx="6209747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Prototype:</a:t>
            </a:r>
            <a:r>
              <a:rPr lang="en-US" sz="1194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Fully functional MVP with core features tested and ready for user testing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142" y="364142"/>
            <a:ext cx="1007009" cy="260743"/>
          </a:xfrm>
          <a:custGeom>
            <a:avLst/>
            <a:gdLst/>
            <a:ahLst/>
            <a:cxnLst/>
            <a:rect l="l" t="t" r="r" b="b"/>
            <a:pathLst>
              <a:path w="1007009" h="260743">
                <a:moveTo>
                  <a:pt x="130372" y="0"/>
                </a:moveTo>
                <a:lnTo>
                  <a:pt x="876637" y="0"/>
                </a:lnTo>
                <a:cubicBezTo>
                  <a:pt x="948639" y="0"/>
                  <a:pt x="1007009" y="58369"/>
                  <a:pt x="1007009" y="130372"/>
                </a:cubicBezTo>
                <a:lnTo>
                  <a:pt x="1007009" y="130372"/>
                </a:lnTo>
                <a:cubicBezTo>
                  <a:pt x="1007009" y="202374"/>
                  <a:pt x="948639" y="260743"/>
                  <a:pt x="876637" y="260743"/>
                </a:cubicBezTo>
                <a:lnTo>
                  <a:pt x="130372" y="260743"/>
                </a:lnTo>
                <a:cubicBezTo>
                  <a:pt x="58418" y="260743"/>
                  <a:pt x="0" y="202326"/>
                  <a:pt x="0" y="130372"/>
                </a:cubicBezTo>
                <a:lnTo>
                  <a:pt x="0" y="130372"/>
                </a:lnTo>
                <a:cubicBezTo>
                  <a:pt x="0" y="58418"/>
                  <a:pt x="58418" y="0"/>
                  <a:pt x="130372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6531" y="422584"/>
            <a:ext cx="836177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b="1" kern="0" spc="42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646" y="737274"/>
            <a:ext cx="11634549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9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Development Challenges &amp; Engineering Solutions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646" y="1204814"/>
            <a:ext cx="719292" cy="35965"/>
          </a:xfrm>
          <a:custGeom>
            <a:avLst/>
            <a:gdLst/>
            <a:ahLst/>
            <a:cxnLst/>
            <a:rect l="l" t="t" r="r" b="b"/>
            <a:pathLst>
              <a:path w="719292" h="35965">
                <a:moveTo>
                  <a:pt x="0" y="0"/>
                </a:moveTo>
                <a:lnTo>
                  <a:pt x="719292" y="0"/>
                </a:lnTo>
                <a:lnTo>
                  <a:pt x="719292" y="35965"/>
                </a:lnTo>
                <a:lnTo>
                  <a:pt x="0" y="35965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64142" y="1425097"/>
            <a:ext cx="11463717" cy="4117947"/>
          </a:xfrm>
          <a:custGeom>
            <a:avLst/>
            <a:gdLst/>
            <a:ahLst/>
            <a:cxnLst/>
            <a:rect l="l" t="t" r="r" b="b"/>
            <a:pathLst>
              <a:path w="11463717" h="4117947">
                <a:moveTo>
                  <a:pt x="107890" y="0"/>
                </a:moveTo>
                <a:lnTo>
                  <a:pt x="11355827" y="0"/>
                </a:lnTo>
                <a:cubicBezTo>
                  <a:pt x="11415413" y="0"/>
                  <a:pt x="11463717" y="48304"/>
                  <a:pt x="11463717" y="107890"/>
                </a:cubicBezTo>
                <a:lnTo>
                  <a:pt x="11463717" y="4010057"/>
                </a:lnTo>
                <a:cubicBezTo>
                  <a:pt x="11463717" y="4069643"/>
                  <a:pt x="11415413" y="4117947"/>
                  <a:pt x="11355827" y="4117947"/>
                </a:cubicBezTo>
                <a:lnTo>
                  <a:pt x="107890" y="4117947"/>
                </a:lnTo>
                <a:cubicBezTo>
                  <a:pt x="48304" y="4117947"/>
                  <a:pt x="0" y="4069643"/>
                  <a:pt x="0" y="4010057"/>
                </a:cubicBezTo>
                <a:lnTo>
                  <a:pt x="0" y="107890"/>
                </a:lnTo>
                <a:cubicBezTo>
                  <a:pt x="0" y="48344"/>
                  <a:pt x="48344" y="0"/>
                  <a:pt x="107890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12700">
            <a:solidFill>
              <a:srgbClr val="3A5F7A">
                <a:alpha val="30196"/>
              </a:srgbClr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8637" y="1429593"/>
          <a:ext cx="11454725" cy="4108958"/>
        </p:xfrm>
        <a:graphic>
          <a:graphicData uri="http://schemas.openxmlformats.org/drawingml/2006/table">
            <a:tbl>
              <a:tblPr/>
              <a:tblGrid>
                <a:gridCol w="4581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994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Challenge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Solution Implemented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5F7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994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Conversation Context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Maintaining context across multiple messages with external API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Custom session state management storing conversation history in PostgreSQL, sending full context with each API call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994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Database Schema Evolution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Adding family linking required schema changes mid-development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Migration strategy using additive changes: new connection_codes table, modified family_links with relationship field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994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Role-Based Access Control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Ensuring parents only see their linked children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JWT claims include role field; middleware checks role for sensitive endpoints; database queries filter by family_links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994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Offline Capability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 offline support in MVP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Service workers cache static assets; background sync queues session data; optimistic UI updates with reconciliation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994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Real-Time Updates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Leaderboard refresh without page reload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Current: Polling for leaderboard; Future: WebSocket implementation for Phase 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994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XP Calculation Race Conditions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Concurrent sessions updating same XP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Database transactions ensure atomic updates; row-level locking prevents double-counting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3858" marR="143858" marT="107894" marB="10789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1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4142" y="5731858"/>
            <a:ext cx="11463717" cy="1123894"/>
          </a:xfrm>
          <a:custGeom>
            <a:avLst/>
            <a:gdLst/>
            <a:ahLst/>
            <a:cxnLst/>
            <a:rect l="l" t="t" r="r" b="b"/>
            <a:pathLst>
              <a:path w="11463717" h="1123894">
                <a:moveTo>
                  <a:pt x="107894" y="0"/>
                </a:moveTo>
                <a:lnTo>
                  <a:pt x="11355823" y="0"/>
                </a:lnTo>
                <a:cubicBezTo>
                  <a:pt x="11415411" y="0"/>
                  <a:pt x="11463717" y="48306"/>
                  <a:pt x="11463717" y="107894"/>
                </a:cubicBezTo>
                <a:lnTo>
                  <a:pt x="11463717" y="1016000"/>
                </a:lnTo>
                <a:cubicBezTo>
                  <a:pt x="11463717" y="1075588"/>
                  <a:pt x="11415411" y="1123894"/>
                  <a:pt x="11355823" y="1123894"/>
                </a:cubicBezTo>
                <a:lnTo>
                  <a:pt x="107894" y="1123894"/>
                </a:lnTo>
                <a:cubicBezTo>
                  <a:pt x="48306" y="1123894"/>
                  <a:pt x="0" y="1075588"/>
                  <a:pt x="0" y="1016000"/>
                </a:cubicBezTo>
                <a:lnTo>
                  <a:pt x="0" y="107894"/>
                </a:lnTo>
                <a:cubicBezTo>
                  <a:pt x="0" y="48346"/>
                  <a:pt x="48346" y="0"/>
                  <a:pt x="107894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270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8142" y="5916177"/>
            <a:ext cx="202301" cy="269735"/>
          </a:xfrm>
          <a:custGeom>
            <a:avLst/>
            <a:gdLst/>
            <a:ahLst/>
            <a:cxnLst/>
            <a:rect l="l" t="t" r="r" b="b"/>
            <a:pathLst>
              <a:path w="202301" h="269735">
                <a:moveTo>
                  <a:pt x="154307" y="202301"/>
                </a:moveTo>
                <a:cubicBezTo>
                  <a:pt x="158153" y="190553"/>
                  <a:pt x="165845" y="179911"/>
                  <a:pt x="174537" y="170744"/>
                </a:cubicBezTo>
                <a:cubicBezTo>
                  <a:pt x="191764" y="152621"/>
                  <a:pt x="202301" y="128124"/>
                  <a:pt x="202301" y="101150"/>
                </a:cubicBezTo>
                <a:cubicBezTo>
                  <a:pt x="202301" y="45307"/>
                  <a:pt x="156994" y="0"/>
                  <a:pt x="101150" y="0"/>
                </a:cubicBezTo>
                <a:cubicBezTo>
                  <a:pt x="45307" y="0"/>
                  <a:pt x="0" y="45307"/>
                  <a:pt x="0" y="101150"/>
                </a:cubicBezTo>
                <a:cubicBezTo>
                  <a:pt x="0" y="128124"/>
                  <a:pt x="10537" y="152621"/>
                  <a:pt x="27764" y="170744"/>
                </a:cubicBezTo>
                <a:cubicBezTo>
                  <a:pt x="36456" y="179911"/>
                  <a:pt x="44201" y="190553"/>
                  <a:pt x="47994" y="202301"/>
                </a:cubicBezTo>
                <a:lnTo>
                  <a:pt x="154254" y="202301"/>
                </a:lnTo>
                <a:close/>
                <a:moveTo>
                  <a:pt x="151726" y="227588"/>
                </a:moveTo>
                <a:lnTo>
                  <a:pt x="50575" y="227588"/>
                </a:lnTo>
                <a:lnTo>
                  <a:pt x="50575" y="236018"/>
                </a:lnTo>
                <a:cubicBezTo>
                  <a:pt x="50575" y="259303"/>
                  <a:pt x="69436" y="278164"/>
                  <a:pt x="92721" y="278164"/>
                </a:cubicBezTo>
                <a:lnTo>
                  <a:pt x="109580" y="278164"/>
                </a:lnTo>
                <a:cubicBezTo>
                  <a:pt x="132865" y="278164"/>
                  <a:pt x="151726" y="259303"/>
                  <a:pt x="151726" y="236018"/>
                </a:cubicBezTo>
                <a:lnTo>
                  <a:pt x="151726" y="227588"/>
                </a:lnTo>
                <a:close/>
                <a:moveTo>
                  <a:pt x="96936" y="59004"/>
                </a:moveTo>
                <a:cubicBezTo>
                  <a:pt x="75968" y="59004"/>
                  <a:pt x="59004" y="75968"/>
                  <a:pt x="59004" y="96936"/>
                </a:cubicBezTo>
                <a:cubicBezTo>
                  <a:pt x="59004" y="103943"/>
                  <a:pt x="53367" y="109580"/>
                  <a:pt x="46361" y="109580"/>
                </a:cubicBezTo>
                <a:cubicBezTo>
                  <a:pt x="39354" y="109580"/>
                  <a:pt x="33717" y="103943"/>
                  <a:pt x="33717" y="96936"/>
                </a:cubicBezTo>
                <a:cubicBezTo>
                  <a:pt x="33717" y="62007"/>
                  <a:pt x="62007" y="33717"/>
                  <a:pt x="96936" y="33717"/>
                </a:cubicBezTo>
                <a:cubicBezTo>
                  <a:pt x="103943" y="33717"/>
                  <a:pt x="109580" y="39354"/>
                  <a:pt x="109580" y="46361"/>
                </a:cubicBezTo>
                <a:cubicBezTo>
                  <a:pt x="109580" y="53367"/>
                  <a:pt x="103943" y="59004"/>
                  <a:pt x="96936" y="5900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0" name="Text 7"/>
          <p:cNvSpPr/>
          <p:nvPr/>
        </p:nvSpPr>
        <p:spPr>
          <a:xfrm>
            <a:off x="1029487" y="5916177"/>
            <a:ext cx="1070846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Lesson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29487" y="6239858"/>
            <a:ext cx="10690478" cy="43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debt is real</a:t>
            </a:r>
            <a:r>
              <a:rPr lang="en-US" sz="1133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early decisions about UUID vs. sequential IDs, timestamp handling, and API response formats saved significant refactoring later. Investing time in architectural decisions early prevented painful refactoring later.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690563" cy="230188"/>
          </a:xfrm>
          <a:custGeom>
            <a:avLst/>
            <a:gdLst/>
            <a:ahLst/>
            <a:cxnLst/>
            <a:rect l="l" t="t" r="r" b="b"/>
            <a:pathLst>
              <a:path w="690563" h="230188">
                <a:moveTo>
                  <a:pt x="115094" y="0"/>
                </a:moveTo>
                <a:lnTo>
                  <a:pt x="575469" y="0"/>
                </a:lnTo>
                <a:cubicBezTo>
                  <a:pt x="638991" y="0"/>
                  <a:pt x="690563" y="51572"/>
                  <a:pt x="690563" y="115094"/>
                </a:cubicBezTo>
                <a:lnTo>
                  <a:pt x="690563" y="115094"/>
                </a:lnTo>
                <a:cubicBezTo>
                  <a:pt x="690563" y="178616"/>
                  <a:pt x="638991" y="230188"/>
                  <a:pt x="575469" y="230188"/>
                </a:cubicBezTo>
                <a:lnTo>
                  <a:pt x="115094" y="230188"/>
                </a:lnTo>
                <a:cubicBezTo>
                  <a:pt x="51572" y="230188"/>
                  <a:pt x="0" y="178616"/>
                  <a:pt x="0" y="115094"/>
                </a:cubicBezTo>
                <a:lnTo>
                  <a:pt x="0" y="115094"/>
                </a:lnTo>
                <a:cubicBezTo>
                  <a:pt x="0" y="51572"/>
                  <a:pt x="51572" y="0"/>
                  <a:pt x="1150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1270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73063"/>
            <a:ext cx="539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kern="0" spc="38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508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6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Timeline: September 2025 - April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63625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325438" y="1262063"/>
            <a:ext cx="11541125" cy="1666875"/>
          </a:xfrm>
          <a:custGeom>
            <a:avLst/>
            <a:gdLst/>
            <a:ahLst/>
            <a:cxnLst/>
            <a:rect l="l" t="t" r="r" b="b"/>
            <a:pathLst>
              <a:path w="11541125" h="1666875">
                <a:moveTo>
                  <a:pt x="95245" y="0"/>
                </a:moveTo>
                <a:lnTo>
                  <a:pt x="11445880" y="0"/>
                </a:lnTo>
                <a:cubicBezTo>
                  <a:pt x="11498482" y="0"/>
                  <a:pt x="11541125" y="42643"/>
                  <a:pt x="11541125" y="95245"/>
                </a:cubicBezTo>
                <a:lnTo>
                  <a:pt x="11541125" y="1571630"/>
                </a:lnTo>
                <a:cubicBezTo>
                  <a:pt x="11541125" y="1624232"/>
                  <a:pt x="11498482" y="1666875"/>
                  <a:pt x="11445880" y="1666875"/>
                </a:cubicBezTo>
                <a:lnTo>
                  <a:pt x="95245" y="1666875"/>
                </a:lnTo>
                <a:cubicBezTo>
                  <a:pt x="42643" y="1666875"/>
                  <a:pt x="0" y="1624232"/>
                  <a:pt x="0" y="1571630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00C950">
              <a:alpha val="10196"/>
            </a:srgbClr>
          </a:solidFill>
          <a:ln w="25400">
            <a:solidFill>
              <a:srgbClr val="00C950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2125" y="1428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8" name="Shape 6"/>
          <p:cNvSpPr/>
          <p:nvPr/>
        </p:nvSpPr>
        <p:spPr>
          <a:xfrm>
            <a:off x="583407" y="154781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HK" altLang="en-US" dirty="0"/>
          </a:p>
        </p:txBody>
      </p:sp>
      <p:sp>
        <p:nvSpPr>
          <p:cNvPr id="9" name="Text 7"/>
          <p:cNvSpPr/>
          <p:nvPr/>
        </p:nvSpPr>
        <p:spPr>
          <a:xfrm>
            <a:off x="1063625" y="1428750"/>
            <a:ext cx="965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3625" y="1682750"/>
            <a:ext cx="962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 2025 - Jan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50153" y="1508125"/>
            <a:ext cx="952500" cy="285750"/>
          </a:xfrm>
          <a:custGeom>
            <a:avLst/>
            <a:gdLst/>
            <a:ahLst/>
            <a:cxnLst/>
            <a:rect l="l" t="t" r="r" b="b"/>
            <a:pathLst>
              <a:path w="952500" h="285750">
                <a:moveTo>
                  <a:pt x="142875" y="0"/>
                </a:moveTo>
                <a:lnTo>
                  <a:pt x="809625" y="0"/>
                </a:lnTo>
                <a:cubicBezTo>
                  <a:pt x="888480" y="0"/>
                  <a:pt x="952500" y="64020"/>
                  <a:pt x="952500" y="142875"/>
                </a:cubicBezTo>
                <a:lnTo>
                  <a:pt x="952500" y="142875"/>
                </a:lnTo>
                <a:cubicBezTo>
                  <a:pt x="952500" y="221730"/>
                  <a:pt x="888480" y="285750"/>
                  <a:pt x="809625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750153" y="1508125"/>
            <a:ext cx="1008063" cy="2857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2125" y="2000250"/>
            <a:ext cx="559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945" y="22463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00" y="2222500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features, authentication, gamification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945" y="24368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7" name="Text 15"/>
          <p:cNvSpPr/>
          <p:nvPr/>
        </p:nvSpPr>
        <p:spPr>
          <a:xfrm>
            <a:off x="635000" y="2413000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Parent dashboard, AI tutor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59500" y="2000250"/>
            <a:ext cx="559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Milestone: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59500" y="2222500"/>
            <a:ext cx="5540375" cy="539750"/>
          </a:xfrm>
          <a:custGeom>
            <a:avLst/>
            <a:gdLst/>
            <a:ahLst/>
            <a:cxnLst/>
            <a:rect l="l" t="t" r="r" b="b"/>
            <a:pathLst>
              <a:path w="5540375" h="539750">
                <a:moveTo>
                  <a:pt x="63502" y="0"/>
                </a:moveTo>
                <a:lnTo>
                  <a:pt x="5476873" y="0"/>
                </a:lnTo>
                <a:cubicBezTo>
                  <a:pt x="5511944" y="0"/>
                  <a:pt x="5540375" y="28431"/>
                  <a:pt x="5540375" y="63502"/>
                </a:cubicBezTo>
                <a:lnTo>
                  <a:pt x="5540375" y="476248"/>
                </a:lnTo>
                <a:cubicBezTo>
                  <a:pt x="5540375" y="511319"/>
                  <a:pt x="5511944" y="539750"/>
                  <a:pt x="5476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54750" y="231775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Interim Report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54750" y="2508250"/>
            <a:ext cx="540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Feb 2, 2026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5438" y="3103563"/>
            <a:ext cx="11541125" cy="1666875"/>
          </a:xfrm>
          <a:custGeom>
            <a:avLst/>
            <a:gdLst/>
            <a:ahLst/>
            <a:cxnLst/>
            <a:rect l="l" t="t" r="r" b="b"/>
            <a:pathLst>
              <a:path w="11541125" h="1666875">
                <a:moveTo>
                  <a:pt x="95245" y="0"/>
                </a:moveTo>
                <a:lnTo>
                  <a:pt x="11445880" y="0"/>
                </a:lnTo>
                <a:cubicBezTo>
                  <a:pt x="11498482" y="0"/>
                  <a:pt x="11541125" y="42643"/>
                  <a:pt x="11541125" y="95245"/>
                </a:cubicBezTo>
                <a:lnTo>
                  <a:pt x="11541125" y="1571630"/>
                </a:lnTo>
                <a:cubicBezTo>
                  <a:pt x="11541125" y="1624232"/>
                  <a:pt x="11498482" y="1666875"/>
                  <a:pt x="11445880" y="1666875"/>
                </a:cubicBezTo>
                <a:lnTo>
                  <a:pt x="95245" y="1666875"/>
                </a:lnTo>
                <a:cubicBezTo>
                  <a:pt x="42643" y="1666875"/>
                  <a:pt x="0" y="1624232"/>
                  <a:pt x="0" y="1571630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F0B100">
              <a:alpha val="10196"/>
            </a:srgbClr>
          </a:solidFill>
          <a:ln w="25400">
            <a:solidFill>
              <a:srgbClr val="F0B100">
                <a:alpha val="5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2125" y="3270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zh-HK" altLang="en-US" dirty="0"/>
          </a:p>
        </p:txBody>
      </p:sp>
      <p:sp>
        <p:nvSpPr>
          <p:cNvPr id="25" name="Text 23"/>
          <p:cNvSpPr/>
          <p:nvPr/>
        </p:nvSpPr>
        <p:spPr>
          <a:xfrm>
            <a:off x="1063625" y="3270250"/>
            <a:ext cx="9612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Social &amp; AI Enhancement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3625" y="3524250"/>
            <a:ext cx="958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Feb 2026 - Mar 2026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06894" y="3349625"/>
            <a:ext cx="992188" cy="285750"/>
          </a:xfrm>
          <a:custGeom>
            <a:avLst/>
            <a:gdLst/>
            <a:ahLst/>
            <a:cxnLst/>
            <a:rect l="l" t="t" r="r" b="b"/>
            <a:pathLst>
              <a:path w="992188" h="285750">
                <a:moveTo>
                  <a:pt x="142875" y="0"/>
                </a:moveTo>
                <a:lnTo>
                  <a:pt x="849313" y="0"/>
                </a:lnTo>
                <a:cubicBezTo>
                  <a:pt x="928167" y="0"/>
                  <a:pt x="992188" y="64020"/>
                  <a:pt x="992188" y="142875"/>
                </a:cubicBezTo>
                <a:lnTo>
                  <a:pt x="992188" y="142875"/>
                </a:lnTo>
                <a:cubicBezTo>
                  <a:pt x="992188" y="221730"/>
                  <a:pt x="928167" y="285750"/>
                  <a:pt x="849313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706894" y="3349625"/>
            <a:ext cx="1047750" cy="2857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altLang="zh-HK" sz="875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</a:t>
            </a:r>
            <a:endParaRPr lang="en-US" altLang="zh-HK" sz="1600" dirty="0"/>
          </a:p>
        </p:txBody>
      </p:sp>
      <p:sp>
        <p:nvSpPr>
          <p:cNvPr id="29" name="Text 27"/>
          <p:cNvSpPr/>
          <p:nvPr/>
        </p:nvSpPr>
        <p:spPr>
          <a:xfrm>
            <a:off x="492125" y="3841750"/>
            <a:ext cx="559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4031" y="4095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1" name="Text 29"/>
          <p:cNvSpPr/>
          <p:nvPr/>
        </p:nvSpPr>
        <p:spPr>
          <a:xfrm>
            <a:off x="611188" y="4064000"/>
            <a:ext cx="547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groups, friends, challenges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031" y="4286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3" name="Text 31"/>
          <p:cNvSpPr/>
          <p:nvPr/>
        </p:nvSpPr>
        <p:spPr>
          <a:xfrm>
            <a:off x="611188" y="4254500"/>
            <a:ext cx="547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optimizer, teacher module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59500" y="3841750"/>
            <a:ext cx="559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Milestone: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59500" y="4064000"/>
            <a:ext cx="5540375" cy="539750"/>
          </a:xfrm>
          <a:custGeom>
            <a:avLst/>
            <a:gdLst/>
            <a:ahLst/>
            <a:cxnLst/>
            <a:rect l="l" t="t" r="r" b="b"/>
            <a:pathLst>
              <a:path w="5540375" h="539750">
                <a:moveTo>
                  <a:pt x="63502" y="0"/>
                </a:moveTo>
                <a:lnTo>
                  <a:pt x="5476873" y="0"/>
                </a:lnTo>
                <a:cubicBezTo>
                  <a:pt x="5511944" y="0"/>
                  <a:pt x="5540375" y="28431"/>
                  <a:pt x="5540375" y="63502"/>
                </a:cubicBezTo>
                <a:lnTo>
                  <a:pt x="5540375" y="476248"/>
                </a:lnTo>
                <a:cubicBezTo>
                  <a:pt x="5540375" y="511319"/>
                  <a:pt x="5511944" y="539750"/>
                  <a:pt x="5476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54750" y="415925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Demo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54750" y="4349750"/>
            <a:ext cx="540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 9-13, 2026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5438" y="4945063"/>
            <a:ext cx="11541125" cy="1666875"/>
          </a:xfrm>
          <a:custGeom>
            <a:avLst/>
            <a:gdLst/>
            <a:ahLst/>
            <a:cxnLst/>
            <a:rect l="l" t="t" r="r" b="b"/>
            <a:pathLst>
              <a:path w="11541125" h="1666875">
                <a:moveTo>
                  <a:pt x="95245" y="0"/>
                </a:moveTo>
                <a:lnTo>
                  <a:pt x="11445880" y="0"/>
                </a:lnTo>
                <a:cubicBezTo>
                  <a:pt x="11498482" y="0"/>
                  <a:pt x="11541125" y="42643"/>
                  <a:pt x="11541125" y="95245"/>
                </a:cubicBezTo>
                <a:lnTo>
                  <a:pt x="11541125" y="1571630"/>
                </a:lnTo>
                <a:cubicBezTo>
                  <a:pt x="11541125" y="1624232"/>
                  <a:pt x="11498482" y="1666875"/>
                  <a:pt x="11445880" y="1666875"/>
                </a:cubicBezTo>
                <a:lnTo>
                  <a:pt x="95245" y="1666875"/>
                </a:lnTo>
                <a:cubicBezTo>
                  <a:pt x="42643" y="1666875"/>
                  <a:pt x="0" y="1624232"/>
                  <a:pt x="0" y="1571630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 w="25400">
            <a:solidFill>
              <a:srgbClr val="3A5F7A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HK" altLang="en-US" dirty="0"/>
          </a:p>
        </p:txBody>
      </p:sp>
      <p:sp>
        <p:nvSpPr>
          <p:cNvPr id="39" name="Shape 37"/>
          <p:cNvSpPr/>
          <p:nvPr/>
        </p:nvSpPr>
        <p:spPr>
          <a:xfrm>
            <a:off x="492125" y="5111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5F7A"/>
          </a:solidFill>
          <a:ln/>
        </p:spPr>
        <p:txBody>
          <a:bodyPr/>
          <a:lstStyle/>
          <a:p>
            <a:endParaRPr lang="zh-HK" altLang="en-US" dirty="0"/>
          </a:p>
        </p:txBody>
      </p:sp>
      <p:sp>
        <p:nvSpPr>
          <p:cNvPr id="41" name="Text 39"/>
          <p:cNvSpPr/>
          <p:nvPr/>
        </p:nvSpPr>
        <p:spPr>
          <a:xfrm>
            <a:off x="1063625" y="5111750"/>
            <a:ext cx="984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Refinement &amp; Deployment(Render &amp; </a:t>
            </a:r>
            <a:r>
              <a:rPr lang="en-US" sz="1500" b="1" dirty="0" err="1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Vercel</a:t>
            </a:r>
            <a:r>
              <a:rPr lang="en-US" sz="15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63625" y="5365750"/>
            <a:ext cx="981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6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2026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940257" y="5191125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142875" y="0"/>
                </a:moveTo>
                <a:lnTo>
                  <a:pt x="619125" y="0"/>
                </a:lnTo>
                <a:cubicBezTo>
                  <a:pt x="697980" y="0"/>
                  <a:pt x="762000" y="64020"/>
                  <a:pt x="762000" y="142875"/>
                </a:cubicBezTo>
                <a:lnTo>
                  <a:pt x="762000" y="142875"/>
                </a:lnTo>
                <a:cubicBezTo>
                  <a:pt x="762000" y="221730"/>
                  <a:pt x="697980" y="285750"/>
                  <a:pt x="619125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940257" y="5191125"/>
            <a:ext cx="817563" cy="2857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altLang="zh-HK" sz="875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</a:t>
            </a:r>
            <a:endParaRPr lang="en-US" altLang="zh-HK" sz="1600" dirty="0"/>
          </a:p>
        </p:txBody>
      </p:sp>
      <p:sp>
        <p:nvSpPr>
          <p:cNvPr id="45" name="Text 43"/>
          <p:cNvSpPr/>
          <p:nvPr/>
        </p:nvSpPr>
        <p:spPr>
          <a:xfrm>
            <a:off x="492125" y="5683250"/>
            <a:ext cx="559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Deliverables: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4031" y="5937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7" name="Text 45"/>
          <p:cNvSpPr/>
          <p:nvPr/>
        </p:nvSpPr>
        <p:spPr>
          <a:xfrm>
            <a:off x="611188" y="5905500"/>
            <a:ext cx="547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optimization, security hardening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4031" y="6127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47625"/>
                </a:moveTo>
                <a:cubicBezTo>
                  <a:pt x="0" y="21340"/>
                  <a:pt x="21340" y="0"/>
                  <a:pt x="47625" y="0"/>
                </a:cubicBezTo>
                <a:cubicBezTo>
                  <a:pt x="73910" y="0"/>
                  <a:pt x="95250" y="21340"/>
                  <a:pt x="95250" y="47625"/>
                </a:cubicBezTo>
                <a:cubicBezTo>
                  <a:pt x="95250" y="73910"/>
                  <a:pt x="73910" y="95250"/>
                  <a:pt x="47625" y="95250"/>
                </a:cubicBezTo>
                <a:cubicBezTo>
                  <a:pt x="21340" y="95250"/>
                  <a:pt x="0" y="73910"/>
                  <a:pt x="0" y="47625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9" name="Text 47"/>
          <p:cNvSpPr/>
          <p:nvPr/>
        </p:nvSpPr>
        <p:spPr>
          <a:xfrm>
            <a:off x="611188" y="6096000"/>
            <a:ext cx="547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testing, bug fixes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159500" y="5683250"/>
            <a:ext cx="559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Milestone: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59500" y="5905500"/>
            <a:ext cx="5540375" cy="539750"/>
          </a:xfrm>
          <a:custGeom>
            <a:avLst/>
            <a:gdLst/>
            <a:ahLst/>
            <a:cxnLst/>
            <a:rect l="l" t="t" r="r" b="b"/>
            <a:pathLst>
              <a:path w="5540375" h="539750">
                <a:moveTo>
                  <a:pt x="63502" y="0"/>
                </a:moveTo>
                <a:lnTo>
                  <a:pt x="5476873" y="0"/>
                </a:lnTo>
                <a:cubicBezTo>
                  <a:pt x="5511944" y="0"/>
                  <a:pt x="5540375" y="28431"/>
                  <a:pt x="5540375" y="63502"/>
                </a:cubicBezTo>
                <a:lnTo>
                  <a:pt x="5540375" y="476248"/>
                </a:lnTo>
                <a:cubicBezTo>
                  <a:pt x="5540375" y="511319"/>
                  <a:pt x="5511944" y="539750"/>
                  <a:pt x="54768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254750" y="600075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Report &amp; Presentation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54750" y="6191250"/>
            <a:ext cx="540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 20-30, 2026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86595" y="64372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6" name="Text 54"/>
          <p:cNvSpPr/>
          <p:nvPr/>
        </p:nvSpPr>
        <p:spPr>
          <a:xfrm>
            <a:off x="892970" y="6421377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Mitigation:</a:t>
            </a:r>
            <a:r>
              <a:rPr lang="en-US" sz="875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Buffer time in Phase 3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65386" y="6437252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9" name="Text 57"/>
          <p:cNvSpPr/>
          <p:nvPr/>
        </p:nvSpPr>
        <p:spPr>
          <a:xfrm>
            <a:off x="4787636" y="6421377"/>
            <a:ext cx="1865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Testing:</a:t>
            </a:r>
            <a:r>
              <a:rPr lang="en-US" sz="875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20+ students in March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83866" y="64372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76498" y="56728"/>
                </a:moveTo>
                <a:cubicBezTo>
                  <a:pt x="78234" y="53950"/>
                  <a:pt x="77391" y="50279"/>
                  <a:pt x="74612" y="48518"/>
                </a:cubicBezTo>
                <a:cubicBezTo>
                  <a:pt x="71834" y="46757"/>
                  <a:pt x="68163" y="47625"/>
                  <a:pt x="66402" y="50403"/>
                </a:cubicBezTo>
                <a:lnTo>
                  <a:pt x="51172" y="74786"/>
                </a:lnTo>
                <a:lnTo>
                  <a:pt x="44475" y="65856"/>
                </a:lnTo>
                <a:cubicBezTo>
                  <a:pt x="42490" y="63227"/>
                  <a:pt x="38770" y="62681"/>
                  <a:pt x="36140" y="64666"/>
                </a:cubicBezTo>
                <a:cubicBezTo>
                  <a:pt x="33511" y="66650"/>
                  <a:pt x="32965" y="70371"/>
                  <a:pt x="34950" y="73000"/>
                </a:cubicBezTo>
                <a:lnTo>
                  <a:pt x="46856" y="88875"/>
                </a:lnTo>
                <a:cubicBezTo>
                  <a:pt x="48022" y="90438"/>
                  <a:pt x="49907" y="91331"/>
                  <a:pt x="51867" y="91256"/>
                </a:cubicBezTo>
                <a:cubicBezTo>
                  <a:pt x="53826" y="91182"/>
                  <a:pt x="55612" y="90140"/>
                  <a:pt x="56654" y="88454"/>
                </a:cubicBezTo>
                <a:lnTo>
                  <a:pt x="76498" y="56704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2" name="Text 60"/>
          <p:cNvSpPr/>
          <p:nvPr/>
        </p:nvSpPr>
        <p:spPr>
          <a:xfrm>
            <a:off x="8682303" y="6421377"/>
            <a:ext cx="188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 Meetings:</a:t>
            </a:r>
            <a:r>
              <a:rPr lang="en-US" sz="875" dirty="0">
                <a:solidFill>
                  <a:srgbClr val="E0E2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Every 2 weeks</a:t>
            </a:r>
            <a:endParaRPr lang="en-US" sz="1600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77B24F77-3B14-5658-A60F-0739CA945ACB}"/>
              </a:ext>
            </a:extLst>
          </p:cNvPr>
          <p:cNvSpPr/>
          <p:nvPr/>
        </p:nvSpPr>
        <p:spPr>
          <a:xfrm>
            <a:off x="638175" y="341974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HK" altLang="en-US" dirty="0"/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70408B50-31DB-2042-4D8F-78C5A1A1D480}"/>
              </a:ext>
            </a:extLst>
          </p:cNvPr>
          <p:cNvSpPr/>
          <p:nvPr/>
        </p:nvSpPr>
        <p:spPr>
          <a:xfrm>
            <a:off x="623625" y="5238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HK" alt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</TotalTime>
  <Words>2854</Words>
  <Application>Microsoft Office PowerPoint</Application>
  <PresentationFormat>Widescreen</PresentationFormat>
  <Paragraphs>604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微软雅黑</vt:lpstr>
      <vt:lpstr>MiSans</vt:lpstr>
      <vt:lpstr>Liter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StudyQuest: Gamified Study Habit Builder for Secondary Students</dc:title>
  <dc:subject>StudyQuest: Gamified Study Habit Builder for Secondary Students</dc:subject>
  <dc:creator>Kimi</dc:creator>
  <cp:lastModifiedBy>Wai Ki Cheung</cp:lastModifiedBy>
  <cp:revision>11</cp:revision>
  <dcterms:created xsi:type="dcterms:W3CDTF">2026-02-10T13:45:55Z</dcterms:created>
  <dcterms:modified xsi:type="dcterms:W3CDTF">2026-04-20T04:09:43Z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{"Label":"StudyQuest: Gamified Study Habit Builder for Secondary Students","ContentProducer":"001191110108MACG2KBH8F10000","ProduceID":"19c47b9c-cdb2-8065-8000-000084b532d4","ReservedCode1":"","ContentPropagator":"001191110108MACG2KBH8F20000","PropagateID":"19c47b9c-cdb2-8065-8000-000084b532d4","ReservedCode2":""}</vt:lpwstr>
  </property>
</Properties>
</file>